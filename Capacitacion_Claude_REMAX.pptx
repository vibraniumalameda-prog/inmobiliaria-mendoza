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9850"/>
  <p:notesSz cx="9144000" cy="514985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84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2"/>
            <a:ext cx="2743200" cy="2286000"/>
          </a:xfrm>
          <a:custGeom>
            <a:avLst/>
            <a:gdLst/>
            <a:ahLst/>
            <a:cxnLst/>
            <a:rect l="l" t="t" r="r" b="b"/>
            <a:pathLst>
              <a:path w="2743200" h="2286000">
                <a:moveTo>
                  <a:pt x="2684732" y="0"/>
                </a:moveTo>
                <a:lnTo>
                  <a:pt x="0" y="0"/>
                </a:lnTo>
                <a:lnTo>
                  <a:pt x="0" y="2040682"/>
                </a:lnTo>
                <a:lnTo>
                  <a:pt x="43832" y="2065201"/>
                </a:lnTo>
                <a:lnTo>
                  <a:pt x="88614" y="2088650"/>
                </a:lnTo>
                <a:lnTo>
                  <a:pt x="133964" y="2110820"/>
                </a:lnTo>
                <a:lnTo>
                  <a:pt x="179853" y="2131706"/>
                </a:lnTo>
                <a:lnTo>
                  <a:pt x="226253" y="2151300"/>
                </a:lnTo>
                <a:lnTo>
                  <a:pt x="273137" y="2169593"/>
                </a:lnTo>
                <a:lnTo>
                  <a:pt x="320478" y="2186578"/>
                </a:lnTo>
                <a:lnTo>
                  <a:pt x="368246" y="2202249"/>
                </a:lnTo>
                <a:lnTo>
                  <a:pt x="416416" y="2216596"/>
                </a:lnTo>
                <a:lnTo>
                  <a:pt x="464958" y="2229613"/>
                </a:lnTo>
                <a:lnTo>
                  <a:pt x="513845" y="2241291"/>
                </a:lnTo>
                <a:lnTo>
                  <a:pt x="563050" y="2251625"/>
                </a:lnTo>
                <a:lnTo>
                  <a:pt x="612545" y="2260605"/>
                </a:lnTo>
                <a:lnTo>
                  <a:pt x="662301" y="2268224"/>
                </a:lnTo>
                <a:lnTo>
                  <a:pt x="712292" y="2274475"/>
                </a:lnTo>
                <a:lnTo>
                  <a:pt x="762490" y="2279350"/>
                </a:lnTo>
                <a:lnTo>
                  <a:pt x="812866" y="2282842"/>
                </a:lnTo>
                <a:lnTo>
                  <a:pt x="863393" y="2284942"/>
                </a:lnTo>
                <a:lnTo>
                  <a:pt x="914044" y="2285644"/>
                </a:lnTo>
                <a:lnTo>
                  <a:pt x="964694" y="2284942"/>
                </a:lnTo>
                <a:lnTo>
                  <a:pt x="1015221" y="2282842"/>
                </a:lnTo>
                <a:lnTo>
                  <a:pt x="1065597" y="2279350"/>
                </a:lnTo>
                <a:lnTo>
                  <a:pt x="1115794" y="2274475"/>
                </a:lnTo>
                <a:lnTo>
                  <a:pt x="1165784" y="2268224"/>
                </a:lnTo>
                <a:lnTo>
                  <a:pt x="1215540" y="2260605"/>
                </a:lnTo>
                <a:lnTo>
                  <a:pt x="1265034" y="2251625"/>
                </a:lnTo>
                <a:lnTo>
                  <a:pt x="1314239" y="2241291"/>
                </a:lnTo>
                <a:lnTo>
                  <a:pt x="1363125" y="2229613"/>
                </a:lnTo>
                <a:lnTo>
                  <a:pt x="1411667" y="2216596"/>
                </a:lnTo>
                <a:lnTo>
                  <a:pt x="1459836" y="2202249"/>
                </a:lnTo>
                <a:lnTo>
                  <a:pt x="1507605" y="2186578"/>
                </a:lnTo>
                <a:lnTo>
                  <a:pt x="1554945" y="2169593"/>
                </a:lnTo>
                <a:lnTo>
                  <a:pt x="1601829" y="2151300"/>
                </a:lnTo>
                <a:lnTo>
                  <a:pt x="1648230" y="2131706"/>
                </a:lnTo>
                <a:lnTo>
                  <a:pt x="1694120" y="2110820"/>
                </a:lnTo>
                <a:lnTo>
                  <a:pt x="1739470" y="2088650"/>
                </a:lnTo>
                <a:lnTo>
                  <a:pt x="1784254" y="2065201"/>
                </a:lnTo>
                <a:lnTo>
                  <a:pt x="1828444" y="2040483"/>
                </a:lnTo>
                <a:lnTo>
                  <a:pt x="1871933" y="2014603"/>
                </a:lnTo>
                <a:lnTo>
                  <a:pt x="1914623" y="1987565"/>
                </a:lnTo>
                <a:lnTo>
                  <a:pt x="1956493" y="1959390"/>
                </a:lnTo>
                <a:lnTo>
                  <a:pt x="1997522" y="1930100"/>
                </a:lnTo>
                <a:lnTo>
                  <a:pt x="2037690" y="1899715"/>
                </a:lnTo>
                <a:lnTo>
                  <a:pt x="2076973" y="1868257"/>
                </a:lnTo>
                <a:lnTo>
                  <a:pt x="2115353" y="1835747"/>
                </a:lnTo>
                <a:lnTo>
                  <a:pt x="2152807" y="1802206"/>
                </a:lnTo>
                <a:lnTo>
                  <a:pt x="2189315" y="1767655"/>
                </a:lnTo>
                <a:lnTo>
                  <a:pt x="2224855" y="1732115"/>
                </a:lnTo>
                <a:lnTo>
                  <a:pt x="2259406" y="1695607"/>
                </a:lnTo>
                <a:lnTo>
                  <a:pt x="2292947" y="1658153"/>
                </a:lnTo>
                <a:lnTo>
                  <a:pt x="2325457" y="1619773"/>
                </a:lnTo>
                <a:lnTo>
                  <a:pt x="2356915" y="1580490"/>
                </a:lnTo>
                <a:lnTo>
                  <a:pt x="2387300" y="1540322"/>
                </a:lnTo>
                <a:lnTo>
                  <a:pt x="2416590" y="1499293"/>
                </a:lnTo>
                <a:lnTo>
                  <a:pt x="2444765" y="1457423"/>
                </a:lnTo>
                <a:lnTo>
                  <a:pt x="2471803" y="1414733"/>
                </a:lnTo>
                <a:lnTo>
                  <a:pt x="2497683" y="1371244"/>
                </a:lnTo>
                <a:lnTo>
                  <a:pt x="2522401" y="1327054"/>
                </a:lnTo>
                <a:lnTo>
                  <a:pt x="2545850" y="1282270"/>
                </a:lnTo>
                <a:lnTo>
                  <a:pt x="2568020" y="1236920"/>
                </a:lnTo>
                <a:lnTo>
                  <a:pt x="2588906" y="1191030"/>
                </a:lnTo>
                <a:lnTo>
                  <a:pt x="2608500" y="1144629"/>
                </a:lnTo>
                <a:lnTo>
                  <a:pt x="2626793" y="1097745"/>
                </a:lnTo>
                <a:lnTo>
                  <a:pt x="2643778" y="1050405"/>
                </a:lnTo>
                <a:lnTo>
                  <a:pt x="2659449" y="1002636"/>
                </a:lnTo>
                <a:lnTo>
                  <a:pt x="2673796" y="954467"/>
                </a:lnTo>
                <a:lnTo>
                  <a:pt x="2686813" y="905925"/>
                </a:lnTo>
                <a:lnTo>
                  <a:pt x="2698491" y="857039"/>
                </a:lnTo>
                <a:lnTo>
                  <a:pt x="2708825" y="807834"/>
                </a:lnTo>
                <a:lnTo>
                  <a:pt x="2717805" y="758340"/>
                </a:lnTo>
                <a:lnTo>
                  <a:pt x="2725424" y="708584"/>
                </a:lnTo>
                <a:lnTo>
                  <a:pt x="2731675" y="658594"/>
                </a:lnTo>
                <a:lnTo>
                  <a:pt x="2736550" y="608397"/>
                </a:lnTo>
                <a:lnTo>
                  <a:pt x="2740042" y="558021"/>
                </a:lnTo>
                <a:lnTo>
                  <a:pt x="2742142" y="507494"/>
                </a:lnTo>
                <a:lnTo>
                  <a:pt x="2742844" y="456844"/>
                </a:lnTo>
                <a:lnTo>
                  <a:pt x="2742142" y="406193"/>
                </a:lnTo>
                <a:lnTo>
                  <a:pt x="2740042" y="355666"/>
                </a:lnTo>
                <a:lnTo>
                  <a:pt x="2736550" y="305290"/>
                </a:lnTo>
                <a:lnTo>
                  <a:pt x="2731675" y="255092"/>
                </a:lnTo>
                <a:lnTo>
                  <a:pt x="2725424" y="205101"/>
                </a:lnTo>
                <a:lnTo>
                  <a:pt x="2717805" y="155345"/>
                </a:lnTo>
                <a:lnTo>
                  <a:pt x="2708825" y="105850"/>
                </a:lnTo>
                <a:lnTo>
                  <a:pt x="2698491" y="56645"/>
                </a:lnTo>
                <a:lnTo>
                  <a:pt x="2686813" y="7758"/>
                </a:lnTo>
                <a:lnTo>
                  <a:pt x="2684732" y="0"/>
                </a:lnTo>
                <a:close/>
              </a:path>
            </a:pathLst>
          </a:custGeom>
          <a:solidFill>
            <a:srgbClr val="003DA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"/>
            <a:ext cx="2743200" cy="2286000"/>
          </a:xfrm>
          <a:custGeom>
            <a:avLst/>
            <a:gdLst/>
            <a:ahLst/>
            <a:cxnLst/>
            <a:rect l="l" t="t" r="r" b="b"/>
            <a:pathLst>
              <a:path w="2743200" h="2286000">
                <a:moveTo>
                  <a:pt x="2684732" y="0"/>
                </a:moveTo>
                <a:lnTo>
                  <a:pt x="2698491" y="56645"/>
                </a:lnTo>
                <a:lnTo>
                  <a:pt x="2708825" y="105850"/>
                </a:lnTo>
                <a:lnTo>
                  <a:pt x="2717805" y="155345"/>
                </a:lnTo>
                <a:lnTo>
                  <a:pt x="2725424" y="205101"/>
                </a:lnTo>
                <a:lnTo>
                  <a:pt x="2731675" y="255092"/>
                </a:lnTo>
                <a:lnTo>
                  <a:pt x="2736550" y="305290"/>
                </a:lnTo>
                <a:lnTo>
                  <a:pt x="2740042" y="355666"/>
                </a:lnTo>
                <a:lnTo>
                  <a:pt x="2742142" y="406193"/>
                </a:lnTo>
                <a:lnTo>
                  <a:pt x="2742844" y="456844"/>
                </a:lnTo>
                <a:lnTo>
                  <a:pt x="2742142" y="507494"/>
                </a:lnTo>
                <a:lnTo>
                  <a:pt x="2740042" y="558021"/>
                </a:lnTo>
                <a:lnTo>
                  <a:pt x="2736550" y="608397"/>
                </a:lnTo>
                <a:lnTo>
                  <a:pt x="2731675" y="658594"/>
                </a:lnTo>
                <a:lnTo>
                  <a:pt x="2725424" y="708584"/>
                </a:lnTo>
                <a:lnTo>
                  <a:pt x="2717805" y="758340"/>
                </a:lnTo>
                <a:lnTo>
                  <a:pt x="2708825" y="807834"/>
                </a:lnTo>
                <a:lnTo>
                  <a:pt x="2698491" y="857039"/>
                </a:lnTo>
                <a:lnTo>
                  <a:pt x="2686813" y="905925"/>
                </a:lnTo>
                <a:lnTo>
                  <a:pt x="2673796" y="954467"/>
                </a:lnTo>
                <a:lnTo>
                  <a:pt x="2659449" y="1002636"/>
                </a:lnTo>
                <a:lnTo>
                  <a:pt x="2643778" y="1050405"/>
                </a:lnTo>
                <a:lnTo>
                  <a:pt x="2626793" y="1097745"/>
                </a:lnTo>
                <a:lnTo>
                  <a:pt x="2608500" y="1144629"/>
                </a:lnTo>
                <a:lnTo>
                  <a:pt x="2588906" y="1191030"/>
                </a:lnTo>
                <a:lnTo>
                  <a:pt x="2568020" y="1236920"/>
                </a:lnTo>
                <a:lnTo>
                  <a:pt x="2545850" y="1282270"/>
                </a:lnTo>
                <a:lnTo>
                  <a:pt x="2522401" y="1327054"/>
                </a:lnTo>
                <a:lnTo>
                  <a:pt x="2497683" y="1371244"/>
                </a:lnTo>
                <a:lnTo>
                  <a:pt x="2471803" y="1414733"/>
                </a:lnTo>
                <a:lnTo>
                  <a:pt x="2444765" y="1457423"/>
                </a:lnTo>
                <a:lnTo>
                  <a:pt x="2416590" y="1499293"/>
                </a:lnTo>
                <a:lnTo>
                  <a:pt x="2387300" y="1540322"/>
                </a:lnTo>
                <a:lnTo>
                  <a:pt x="2356915" y="1580490"/>
                </a:lnTo>
                <a:lnTo>
                  <a:pt x="2325457" y="1619773"/>
                </a:lnTo>
                <a:lnTo>
                  <a:pt x="2292947" y="1658153"/>
                </a:lnTo>
                <a:lnTo>
                  <a:pt x="2259406" y="1695607"/>
                </a:lnTo>
                <a:lnTo>
                  <a:pt x="2224855" y="1732115"/>
                </a:lnTo>
                <a:lnTo>
                  <a:pt x="2189315" y="1767655"/>
                </a:lnTo>
                <a:lnTo>
                  <a:pt x="2152807" y="1802206"/>
                </a:lnTo>
                <a:lnTo>
                  <a:pt x="2115353" y="1835747"/>
                </a:lnTo>
                <a:lnTo>
                  <a:pt x="2076973" y="1868257"/>
                </a:lnTo>
                <a:lnTo>
                  <a:pt x="2037690" y="1899715"/>
                </a:lnTo>
                <a:lnTo>
                  <a:pt x="1997522" y="1930100"/>
                </a:lnTo>
                <a:lnTo>
                  <a:pt x="1956493" y="1959390"/>
                </a:lnTo>
                <a:lnTo>
                  <a:pt x="1914623" y="1987565"/>
                </a:lnTo>
                <a:lnTo>
                  <a:pt x="1871933" y="2014603"/>
                </a:lnTo>
                <a:lnTo>
                  <a:pt x="1828444" y="2040483"/>
                </a:lnTo>
                <a:lnTo>
                  <a:pt x="1784254" y="2065201"/>
                </a:lnTo>
                <a:lnTo>
                  <a:pt x="1739470" y="2088650"/>
                </a:lnTo>
                <a:lnTo>
                  <a:pt x="1694120" y="2110820"/>
                </a:lnTo>
                <a:lnTo>
                  <a:pt x="1648230" y="2131706"/>
                </a:lnTo>
                <a:lnTo>
                  <a:pt x="1601829" y="2151300"/>
                </a:lnTo>
                <a:lnTo>
                  <a:pt x="1554945" y="2169593"/>
                </a:lnTo>
                <a:lnTo>
                  <a:pt x="1507605" y="2186578"/>
                </a:lnTo>
                <a:lnTo>
                  <a:pt x="1459836" y="2202249"/>
                </a:lnTo>
                <a:lnTo>
                  <a:pt x="1411667" y="2216596"/>
                </a:lnTo>
                <a:lnTo>
                  <a:pt x="1363125" y="2229613"/>
                </a:lnTo>
                <a:lnTo>
                  <a:pt x="1314239" y="2241291"/>
                </a:lnTo>
                <a:lnTo>
                  <a:pt x="1265034" y="2251625"/>
                </a:lnTo>
                <a:lnTo>
                  <a:pt x="1215540" y="2260605"/>
                </a:lnTo>
                <a:lnTo>
                  <a:pt x="1165784" y="2268224"/>
                </a:lnTo>
                <a:lnTo>
                  <a:pt x="1115794" y="2274475"/>
                </a:lnTo>
                <a:lnTo>
                  <a:pt x="1065597" y="2279350"/>
                </a:lnTo>
                <a:lnTo>
                  <a:pt x="1015221" y="2282842"/>
                </a:lnTo>
                <a:lnTo>
                  <a:pt x="964694" y="2284942"/>
                </a:lnTo>
                <a:lnTo>
                  <a:pt x="914044" y="2285644"/>
                </a:lnTo>
                <a:lnTo>
                  <a:pt x="863393" y="2284942"/>
                </a:lnTo>
                <a:lnTo>
                  <a:pt x="812866" y="2282842"/>
                </a:lnTo>
                <a:lnTo>
                  <a:pt x="762490" y="2279350"/>
                </a:lnTo>
                <a:lnTo>
                  <a:pt x="712292" y="2274475"/>
                </a:lnTo>
                <a:lnTo>
                  <a:pt x="662301" y="2268224"/>
                </a:lnTo>
                <a:lnTo>
                  <a:pt x="612545" y="2260605"/>
                </a:lnTo>
                <a:lnTo>
                  <a:pt x="563050" y="2251625"/>
                </a:lnTo>
                <a:lnTo>
                  <a:pt x="513845" y="2241291"/>
                </a:lnTo>
                <a:lnTo>
                  <a:pt x="464958" y="2229613"/>
                </a:lnTo>
                <a:lnTo>
                  <a:pt x="416416" y="2216596"/>
                </a:lnTo>
                <a:lnTo>
                  <a:pt x="368246" y="2202249"/>
                </a:lnTo>
                <a:lnTo>
                  <a:pt x="320478" y="2186578"/>
                </a:lnTo>
                <a:lnTo>
                  <a:pt x="273137" y="2169593"/>
                </a:lnTo>
                <a:lnTo>
                  <a:pt x="226253" y="2151300"/>
                </a:lnTo>
                <a:lnTo>
                  <a:pt x="179853" y="2131706"/>
                </a:lnTo>
                <a:lnTo>
                  <a:pt x="133964" y="2110820"/>
                </a:lnTo>
                <a:lnTo>
                  <a:pt x="88614" y="2088650"/>
                </a:lnTo>
                <a:lnTo>
                  <a:pt x="43832" y="2065201"/>
                </a:lnTo>
                <a:lnTo>
                  <a:pt x="0" y="2040682"/>
                </a:lnTo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857644" y="2285646"/>
            <a:ext cx="2286000" cy="2858135"/>
          </a:xfrm>
          <a:custGeom>
            <a:avLst/>
            <a:gdLst/>
            <a:ahLst/>
            <a:cxnLst/>
            <a:rect l="l" t="t" r="r" b="b"/>
            <a:pathLst>
              <a:path w="2286000" h="2858135">
                <a:moveTo>
                  <a:pt x="1828800" y="0"/>
                </a:moveTo>
                <a:lnTo>
                  <a:pt x="1778149" y="701"/>
                </a:lnTo>
                <a:lnTo>
                  <a:pt x="1727622" y="2801"/>
                </a:lnTo>
                <a:lnTo>
                  <a:pt x="1677245" y="6293"/>
                </a:lnTo>
                <a:lnTo>
                  <a:pt x="1627048" y="11167"/>
                </a:lnTo>
                <a:lnTo>
                  <a:pt x="1577057" y="17417"/>
                </a:lnTo>
                <a:lnTo>
                  <a:pt x="1527300" y="25036"/>
                </a:lnTo>
                <a:lnTo>
                  <a:pt x="1477806" y="34015"/>
                </a:lnTo>
                <a:lnTo>
                  <a:pt x="1428601" y="44348"/>
                </a:lnTo>
                <a:lnTo>
                  <a:pt x="1379713" y="56026"/>
                </a:lnTo>
                <a:lnTo>
                  <a:pt x="1331171" y="69043"/>
                </a:lnTo>
                <a:lnTo>
                  <a:pt x="1283002" y="83390"/>
                </a:lnTo>
                <a:lnTo>
                  <a:pt x="1235233" y="99059"/>
                </a:lnTo>
                <a:lnTo>
                  <a:pt x="1187893" y="116045"/>
                </a:lnTo>
                <a:lnTo>
                  <a:pt x="1141009" y="134338"/>
                </a:lnTo>
                <a:lnTo>
                  <a:pt x="1094608" y="153932"/>
                </a:lnTo>
                <a:lnTo>
                  <a:pt x="1048719" y="174819"/>
                </a:lnTo>
                <a:lnTo>
                  <a:pt x="1003370" y="196991"/>
                </a:lnTo>
                <a:lnTo>
                  <a:pt x="958587" y="220440"/>
                </a:lnTo>
                <a:lnTo>
                  <a:pt x="914400" y="245160"/>
                </a:lnTo>
                <a:lnTo>
                  <a:pt x="870909" y="271041"/>
                </a:lnTo>
                <a:lnTo>
                  <a:pt x="828217" y="298078"/>
                </a:lnTo>
                <a:lnTo>
                  <a:pt x="786346" y="326253"/>
                </a:lnTo>
                <a:lnTo>
                  <a:pt x="745316" y="355542"/>
                </a:lnTo>
                <a:lnTo>
                  <a:pt x="705148" y="385926"/>
                </a:lnTo>
                <a:lnTo>
                  <a:pt x="665864" y="417384"/>
                </a:lnTo>
                <a:lnTo>
                  <a:pt x="627485" y="449893"/>
                </a:lnTo>
                <a:lnTo>
                  <a:pt x="590031" y="483434"/>
                </a:lnTo>
                <a:lnTo>
                  <a:pt x="553524" y="517984"/>
                </a:lnTo>
                <a:lnTo>
                  <a:pt x="517984" y="553524"/>
                </a:lnTo>
                <a:lnTo>
                  <a:pt x="483434" y="590031"/>
                </a:lnTo>
                <a:lnTo>
                  <a:pt x="449893" y="627485"/>
                </a:lnTo>
                <a:lnTo>
                  <a:pt x="417384" y="665864"/>
                </a:lnTo>
                <a:lnTo>
                  <a:pt x="385926" y="705148"/>
                </a:lnTo>
                <a:lnTo>
                  <a:pt x="355542" y="745316"/>
                </a:lnTo>
                <a:lnTo>
                  <a:pt x="326253" y="786346"/>
                </a:lnTo>
                <a:lnTo>
                  <a:pt x="298078" y="828217"/>
                </a:lnTo>
                <a:lnTo>
                  <a:pt x="271041" y="870909"/>
                </a:lnTo>
                <a:lnTo>
                  <a:pt x="245160" y="914400"/>
                </a:lnTo>
                <a:lnTo>
                  <a:pt x="220440" y="958587"/>
                </a:lnTo>
                <a:lnTo>
                  <a:pt x="196991" y="1003370"/>
                </a:lnTo>
                <a:lnTo>
                  <a:pt x="174819" y="1048719"/>
                </a:lnTo>
                <a:lnTo>
                  <a:pt x="153932" y="1094608"/>
                </a:lnTo>
                <a:lnTo>
                  <a:pt x="134338" y="1141009"/>
                </a:lnTo>
                <a:lnTo>
                  <a:pt x="116045" y="1187893"/>
                </a:lnTo>
                <a:lnTo>
                  <a:pt x="99059" y="1235233"/>
                </a:lnTo>
                <a:lnTo>
                  <a:pt x="83390" y="1283002"/>
                </a:lnTo>
                <a:lnTo>
                  <a:pt x="69043" y="1331171"/>
                </a:lnTo>
                <a:lnTo>
                  <a:pt x="56026" y="1379713"/>
                </a:lnTo>
                <a:lnTo>
                  <a:pt x="44348" y="1428601"/>
                </a:lnTo>
                <a:lnTo>
                  <a:pt x="34015" y="1477806"/>
                </a:lnTo>
                <a:lnTo>
                  <a:pt x="25036" y="1527300"/>
                </a:lnTo>
                <a:lnTo>
                  <a:pt x="17417" y="1577057"/>
                </a:lnTo>
                <a:lnTo>
                  <a:pt x="11167" y="1627048"/>
                </a:lnTo>
                <a:lnTo>
                  <a:pt x="6293" y="1677245"/>
                </a:lnTo>
                <a:lnTo>
                  <a:pt x="2801" y="1727622"/>
                </a:lnTo>
                <a:lnTo>
                  <a:pt x="701" y="1778149"/>
                </a:lnTo>
                <a:lnTo>
                  <a:pt x="0" y="1828800"/>
                </a:lnTo>
                <a:lnTo>
                  <a:pt x="701" y="1879450"/>
                </a:lnTo>
                <a:lnTo>
                  <a:pt x="2801" y="1929977"/>
                </a:lnTo>
                <a:lnTo>
                  <a:pt x="6293" y="1980353"/>
                </a:lnTo>
                <a:lnTo>
                  <a:pt x="11167" y="2030550"/>
                </a:lnTo>
                <a:lnTo>
                  <a:pt x="17417" y="2080540"/>
                </a:lnTo>
                <a:lnTo>
                  <a:pt x="25036" y="2130296"/>
                </a:lnTo>
                <a:lnTo>
                  <a:pt x="34015" y="2179790"/>
                </a:lnTo>
                <a:lnTo>
                  <a:pt x="44348" y="2228994"/>
                </a:lnTo>
                <a:lnTo>
                  <a:pt x="56026" y="2277881"/>
                </a:lnTo>
                <a:lnTo>
                  <a:pt x="69043" y="2326423"/>
                </a:lnTo>
                <a:lnTo>
                  <a:pt x="83390" y="2374592"/>
                </a:lnTo>
                <a:lnTo>
                  <a:pt x="99059" y="2422360"/>
                </a:lnTo>
                <a:lnTo>
                  <a:pt x="116045" y="2469701"/>
                </a:lnTo>
                <a:lnTo>
                  <a:pt x="134338" y="2516585"/>
                </a:lnTo>
                <a:lnTo>
                  <a:pt x="153932" y="2562986"/>
                </a:lnTo>
                <a:lnTo>
                  <a:pt x="174819" y="2608875"/>
                </a:lnTo>
                <a:lnTo>
                  <a:pt x="196991" y="2654226"/>
                </a:lnTo>
                <a:lnTo>
                  <a:pt x="220440" y="2699010"/>
                </a:lnTo>
                <a:lnTo>
                  <a:pt x="245160" y="2743200"/>
                </a:lnTo>
                <a:lnTo>
                  <a:pt x="271041" y="2786688"/>
                </a:lnTo>
                <a:lnTo>
                  <a:pt x="298078" y="2829378"/>
                </a:lnTo>
                <a:lnTo>
                  <a:pt x="317120" y="2857677"/>
                </a:lnTo>
                <a:lnTo>
                  <a:pt x="2286000" y="2857677"/>
                </a:lnTo>
                <a:lnTo>
                  <a:pt x="2286000" y="58203"/>
                </a:lnTo>
                <a:lnTo>
                  <a:pt x="2277881" y="56026"/>
                </a:lnTo>
                <a:lnTo>
                  <a:pt x="2228994" y="44348"/>
                </a:lnTo>
                <a:lnTo>
                  <a:pt x="2179790" y="34015"/>
                </a:lnTo>
                <a:lnTo>
                  <a:pt x="2130296" y="25036"/>
                </a:lnTo>
                <a:lnTo>
                  <a:pt x="2080540" y="17417"/>
                </a:lnTo>
                <a:lnTo>
                  <a:pt x="2030550" y="11167"/>
                </a:lnTo>
                <a:lnTo>
                  <a:pt x="1980353" y="6293"/>
                </a:lnTo>
                <a:lnTo>
                  <a:pt x="1929977" y="2801"/>
                </a:lnTo>
                <a:lnTo>
                  <a:pt x="1879450" y="701"/>
                </a:lnTo>
                <a:lnTo>
                  <a:pt x="1828800" y="0"/>
                </a:lnTo>
                <a:close/>
              </a:path>
            </a:pathLst>
          </a:custGeom>
          <a:solidFill>
            <a:srgbClr val="DB1C2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6857644" y="2285646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0" y="1828800"/>
                </a:moveTo>
                <a:lnTo>
                  <a:pt x="701" y="1778149"/>
                </a:lnTo>
                <a:lnTo>
                  <a:pt x="2801" y="1727622"/>
                </a:lnTo>
                <a:lnTo>
                  <a:pt x="6293" y="1677245"/>
                </a:lnTo>
                <a:lnTo>
                  <a:pt x="11167" y="1627048"/>
                </a:lnTo>
                <a:lnTo>
                  <a:pt x="17417" y="1577057"/>
                </a:lnTo>
                <a:lnTo>
                  <a:pt x="25036" y="1527300"/>
                </a:lnTo>
                <a:lnTo>
                  <a:pt x="34015" y="1477806"/>
                </a:lnTo>
                <a:lnTo>
                  <a:pt x="44348" y="1428601"/>
                </a:lnTo>
                <a:lnTo>
                  <a:pt x="56026" y="1379713"/>
                </a:lnTo>
                <a:lnTo>
                  <a:pt x="69043" y="1331171"/>
                </a:lnTo>
                <a:lnTo>
                  <a:pt x="83390" y="1283002"/>
                </a:lnTo>
                <a:lnTo>
                  <a:pt x="99059" y="1235233"/>
                </a:lnTo>
                <a:lnTo>
                  <a:pt x="116045" y="1187893"/>
                </a:lnTo>
                <a:lnTo>
                  <a:pt x="134338" y="1141009"/>
                </a:lnTo>
                <a:lnTo>
                  <a:pt x="153932" y="1094608"/>
                </a:lnTo>
                <a:lnTo>
                  <a:pt x="174819" y="1048719"/>
                </a:lnTo>
                <a:lnTo>
                  <a:pt x="196991" y="1003370"/>
                </a:lnTo>
                <a:lnTo>
                  <a:pt x="220440" y="958587"/>
                </a:lnTo>
                <a:lnTo>
                  <a:pt x="245160" y="914400"/>
                </a:lnTo>
                <a:lnTo>
                  <a:pt x="271041" y="870909"/>
                </a:lnTo>
                <a:lnTo>
                  <a:pt x="298078" y="828217"/>
                </a:lnTo>
                <a:lnTo>
                  <a:pt x="326253" y="786346"/>
                </a:lnTo>
                <a:lnTo>
                  <a:pt x="355542" y="745316"/>
                </a:lnTo>
                <a:lnTo>
                  <a:pt x="385926" y="705148"/>
                </a:lnTo>
                <a:lnTo>
                  <a:pt x="417384" y="665864"/>
                </a:lnTo>
                <a:lnTo>
                  <a:pt x="449893" y="627485"/>
                </a:lnTo>
                <a:lnTo>
                  <a:pt x="483434" y="590031"/>
                </a:lnTo>
                <a:lnTo>
                  <a:pt x="517984" y="553524"/>
                </a:lnTo>
                <a:lnTo>
                  <a:pt x="553524" y="517984"/>
                </a:lnTo>
                <a:lnTo>
                  <a:pt x="590031" y="483434"/>
                </a:lnTo>
                <a:lnTo>
                  <a:pt x="627485" y="449893"/>
                </a:lnTo>
                <a:lnTo>
                  <a:pt x="665864" y="417384"/>
                </a:lnTo>
                <a:lnTo>
                  <a:pt x="705148" y="385926"/>
                </a:lnTo>
                <a:lnTo>
                  <a:pt x="745316" y="355542"/>
                </a:lnTo>
                <a:lnTo>
                  <a:pt x="786346" y="326253"/>
                </a:lnTo>
                <a:lnTo>
                  <a:pt x="828217" y="298078"/>
                </a:lnTo>
                <a:lnTo>
                  <a:pt x="870909" y="271041"/>
                </a:lnTo>
                <a:lnTo>
                  <a:pt x="914400" y="245160"/>
                </a:lnTo>
                <a:lnTo>
                  <a:pt x="958587" y="220440"/>
                </a:lnTo>
                <a:lnTo>
                  <a:pt x="1003370" y="196991"/>
                </a:lnTo>
                <a:lnTo>
                  <a:pt x="1048719" y="174819"/>
                </a:lnTo>
                <a:lnTo>
                  <a:pt x="1094608" y="153932"/>
                </a:lnTo>
                <a:lnTo>
                  <a:pt x="1141009" y="134338"/>
                </a:lnTo>
                <a:lnTo>
                  <a:pt x="1187893" y="116045"/>
                </a:lnTo>
                <a:lnTo>
                  <a:pt x="1235233" y="99059"/>
                </a:lnTo>
                <a:lnTo>
                  <a:pt x="1283002" y="83390"/>
                </a:lnTo>
                <a:lnTo>
                  <a:pt x="1331171" y="69043"/>
                </a:lnTo>
                <a:lnTo>
                  <a:pt x="1379713" y="56026"/>
                </a:lnTo>
                <a:lnTo>
                  <a:pt x="1428601" y="44348"/>
                </a:lnTo>
                <a:lnTo>
                  <a:pt x="1477806" y="34015"/>
                </a:lnTo>
                <a:lnTo>
                  <a:pt x="1527300" y="25036"/>
                </a:lnTo>
                <a:lnTo>
                  <a:pt x="1577057" y="17417"/>
                </a:lnTo>
                <a:lnTo>
                  <a:pt x="1627048" y="11167"/>
                </a:lnTo>
                <a:lnTo>
                  <a:pt x="1677245" y="6293"/>
                </a:lnTo>
                <a:lnTo>
                  <a:pt x="1727622" y="2801"/>
                </a:lnTo>
                <a:lnTo>
                  <a:pt x="1778149" y="701"/>
                </a:lnTo>
                <a:lnTo>
                  <a:pt x="1828800" y="0"/>
                </a:lnTo>
                <a:lnTo>
                  <a:pt x="1879450" y="701"/>
                </a:lnTo>
                <a:lnTo>
                  <a:pt x="1929977" y="2801"/>
                </a:lnTo>
                <a:lnTo>
                  <a:pt x="1980353" y="6293"/>
                </a:lnTo>
                <a:lnTo>
                  <a:pt x="2030550" y="11167"/>
                </a:lnTo>
                <a:lnTo>
                  <a:pt x="2080540" y="17417"/>
                </a:lnTo>
                <a:lnTo>
                  <a:pt x="2130296" y="25036"/>
                </a:lnTo>
                <a:lnTo>
                  <a:pt x="2179790" y="34015"/>
                </a:lnTo>
                <a:lnTo>
                  <a:pt x="2228994" y="44348"/>
                </a:lnTo>
                <a:lnTo>
                  <a:pt x="2277881" y="56026"/>
                </a:lnTo>
                <a:lnTo>
                  <a:pt x="2286000" y="58203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6857644" y="4114446"/>
            <a:ext cx="317500" cy="1029335"/>
          </a:xfrm>
          <a:custGeom>
            <a:avLst/>
            <a:gdLst/>
            <a:ahLst/>
            <a:cxnLst/>
            <a:rect l="l" t="t" r="r" b="b"/>
            <a:pathLst>
              <a:path w="317500" h="1029335">
                <a:moveTo>
                  <a:pt x="317120" y="1028877"/>
                </a:moveTo>
                <a:lnTo>
                  <a:pt x="271041" y="957888"/>
                </a:lnTo>
                <a:lnTo>
                  <a:pt x="245160" y="914400"/>
                </a:lnTo>
                <a:lnTo>
                  <a:pt x="220440" y="870210"/>
                </a:lnTo>
                <a:lnTo>
                  <a:pt x="196991" y="825426"/>
                </a:lnTo>
                <a:lnTo>
                  <a:pt x="174819" y="780075"/>
                </a:lnTo>
                <a:lnTo>
                  <a:pt x="153932" y="734186"/>
                </a:lnTo>
                <a:lnTo>
                  <a:pt x="134338" y="687785"/>
                </a:lnTo>
                <a:lnTo>
                  <a:pt x="116045" y="640901"/>
                </a:lnTo>
                <a:lnTo>
                  <a:pt x="99059" y="593560"/>
                </a:lnTo>
                <a:lnTo>
                  <a:pt x="83390" y="545792"/>
                </a:lnTo>
                <a:lnTo>
                  <a:pt x="69043" y="497623"/>
                </a:lnTo>
                <a:lnTo>
                  <a:pt x="56026" y="449081"/>
                </a:lnTo>
                <a:lnTo>
                  <a:pt x="44348" y="400194"/>
                </a:lnTo>
                <a:lnTo>
                  <a:pt x="34015" y="350990"/>
                </a:lnTo>
                <a:lnTo>
                  <a:pt x="25036" y="301496"/>
                </a:lnTo>
                <a:lnTo>
                  <a:pt x="17417" y="251740"/>
                </a:lnTo>
                <a:lnTo>
                  <a:pt x="11167" y="201750"/>
                </a:lnTo>
                <a:lnTo>
                  <a:pt x="6293" y="151553"/>
                </a:lnTo>
                <a:lnTo>
                  <a:pt x="2801" y="101177"/>
                </a:lnTo>
                <a:lnTo>
                  <a:pt x="701" y="50650"/>
                </a:lnTo>
                <a:lnTo>
                  <a:pt x="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144" y="1736968"/>
            <a:ext cx="8255711" cy="121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8702" y="1406145"/>
            <a:ext cx="3808729" cy="340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D9775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3502" y="1406145"/>
            <a:ext cx="3991609" cy="3256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D9775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002B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583324" y="2"/>
            <a:ext cx="2560320" cy="2743200"/>
          </a:xfrm>
          <a:custGeom>
            <a:avLst/>
            <a:gdLst/>
            <a:ahLst/>
            <a:cxnLst/>
            <a:rect l="l" t="t" r="r" b="b"/>
            <a:pathLst>
              <a:path w="2560320" h="2743200">
                <a:moveTo>
                  <a:pt x="117720" y="0"/>
                </a:moveTo>
                <a:lnTo>
                  <a:pt x="91350" y="79227"/>
                </a:lnTo>
                <a:lnTo>
                  <a:pt x="76881" y="128294"/>
                </a:lnTo>
                <a:lnTo>
                  <a:pt x="63639" y="177702"/>
                </a:lnTo>
                <a:lnTo>
                  <a:pt x="51629" y="227430"/>
                </a:lnTo>
                <a:lnTo>
                  <a:pt x="40858" y="277453"/>
                </a:lnTo>
                <a:lnTo>
                  <a:pt x="31331" y="327748"/>
                </a:lnTo>
                <a:lnTo>
                  <a:pt x="23055" y="378291"/>
                </a:lnTo>
                <a:lnTo>
                  <a:pt x="16035" y="429059"/>
                </a:lnTo>
                <a:lnTo>
                  <a:pt x="10279" y="480028"/>
                </a:lnTo>
                <a:lnTo>
                  <a:pt x="5791" y="531174"/>
                </a:lnTo>
                <a:lnTo>
                  <a:pt x="2577" y="582475"/>
                </a:lnTo>
                <a:lnTo>
                  <a:pt x="645" y="633906"/>
                </a:lnTo>
                <a:lnTo>
                  <a:pt x="0" y="685434"/>
                </a:lnTo>
                <a:lnTo>
                  <a:pt x="117720" y="0"/>
                </a:lnTo>
                <a:close/>
              </a:path>
              <a:path w="2560320" h="2743200">
                <a:moveTo>
                  <a:pt x="0" y="685453"/>
                </a:moveTo>
                <a:lnTo>
                  <a:pt x="645" y="736980"/>
                </a:lnTo>
                <a:lnTo>
                  <a:pt x="2577" y="788410"/>
                </a:lnTo>
                <a:lnTo>
                  <a:pt x="5791" y="839711"/>
                </a:lnTo>
                <a:lnTo>
                  <a:pt x="10279" y="890858"/>
                </a:lnTo>
                <a:lnTo>
                  <a:pt x="16035" y="941829"/>
                </a:lnTo>
                <a:lnTo>
                  <a:pt x="23055" y="992600"/>
                </a:lnTo>
                <a:lnTo>
                  <a:pt x="31331" y="1043147"/>
                </a:lnTo>
                <a:lnTo>
                  <a:pt x="40858" y="1093449"/>
                </a:lnTo>
                <a:lnTo>
                  <a:pt x="51629" y="1143480"/>
                </a:lnTo>
                <a:lnTo>
                  <a:pt x="63639" y="1193219"/>
                </a:lnTo>
                <a:lnTo>
                  <a:pt x="76881" y="1242641"/>
                </a:lnTo>
                <a:lnTo>
                  <a:pt x="91350" y="1291723"/>
                </a:lnTo>
                <a:lnTo>
                  <a:pt x="107039" y="1340442"/>
                </a:lnTo>
                <a:lnTo>
                  <a:pt x="123942" y="1388775"/>
                </a:lnTo>
                <a:lnTo>
                  <a:pt x="142053" y="1436697"/>
                </a:lnTo>
                <a:lnTo>
                  <a:pt x="161367" y="1484187"/>
                </a:lnTo>
                <a:lnTo>
                  <a:pt x="181876" y="1531220"/>
                </a:lnTo>
                <a:lnTo>
                  <a:pt x="203576" y="1577774"/>
                </a:lnTo>
                <a:lnTo>
                  <a:pt x="226460" y="1623824"/>
                </a:lnTo>
                <a:lnTo>
                  <a:pt x="250521" y="1669348"/>
                </a:lnTo>
                <a:lnTo>
                  <a:pt x="275754" y="1714322"/>
                </a:lnTo>
                <a:lnTo>
                  <a:pt x="302059" y="1758602"/>
                </a:lnTo>
                <a:lnTo>
                  <a:pt x="329429" y="1802149"/>
                </a:lnTo>
                <a:lnTo>
                  <a:pt x="357847" y="1844946"/>
                </a:lnTo>
                <a:lnTo>
                  <a:pt x="387295" y="1886976"/>
                </a:lnTo>
                <a:lnTo>
                  <a:pt x="417757" y="1928220"/>
                </a:lnTo>
                <a:lnTo>
                  <a:pt x="449215" y="1968662"/>
                </a:lnTo>
                <a:lnTo>
                  <a:pt x="481651" y="2008283"/>
                </a:lnTo>
                <a:lnTo>
                  <a:pt x="515049" y="2047067"/>
                </a:lnTo>
                <a:lnTo>
                  <a:pt x="549392" y="2084996"/>
                </a:lnTo>
                <a:lnTo>
                  <a:pt x="584661" y="2122053"/>
                </a:lnTo>
                <a:lnTo>
                  <a:pt x="620840" y="2158219"/>
                </a:lnTo>
                <a:lnTo>
                  <a:pt x="657912" y="2193477"/>
                </a:lnTo>
                <a:lnTo>
                  <a:pt x="695860" y="2227811"/>
                </a:lnTo>
                <a:lnTo>
                  <a:pt x="734665" y="2261202"/>
                </a:lnTo>
                <a:lnTo>
                  <a:pt x="774311" y="2293632"/>
                </a:lnTo>
                <a:lnTo>
                  <a:pt x="814780" y="2325086"/>
                </a:lnTo>
                <a:lnTo>
                  <a:pt x="856056" y="2355544"/>
                </a:lnTo>
                <a:lnTo>
                  <a:pt x="898121" y="2384989"/>
                </a:lnTo>
                <a:lnTo>
                  <a:pt x="940958" y="2413405"/>
                </a:lnTo>
                <a:lnTo>
                  <a:pt x="984549" y="2440773"/>
                </a:lnTo>
                <a:lnTo>
                  <a:pt x="1028877" y="2467076"/>
                </a:lnTo>
                <a:lnTo>
                  <a:pt x="1073803" y="2492310"/>
                </a:lnTo>
                <a:lnTo>
                  <a:pt x="1119282" y="2516371"/>
                </a:lnTo>
                <a:lnTo>
                  <a:pt x="1165293" y="2539255"/>
                </a:lnTo>
                <a:lnTo>
                  <a:pt x="1211811" y="2560955"/>
                </a:lnTo>
                <a:lnTo>
                  <a:pt x="1258812" y="2581466"/>
                </a:lnTo>
                <a:lnTo>
                  <a:pt x="1306273" y="2600780"/>
                </a:lnTo>
                <a:lnTo>
                  <a:pt x="1354171" y="2618892"/>
                </a:lnTo>
                <a:lnTo>
                  <a:pt x="1402482" y="2635796"/>
                </a:lnTo>
                <a:lnTo>
                  <a:pt x="1451183" y="2651486"/>
                </a:lnTo>
                <a:lnTo>
                  <a:pt x="1500249" y="2665955"/>
                </a:lnTo>
                <a:lnTo>
                  <a:pt x="1549658" y="2679198"/>
                </a:lnTo>
                <a:lnTo>
                  <a:pt x="1599386" y="2691209"/>
                </a:lnTo>
                <a:lnTo>
                  <a:pt x="1649409" y="2701981"/>
                </a:lnTo>
                <a:lnTo>
                  <a:pt x="1699703" y="2711509"/>
                </a:lnTo>
                <a:lnTo>
                  <a:pt x="1750246" y="2719786"/>
                </a:lnTo>
                <a:lnTo>
                  <a:pt x="1801014" y="2726806"/>
                </a:lnTo>
                <a:lnTo>
                  <a:pt x="1851983" y="2732563"/>
                </a:lnTo>
                <a:lnTo>
                  <a:pt x="1903130" y="2737052"/>
                </a:lnTo>
                <a:lnTo>
                  <a:pt x="1954430" y="2740266"/>
                </a:lnTo>
                <a:lnTo>
                  <a:pt x="2005861" y="2742198"/>
                </a:lnTo>
                <a:lnTo>
                  <a:pt x="2057399" y="2742844"/>
                </a:lnTo>
                <a:lnTo>
                  <a:pt x="2108936" y="2742198"/>
                </a:lnTo>
                <a:lnTo>
                  <a:pt x="2160366" y="2740266"/>
                </a:lnTo>
                <a:lnTo>
                  <a:pt x="2211666" y="2737052"/>
                </a:lnTo>
                <a:lnTo>
                  <a:pt x="2262813" y="2732563"/>
                </a:lnTo>
                <a:lnTo>
                  <a:pt x="2313784" y="2726806"/>
                </a:lnTo>
                <a:lnTo>
                  <a:pt x="2364555" y="2719786"/>
                </a:lnTo>
                <a:lnTo>
                  <a:pt x="2415103" y="2711509"/>
                </a:lnTo>
                <a:lnTo>
                  <a:pt x="2465404" y="2701981"/>
                </a:lnTo>
                <a:lnTo>
                  <a:pt x="2515436" y="2691209"/>
                </a:lnTo>
                <a:lnTo>
                  <a:pt x="2560319" y="2680371"/>
                </a:lnTo>
                <a:lnTo>
                  <a:pt x="0" y="685453"/>
                </a:lnTo>
                <a:close/>
              </a:path>
            </a:pathLst>
          </a:custGeom>
          <a:solidFill>
            <a:srgbClr val="DB1C2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583324" y="2"/>
            <a:ext cx="118110" cy="685800"/>
          </a:xfrm>
          <a:custGeom>
            <a:avLst/>
            <a:gdLst/>
            <a:ahLst/>
            <a:cxnLst/>
            <a:rect l="l" t="t" r="r" b="b"/>
            <a:pathLst>
              <a:path w="118109" h="685800">
                <a:moveTo>
                  <a:pt x="0" y="685444"/>
                </a:moveTo>
                <a:lnTo>
                  <a:pt x="645" y="633906"/>
                </a:lnTo>
                <a:lnTo>
                  <a:pt x="2577" y="582475"/>
                </a:lnTo>
                <a:lnTo>
                  <a:pt x="5791" y="531174"/>
                </a:lnTo>
                <a:lnTo>
                  <a:pt x="10279" y="480028"/>
                </a:lnTo>
                <a:lnTo>
                  <a:pt x="16036" y="429059"/>
                </a:lnTo>
                <a:lnTo>
                  <a:pt x="23055" y="378291"/>
                </a:lnTo>
                <a:lnTo>
                  <a:pt x="31331" y="327748"/>
                </a:lnTo>
                <a:lnTo>
                  <a:pt x="40858" y="277453"/>
                </a:lnTo>
                <a:lnTo>
                  <a:pt x="51629" y="227430"/>
                </a:lnTo>
                <a:lnTo>
                  <a:pt x="63639" y="177702"/>
                </a:lnTo>
                <a:lnTo>
                  <a:pt x="76881" y="128294"/>
                </a:lnTo>
                <a:lnTo>
                  <a:pt x="91350" y="79227"/>
                </a:lnTo>
                <a:lnTo>
                  <a:pt x="107039" y="30527"/>
                </a:lnTo>
                <a:lnTo>
                  <a:pt x="11772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583324" y="685446"/>
            <a:ext cx="2560320" cy="2057400"/>
          </a:xfrm>
          <a:custGeom>
            <a:avLst/>
            <a:gdLst/>
            <a:ahLst/>
            <a:cxnLst/>
            <a:rect l="l" t="t" r="r" b="b"/>
            <a:pathLst>
              <a:path w="2560320" h="2057400">
                <a:moveTo>
                  <a:pt x="2560320" y="1994926"/>
                </a:moveTo>
                <a:lnTo>
                  <a:pt x="2515436" y="2005765"/>
                </a:lnTo>
                <a:lnTo>
                  <a:pt x="2465404" y="2016537"/>
                </a:lnTo>
                <a:lnTo>
                  <a:pt x="2415103" y="2026064"/>
                </a:lnTo>
                <a:lnTo>
                  <a:pt x="2364555" y="2034341"/>
                </a:lnTo>
                <a:lnTo>
                  <a:pt x="2313784" y="2041362"/>
                </a:lnTo>
                <a:lnTo>
                  <a:pt x="2262814" y="2047119"/>
                </a:lnTo>
                <a:lnTo>
                  <a:pt x="2211666" y="2051608"/>
                </a:lnTo>
                <a:lnTo>
                  <a:pt x="2160366" y="2054821"/>
                </a:lnTo>
                <a:lnTo>
                  <a:pt x="2108936" y="2056754"/>
                </a:lnTo>
                <a:lnTo>
                  <a:pt x="2057400" y="2057399"/>
                </a:lnTo>
                <a:lnTo>
                  <a:pt x="2005861" y="2056754"/>
                </a:lnTo>
                <a:lnTo>
                  <a:pt x="1954430" y="2054821"/>
                </a:lnTo>
                <a:lnTo>
                  <a:pt x="1903130" y="2051608"/>
                </a:lnTo>
                <a:lnTo>
                  <a:pt x="1851983" y="2047119"/>
                </a:lnTo>
                <a:lnTo>
                  <a:pt x="1801014" y="2041362"/>
                </a:lnTo>
                <a:lnTo>
                  <a:pt x="1750247" y="2034341"/>
                </a:lnTo>
                <a:lnTo>
                  <a:pt x="1699704" y="2026064"/>
                </a:lnTo>
                <a:lnTo>
                  <a:pt x="1649409" y="2016537"/>
                </a:lnTo>
                <a:lnTo>
                  <a:pt x="1599386" y="2005765"/>
                </a:lnTo>
                <a:lnTo>
                  <a:pt x="1549658" y="1993754"/>
                </a:lnTo>
                <a:lnTo>
                  <a:pt x="1500249" y="1980511"/>
                </a:lnTo>
                <a:lnTo>
                  <a:pt x="1451183" y="1966041"/>
                </a:lnTo>
                <a:lnTo>
                  <a:pt x="1402482" y="1950351"/>
                </a:lnTo>
                <a:lnTo>
                  <a:pt x="1354171" y="1933447"/>
                </a:lnTo>
                <a:lnTo>
                  <a:pt x="1306273" y="1915335"/>
                </a:lnTo>
                <a:lnTo>
                  <a:pt x="1258812" y="1896021"/>
                </a:lnTo>
                <a:lnTo>
                  <a:pt x="1211811" y="1875511"/>
                </a:lnTo>
                <a:lnTo>
                  <a:pt x="1165293" y="1853811"/>
                </a:lnTo>
                <a:lnTo>
                  <a:pt x="1119283" y="1830927"/>
                </a:lnTo>
                <a:lnTo>
                  <a:pt x="1073803" y="1806865"/>
                </a:lnTo>
                <a:lnTo>
                  <a:pt x="1028877" y="1781632"/>
                </a:lnTo>
                <a:lnTo>
                  <a:pt x="984549" y="1755329"/>
                </a:lnTo>
                <a:lnTo>
                  <a:pt x="940958" y="1727961"/>
                </a:lnTo>
                <a:lnTo>
                  <a:pt x="898121" y="1699545"/>
                </a:lnTo>
                <a:lnTo>
                  <a:pt x="856056" y="1670099"/>
                </a:lnTo>
                <a:lnTo>
                  <a:pt x="814780" y="1639641"/>
                </a:lnTo>
                <a:lnTo>
                  <a:pt x="774311" y="1608188"/>
                </a:lnTo>
                <a:lnTo>
                  <a:pt x="734665" y="1575757"/>
                </a:lnTo>
                <a:lnTo>
                  <a:pt x="695860" y="1542366"/>
                </a:lnTo>
                <a:lnTo>
                  <a:pt x="657912" y="1508033"/>
                </a:lnTo>
                <a:lnTo>
                  <a:pt x="620841" y="1472774"/>
                </a:lnTo>
                <a:lnTo>
                  <a:pt x="584661" y="1436608"/>
                </a:lnTo>
                <a:lnTo>
                  <a:pt x="549392" y="1399552"/>
                </a:lnTo>
                <a:lnTo>
                  <a:pt x="515049" y="1361623"/>
                </a:lnTo>
                <a:lnTo>
                  <a:pt x="481651" y="1322839"/>
                </a:lnTo>
                <a:lnTo>
                  <a:pt x="449215" y="1283217"/>
                </a:lnTo>
                <a:lnTo>
                  <a:pt x="417757" y="1242776"/>
                </a:lnTo>
                <a:lnTo>
                  <a:pt x="387295" y="1201531"/>
                </a:lnTo>
                <a:lnTo>
                  <a:pt x="357847" y="1159502"/>
                </a:lnTo>
                <a:lnTo>
                  <a:pt x="329429" y="1116705"/>
                </a:lnTo>
                <a:lnTo>
                  <a:pt x="302059" y="1073157"/>
                </a:lnTo>
                <a:lnTo>
                  <a:pt x="275755" y="1028877"/>
                </a:lnTo>
                <a:lnTo>
                  <a:pt x="250521" y="983903"/>
                </a:lnTo>
                <a:lnTo>
                  <a:pt x="226460" y="938380"/>
                </a:lnTo>
                <a:lnTo>
                  <a:pt x="203576" y="892329"/>
                </a:lnTo>
                <a:lnTo>
                  <a:pt x="181877" y="845776"/>
                </a:lnTo>
                <a:lnTo>
                  <a:pt x="161367" y="798743"/>
                </a:lnTo>
                <a:lnTo>
                  <a:pt x="142053" y="751253"/>
                </a:lnTo>
                <a:lnTo>
                  <a:pt x="123942" y="703330"/>
                </a:lnTo>
                <a:lnTo>
                  <a:pt x="107039" y="654998"/>
                </a:lnTo>
                <a:lnTo>
                  <a:pt x="91350" y="606279"/>
                </a:lnTo>
                <a:lnTo>
                  <a:pt x="76881" y="557196"/>
                </a:lnTo>
                <a:lnTo>
                  <a:pt x="63639" y="507774"/>
                </a:lnTo>
                <a:lnTo>
                  <a:pt x="51629" y="458036"/>
                </a:lnTo>
                <a:lnTo>
                  <a:pt x="40858" y="408004"/>
                </a:lnTo>
                <a:lnTo>
                  <a:pt x="31331" y="357703"/>
                </a:lnTo>
                <a:lnTo>
                  <a:pt x="23055" y="307155"/>
                </a:lnTo>
                <a:lnTo>
                  <a:pt x="16036" y="256384"/>
                </a:lnTo>
                <a:lnTo>
                  <a:pt x="10279" y="205414"/>
                </a:lnTo>
                <a:lnTo>
                  <a:pt x="5791" y="154266"/>
                </a:lnTo>
                <a:lnTo>
                  <a:pt x="2577" y="102966"/>
                </a:lnTo>
                <a:lnTo>
                  <a:pt x="645" y="51536"/>
                </a:lnTo>
                <a:lnTo>
                  <a:pt x="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7314844" y="2285646"/>
            <a:ext cx="1828800" cy="2858135"/>
          </a:xfrm>
          <a:custGeom>
            <a:avLst/>
            <a:gdLst/>
            <a:ahLst/>
            <a:cxnLst/>
            <a:rect l="l" t="t" r="r" b="b"/>
            <a:pathLst>
              <a:path w="1828800" h="2858135">
                <a:moveTo>
                  <a:pt x="1600200" y="0"/>
                </a:moveTo>
                <a:lnTo>
                  <a:pt x="1550699" y="764"/>
                </a:lnTo>
                <a:lnTo>
                  <a:pt x="1501332" y="3053"/>
                </a:lnTo>
                <a:lnTo>
                  <a:pt x="1452131" y="6857"/>
                </a:lnTo>
                <a:lnTo>
                  <a:pt x="1403131" y="12168"/>
                </a:lnTo>
                <a:lnTo>
                  <a:pt x="1354369" y="18978"/>
                </a:lnTo>
                <a:lnTo>
                  <a:pt x="1305877" y="27278"/>
                </a:lnTo>
                <a:lnTo>
                  <a:pt x="1257691" y="37060"/>
                </a:lnTo>
                <a:lnTo>
                  <a:pt x="1209845" y="48316"/>
                </a:lnTo>
                <a:lnTo>
                  <a:pt x="1162374" y="61037"/>
                </a:lnTo>
                <a:lnTo>
                  <a:pt x="1115313" y="75215"/>
                </a:lnTo>
                <a:lnTo>
                  <a:pt x="1068697" y="90842"/>
                </a:lnTo>
                <a:lnTo>
                  <a:pt x="1022560" y="107908"/>
                </a:lnTo>
                <a:lnTo>
                  <a:pt x="976937" y="126407"/>
                </a:lnTo>
                <a:lnTo>
                  <a:pt x="931862" y="146329"/>
                </a:lnTo>
                <a:lnTo>
                  <a:pt x="887371" y="167667"/>
                </a:lnTo>
                <a:lnTo>
                  <a:pt x="843498" y="190411"/>
                </a:lnTo>
                <a:lnTo>
                  <a:pt x="800277" y="214553"/>
                </a:lnTo>
                <a:lnTo>
                  <a:pt x="757766" y="239965"/>
                </a:lnTo>
                <a:lnTo>
                  <a:pt x="716138" y="266629"/>
                </a:lnTo>
                <a:lnTo>
                  <a:pt x="675419" y="294523"/>
                </a:lnTo>
                <a:lnTo>
                  <a:pt x="635633" y="323621"/>
                </a:lnTo>
                <a:lnTo>
                  <a:pt x="596805" y="353899"/>
                </a:lnTo>
                <a:lnTo>
                  <a:pt x="558959" y="385332"/>
                </a:lnTo>
                <a:lnTo>
                  <a:pt x="522121" y="417895"/>
                </a:lnTo>
                <a:lnTo>
                  <a:pt x="486314" y="451564"/>
                </a:lnTo>
                <a:lnTo>
                  <a:pt x="451564" y="486314"/>
                </a:lnTo>
                <a:lnTo>
                  <a:pt x="417895" y="522121"/>
                </a:lnTo>
                <a:lnTo>
                  <a:pt x="385332" y="558959"/>
                </a:lnTo>
                <a:lnTo>
                  <a:pt x="353899" y="596805"/>
                </a:lnTo>
                <a:lnTo>
                  <a:pt x="323621" y="635633"/>
                </a:lnTo>
                <a:lnTo>
                  <a:pt x="294523" y="675419"/>
                </a:lnTo>
                <a:lnTo>
                  <a:pt x="266629" y="716138"/>
                </a:lnTo>
                <a:lnTo>
                  <a:pt x="239965" y="757766"/>
                </a:lnTo>
                <a:lnTo>
                  <a:pt x="214553" y="800277"/>
                </a:lnTo>
                <a:lnTo>
                  <a:pt x="190411" y="843498"/>
                </a:lnTo>
                <a:lnTo>
                  <a:pt x="167667" y="887371"/>
                </a:lnTo>
                <a:lnTo>
                  <a:pt x="146329" y="931862"/>
                </a:lnTo>
                <a:lnTo>
                  <a:pt x="126407" y="976937"/>
                </a:lnTo>
                <a:lnTo>
                  <a:pt x="107908" y="1022560"/>
                </a:lnTo>
                <a:lnTo>
                  <a:pt x="90842" y="1068697"/>
                </a:lnTo>
                <a:lnTo>
                  <a:pt x="75215" y="1115313"/>
                </a:lnTo>
                <a:lnTo>
                  <a:pt x="61037" y="1162374"/>
                </a:lnTo>
                <a:lnTo>
                  <a:pt x="48316" y="1209845"/>
                </a:lnTo>
                <a:lnTo>
                  <a:pt x="37060" y="1257691"/>
                </a:lnTo>
                <a:lnTo>
                  <a:pt x="27278" y="1305877"/>
                </a:lnTo>
                <a:lnTo>
                  <a:pt x="18978" y="1354369"/>
                </a:lnTo>
                <a:lnTo>
                  <a:pt x="12168" y="1403131"/>
                </a:lnTo>
                <a:lnTo>
                  <a:pt x="6857" y="1452131"/>
                </a:lnTo>
                <a:lnTo>
                  <a:pt x="3053" y="1501332"/>
                </a:lnTo>
                <a:lnTo>
                  <a:pt x="764" y="1550699"/>
                </a:lnTo>
                <a:lnTo>
                  <a:pt x="0" y="1600200"/>
                </a:lnTo>
                <a:lnTo>
                  <a:pt x="764" y="1649698"/>
                </a:lnTo>
                <a:lnTo>
                  <a:pt x="3053" y="1699065"/>
                </a:lnTo>
                <a:lnTo>
                  <a:pt x="6857" y="1748266"/>
                </a:lnTo>
                <a:lnTo>
                  <a:pt x="12168" y="1797267"/>
                </a:lnTo>
                <a:lnTo>
                  <a:pt x="18978" y="1846034"/>
                </a:lnTo>
                <a:lnTo>
                  <a:pt x="27278" y="1894532"/>
                </a:lnTo>
                <a:lnTo>
                  <a:pt x="37060" y="1942728"/>
                </a:lnTo>
                <a:lnTo>
                  <a:pt x="48316" y="1990586"/>
                </a:lnTo>
                <a:lnTo>
                  <a:pt x="61037" y="2038073"/>
                </a:lnTo>
                <a:lnTo>
                  <a:pt x="75215" y="2085154"/>
                </a:lnTo>
                <a:lnTo>
                  <a:pt x="90842" y="2131795"/>
                </a:lnTo>
                <a:lnTo>
                  <a:pt x="107908" y="2177962"/>
                </a:lnTo>
                <a:lnTo>
                  <a:pt x="126407" y="2223619"/>
                </a:lnTo>
                <a:lnTo>
                  <a:pt x="146329" y="2268734"/>
                </a:lnTo>
                <a:lnTo>
                  <a:pt x="167667" y="2313272"/>
                </a:lnTo>
                <a:lnTo>
                  <a:pt x="190411" y="2357197"/>
                </a:lnTo>
                <a:lnTo>
                  <a:pt x="214553" y="2400477"/>
                </a:lnTo>
                <a:lnTo>
                  <a:pt x="239965" y="2442930"/>
                </a:lnTo>
                <a:lnTo>
                  <a:pt x="266629" y="2484505"/>
                </a:lnTo>
                <a:lnTo>
                  <a:pt x="294523" y="2525178"/>
                </a:lnTo>
                <a:lnTo>
                  <a:pt x="323621" y="2564923"/>
                </a:lnTo>
                <a:lnTo>
                  <a:pt x="353899" y="2603717"/>
                </a:lnTo>
                <a:lnTo>
                  <a:pt x="385332" y="2641532"/>
                </a:lnTo>
                <a:lnTo>
                  <a:pt x="417895" y="2678346"/>
                </a:lnTo>
                <a:lnTo>
                  <a:pt x="451564" y="2714132"/>
                </a:lnTo>
                <a:lnTo>
                  <a:pt x="486314" y="2748865"/>
                </a:lnTo>
                <a:lnTo>
                  <a:pt x="522121" y="2782521"/>
                </a:lnTo>
                <a:lnTo>
                  <a:pt x="558959" y="2815074"/>
                </a:lnTo>
                <a:lnTo>
                  <a:pt x="596805" y="2846499"/>
                </a:lnTo>
                <a:lnTo>
                  <a:pt x="611142" y="2857677"/>
                </a:lnTo>
                <a:lnTo>
                  <a:pt x="1828800" y="2857677"/>
                </a:lnTo>
                <a:lnTo>
                  <a:pt x="1828800" y="16572"/>
                </a:lnTo>
                <a:lnTo>
                  <a:pt x="1797262" y="12168"/>
                </a:lnTo>
                <a:lnTo>
                  <a:pt x="1748264" y="6857"/>
                </a:lnTo>
                <a:lnTo>
                  <a:pt x="1699064" y="3053"/>
                </a:lnTo>
                <a:lnTo>
                  <a:pt x="1649698" y="764"/>
                </a:lnTo>
                <a:lnTo>
                  <a:pt x="1600200" y="0"/>
                </a:lnTo>
                <a:close/>
              </a:path>
            </a:pathLst>
          </a:custGeom>
          <a:solidFill>
            <a:srgbClr val="D97757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314844" y="2285646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1600200"/>
                </a:moveTo>
                <a:lnTo>
                  <a:pt x="764" y="1550699"/>
                </a:lnTo>
                <a:lnTo>
                  <a:pt x="3053" y="1501332"/>
                </a:lnTo>
                <a:lnTo>
                  <a:pt x="6857" y="1452131"/>
                </a:lnTo>
                <a:lnTo>
                  <a:pt x="12168" y="1403131"/>
                </a:lnTo>
                <a:lnTo>
                  <a:pt x="18978" y="1354369"/>
                </a:lnTo>
                <a:lnTo>
                  <a:pt x="27278" y="1305877"/>
                </a:lnTo>
                <a:lnTo>
                  <a:pt x="37060" y="1257691"/>
                </a:lnTo>
                <a:lnTo>
                  <a:pt x="48316" y="1209845"/>
                </a:lnTo>
                <a:lnTo>
                  <a:pt x="61037" y="1162374"/>
                </a:lnTo>
                <a:lnTo>
                  <a:pt x="75215" y="1115313"/>
                </a:lnTo>
                <a:lnTo>
                  <a:pt x="90842" y="1068697"/>
                </a:lnTo>
                <a:lnTo>
                  <a:pt x="107908" y="1022560"/>
                </a:lnTo>
                <a:lnTo>
                  <a:pt x="126407" y="976937"/>
                </a:lnTo>
                <a:lnTo>
                  <a:pt x="146329" y="931862"/>
                </a:lnTo>
                <a:lnTo>
                  <a:pt x="167667" y="887371"/>
                </a:lnTo>
                <a:lnTo>
                  <a:pt x="190411" y="843498"/>
                </a:lnTo>
                <a:lnTo>
                  <a:pt x="214553" y="800277"/>
                </a:lnTo>
                <a:lnTo>
                  <a:pt x="239965" y="757766"/>
                </a:lnTo>
                <a:lnTo>
                  <a:pt x="266629" y="716138"/>
                </a:lnTo>
                <a:lnTo>
                  <a:pt x="294523" y="675419"/>
                </a:lnTo>
                <a:lnTo>
                  <a:pt x="323621" y="635633"/>
                </a:lnTo>
                <a:lnTo>
                  <a:pt x="353899" y="596805"/>
                </a:lnTo>
                <a:lnTo>
                  <a:pt x="385332" y="558959"/>
                </a:lnTo>
                <a:lnTo>
                  <a:pt x="417895" y="522121"/>
                </a:lnTo>
                <a:lnTo>
                  <a:pt x="451564" y="486314"/>
                </a:lnTo>
                <a:lnTo>
                  <a:pt x="486314" y="451564"/>
                </a:lnTo>
                <a:lnTo>
                  <a:pt x="522121" y="417895"/>
                </a:lnTo>
                <a:lnTo>
                  <a:pt x="558959" y="385332"/>
                </a:lnTo>
                <a:lnTo>
                  <a:pt x="596805" y="353899"/>
                </a:lnTo>
                <a:lnTo>
                  <a:pt x="635633" y="323621"/>
                </a:lnTo>
                <a:lnTo>
                  <a:pt x="675419" y="294523"/>
                </a:lnTo>
                <a:lnTo>
                  <a:pt x="716138" y="266629"/>
                </a:lnTo>
                <a:lnTo>
                  <a:pt x="757766" y="239965"/>
                </a:lnTo>
                <a:lnTo>
                  <a:pt x="800277" y="214553"/>
                </a:lnTo>
                <a:lnTo>
                  <a:pt x="843498" y="190411"/>
                </a:lnTo>
                <a:lnTo>
                  <a:pt x="887371" y="167667"/>
                </a:lnTo>
                <a:lnTo>
                  <a:pt x="931862" y="146329"/>
                </a:lnTo>
                <a:lnTo>
                  <a:pt x="976937" y="126407"/>
                </a:lnTo>
                <a:lnTo>
                  <a:pt x="1022560" y="107908"/>
                </a:lnTo>
                <a:lnTo>
                  <a:pt x="1068697" y="90842"/>
                </a:lnTo>
                <a:lnTo>
                  <a:pt x="1115313" y="75215"/>
                </a:lnTo>
                <a:lnTo>
                  <a:pt x="1162374" y="61037"/>
                </a:lnTo>
                <a:lnTo>
                  <a:pt x="1209845" y="48316"/>
                </a:lnTo>
                <a:lnTo>
                  <a:pt x="1257691" y="37060"/>
                </a:lnTo>
                <a:lnTo>
                  <a:pt x="1305877" y="27278"/>
                </a:lnTo>
                <a:lnTo>
                  <a:pt x="1354369" y="18978"/>
                </a:lnTo>
                <a:lnTo>
                  <a:pt x="1403131" y="12168"/>
                </a:lnTo>
                <a:lnTo>
                  <a:pt x="1452131" y="6857"/>
                </a:lnTo>
                <a:lnTo>
                  <a:pt x="1501332" y="3053"/>
                </a:lnTo>
                <a:lnTo>
                  <a:pt x="1550699" y="764"/>
                </a:lnTo>
                <a:lnTo>
                  <a:pt x="1600200" y="0"/>
                </a:lnTo>
                <a:lnTo>
                  <a:pt x="1649698" y="764"/>
                </a:lnTo>
                <a:lnTo>
                  <a:pt x="1699064" y="3053"/>
                </a:lnTo>
                <a:lnTo>
                  <a:pt x="1748264" y="6857"/>
                </a:lnTo>
                <a:lnTo>
                  <a:pt x="1797262" y="12168"/>
                </a:lnTo>
                <a:lnTo>
                  <a:pt x="1828800" y="16572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7314844" y="3885846"/>
            <a:ext cx="611505" cy="1257935"/>
          </a:xfrm>
          <a:custGeom>
            <a:avLst/>
            <a:gdLst/>
            <a:ahLst/>
            <a:cxnLst/>
            <a:rect l="l" t="t" r="r" b="b"/>
            <a:pathLst>
              <a:path w="611504" h="1257935">
                <a:moveTo>
                  <a:pt x="611142" y="1257477"/>
                </a:moveTo>
                <a:lnTo>
                  <a:pt x="558959" y="1214874"/>
                </a:lnTo>
                <a:lnTo>
                  <a:pt x="522121" y="1182321"/>
                </a:lnTo>
                <a:lnTo>
                  <a:pt x="486314" y="1148665"/>
                </a:lnTo>
                <a:lnTo>
                  <a:pt x="451564" y="1113932"/>
                </a:lnTo>
                <a:lnTo>
                  <a:pt x="417895" y="1078146"/>
                </a:lnTo>
                <a:lnTo>
                  <a:pt x="385332" y="1041332"/>
                </a:lnTo>
                <a:lnTo>
                  <a:pt x="353899" y="1003517"/>
                </a:lnTo>
                <a:lnTo>
                  <a:pt x="323621" y="964723"/>
                </a:lnTo>
                <a:lnTo>
                  <a:pt x="294523" y="924978"/>
                </a:lnTo>
                <a:lnTo>
                  <a:pt x="266629" y="884305"/>
                </a:lnTo>
                <a:lnTo>
                  <a:pt x="239965" y="842730"/>
                </a:lnTo>
                <a:lnTo>
                  <a:pt x="214553" y="800277"/>
                </a:lnTo>
                <a:lnTo>
                  <a:pt x="190411" y="756997"/>
                </a:lnTo>
                <a:lnTo>
                  <a:pt x="167667" y="713072"/>
                </a:lnTo>
                <a:lnTo>
                  <a:pt x="146329" y="668534"/>
                </a:lnTo>
                <a:lnTo>
                  <a:pt x="126407" y="623419"/>
                </a:lnTo>
                <a:lnTo>
                  <a:pt x="107908" y="577762"/>
                </a:lnTo>
                <a:lnTo>
                  <a:pt x="90842" y="531595"/>
                </a:lnTo>
                <a:lnTo>
                  <a:pt x="75215" y="484954"/>
                </a:lnTo>
                <a:lnTo>
                  <a:pt x="61037" y="437873"/>
                </a:lnTo>
                <a:lnTo>
                  <a:pt x="48316" y="390386"/>
                </a:lnTo>
                <a:lnTo>
                  <a:pt x="37060" y="342528"/>
                </a:lnTo>
                <a:lnTo>
                  <a:pt x="27278" y="294332"/>
                </a:lnTo>
                <a:lnTo>
                  <a:pt x="18978" y="245834"/>
                </a:lnTo>
                <a:lnTo>
                  <a:pt x="12168" y="197067"/>
                </a:lnTo>
                <a:lnTo>
                  <a:pt x="6857" y="148066"/>
                </a:lnTo>
                <a:lnTo>
                  <a:pt x="3053" y="98865"/>
                </a:lnTo>
                <a:lnTo>
                  <a:pt x="764" y="49498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1325640"/>
            <a:ext cx="8255711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144" y="1325640"/>
            <a:ext cx="8255711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36558" y="4907961"/>
            <a:ext cx="167004" cy="140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573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95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510516"/>
            <a:ext cx="102870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DB1C2E"/>
                </a:solidFill>
                <a:latin typeface="Calibri"/>
                <a:cs typeface="Calibri"/>
              </a:rPr>
              <a:t>R  E  M  A  X</a:t>
            </a:r>
            <a:r>
              <a:rPr sz="1400" b="1" spc="-80" dirty="0">
                <a:solidFill>
                  <a:srgbClr val="DB1C2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9706" y="510516"/>
            <a:ext cx="996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  L  A  U  D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478116"/>
            <a:ext cx="8862508" cy="1890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55" dirty="0">
                <a:solidFill>
                  <a:srgbClr val="FFFFFF"/>
                </a:solidFill>
                <a:latin typeface="Calibri"/>
                <a:cs typeface="Calibri"/>
              </a:rPr>
              <a:t>Tu </a:t>
            </a:r>
            <a:r>
              <a:rPr sz="2200" i="1" spc="-10" dirty="0">
                <a:solidFill>
                  <a:srgbClr val="FFFFFF"/>
                </a:solidFill>
                <a:latin typeface="Calibri"/>
                <a:cs typeface="Calibri"/>
              </a:rPr>
              <a:t>nuevo </a:t>
            </a:r>
            <a:r>
              <a:rPr sz="2200" i="1" spc="-5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22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i="1" spc="-15" dirty="0">
                <a:solidFill>
                  <a:srgbClr val="FFFFFF"/>
                </a:solidFill>
                <a:latin typeface="Calibri"/>
                <a:cs typeface="Calibri"/>
              </a:rPr>
              <a:t>inteligente.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D97757"/>
                </a:solidFill>
                <a:latin typeface="Calibri"/>
                <a:cs typeface="Calibri"/>
              </a:rPr>
              <a:t>Claude </a:t>
            </a:r>
            <a:r>
              <a:rPr sz="4000" b="1" spc="-30" dirty="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sz="4000" b="1" spc="-25" dirty="0" err="1">
                <a:solidFill>
                  <a:srgbClr val="FFFFFF"/>
                </a:solidFill>
                <a:latin typeface="Calibri"/>
                <a:cs typeface="Calibri"/>
              </a:rPr>
              <a:t>Agentes</a:t>
            </a:r>
            <a:r>
              <a:rPr sz="40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DB1C2E"/>
                </a:solidFill>
                <a:latin typeface="Calibri"/>
                <a:cs typeface="Calibri"/>
              </a:rPr>
              <a:t>REMAX</a:t>
            </a:r>
            <a:r>
              <a:rPr lang="es-AR" sz="4000" b="1" spc="-5" dirty="0">
                <a:solidFill>
                  <a:srgbClr val="DB1C2E"/>
                </a:solidFill>
                <a:latin typeface="Calibri"/>
                <a:cs typeface="Calibri"/>
              </a:rPr>
              <a:t> VENDIMIA</a:t>
            </a:r>
            <a:endParaRPr sz="4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9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Capacitación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práctica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Cómo usar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vender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más,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mejor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 más</a:t>
            </a:r>
            <a:r>
              <a:rPr sz="14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rápido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6844" y="3680284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271" y="0"/>
                </a:lnTo>
              </a:path>
            </a:pathLst>
          </a:custGeom>
          <a:ln w="45364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3657601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40" h="45720">
                <a:moveTo>
                  <a:pt x="274320" y="45364"/>
                </a:moveTo>
                <a:lnTo>
                  <a:pt x="0" y="45364"/>
                </a:lnTo>
                <a:lnTo>
                  <a:pt x="0" y="0"/>
                </a:lnTo>
                <a:lnTo>
                  <a:pt x="548271" y="0"/>
                </a:lnTo>
                <a:lnTo>
                  <a:pt x="548271" y="45364"/>
                </a:lnTo>
                <a:lnTo>
                  <a:pt x="274320" y="45364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4144" y="4769728"/>
            <a:ext cx="942975" cy="17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Versión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1.0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311340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Qué </a:t>
            </a:r>
            <a:r>
              <a:rPr sz="2800" spc="-15" dirty="0">
                <a:solidFill>
                  <a:srgbClr val="003DA4"/>
                </a:solidFill>
              </a:rPr>
              <a:t>vamos </a:t>
            </a:r>
            <a:r>
              <a:rPr sz="2800" dirty="0">
                <a:solidFill>
                  <a:srgbClr val="003DA4"/>
                </a:solidFill>
              </a:rPr>
              <a:t>a </a:t>
            </a:r>
            <a:r>
              <a:rPr sz="2800" spc="-15" dirty="0">
                <a:solidFill>
                  <a:srgbClr val="003DA4"/>
                </a:solidFill>
              </a:rPr>
              <a:t>ver</a:t>
            </a:r>
            <a:r>
              <a:rPr sz="2800" spc="-60" dirty="0">
                <a:solidFill>
                  <a:srgbClr val="003DA4"/>
                </a:solidFill>
              </a:rPr>
              <a:t> </a:t>
            </a:r>
            <a:r>
              <a:rPr sz="2800" spc="-10" dirty="0">
                <a:solidFill>
                  <a:srgbClr val="003DA4"/>
                </a:solidFill>
              </a:rPr>
              <a:t>hoy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Una hoja de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ruta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clara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antes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de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arrancar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144" y="150852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DA4"/>
                </a:solidFill>
                <a:latin typeface="Calibri"/>
                <a:cs typeface="Calibri"/>
              </a:rPr>
              <a:t>01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764" y="15084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9764" y="15084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59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20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20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3873" y="1591197"/>
            <a:ext cx="138430" cy="201295"/>
          </a:xfrm>
          <a:custGeom>
            <a:avLst/>
            <a:gdLst/>
            <a:ahLst/>
            <a:cxnLst/>
            <a:rect l="l" t="t" r="r" b="b"/>
            <a:pathLst>
              <a:path w="138430" h="201294">
                <a:moveTo>
                  <a:pt x="100444" y="163080"/>
                </a:moveTo>
                <a:lnTo>
                  <a:pt x="37807" y="163080"/>
                </a:lnTo>
                <a:lnTo>
                  <a:pt x="37807" y="180721"/>
                </a:lnTo>
                <a:lnTo>
                  <a:pt x="38531" y="183248"/>
                </a:lnTo>
                <a:lnTo>
                  <a:pt x="39966" y="185038"/>
                </a:lnTo>
                <a:lnTo>
                  <a:pt x="46443" y="195122"/>
                </a:lnTo>
                <a:lnTo>
                  <a:pt x="47523" y="196926"/>
                </a:lnTo>
                <a:lnTo>
                  <a:pt x="48971" y="198361"/>
                </a:lnTo>
                <a:lnTo>
                  <a:pt x="50761" y="199085"/>
                </a:lnTo>
                <a:lnTo>
                  <a:pt x="52565" y="200164"/>
                </a:lnTo>
                <a:lnTo>
                  <a:pt x="54724" y="200888"/>
                </a:lnTo>
                <a:lnTo>
                  <a:pt x="83527" y="200888"/>
                </a:lnTo>
                <a:lnTo>
                  <a:pt x="85686" y="200164"/>
                </a:lnTo>
                <a:lnTo>
                  <a:pt x="87490" y="199085"/>
                </a:lnTo>
                <a:lnTo>
                  <a:pt x="89281" y="198361"/>
                </a:lnTo>
                <a:lnTo>
                  <a:pt x="90728" y="196926"/>
                </a:lnTo>
                <a:lnTo>
                  <a:pt x="91808" y="195122"/>
                </a:lnTo>
                <a:lnTo>
                  <a:pt x="98285" y="185038"/>
                </a:lnTo>
                <a:lnTo>
                  <a:pt x="98640" y="185038"/>
                </a:lnTo>
                <a:lnTo>
                  <a:pt x="98640" y="184683"/>
                </a:lnTo>
                <a:lnTo>
                  <a:pt x="100088" y="182524"/>
                </a:lnTo>
                <a:lnTo>
                  <a:pt x="100385" y="180721"/>
                </a:lnTo>
                <a:lnTo>
                  <a:pt x="100444" y="163080"/>
                </a:lnTo>
                <a:close/>
              </a:path>
              <a:path w="138430" h="201294">
                <a:moveTo>
                  <a:pt x="68770" y="0"/>
                </a:moveTo>
                <a:lnTo>
                  <a:pt x="41164" y="5637"/>
                </a:lnTo>
                <a:lnTo>
                  <a:pt x="19397" y="20794"/>
                </a:lnTo>
                <a:lnTo>
                  <a:pt x="5125" y="42835"/>
                </a:lnTo>
                <a:lnTo>
                  <a:pt x="0" y="69126"/>
                </a:lnTo>
                <a:lnTo>
                  <a:pt x="1182" y="81779"/>
                </a:lnTo>
                <a:lnTo>
                  <a:pt x="4594" y="93694"/>
                </a:lnTo>
                <a:lnTo>
                  <a:pt x="10029" y="104666"/>
                </a:lnTo>
                <a:lnTo>
                  <a:pt x="17284" y="114490"/>
                </a:lnTo>
                <a:lnTo>
                  <a:pt x="22666" y="121428"/>
                </a:lnTo>
                <a:lnTo>
                  <a:pt x="28489" y="130324"/>
                </a:lnTo>
                <a:lnTo>
                  <a:pt x="33840" y="140300"/>
                </a:lnTo>
                <a:lnTo>
                  <a:pt x="37807" y="150482"/>
                </a:lnTo>
                <a:lnTo>
                  <a:pt x="37807" y="150850"/>
                </a:lnTo>
                <a:lnTo>
                  <a:pt x="100444" y="150850"/>
                </a:lnTo>
                <a:lnTo>
                  <a:pt x="100444" y="150482"/>
                </a:lnTo>
                <a:lnTo>
                  <a:pt x="104411" y="140300"/>
                </a:lnTo>
                <a:lnTo>
                  <a:pt x="109762" y="130324"/>
                </a:lnTo>
                <a:lnTo>
                  <a:pt x="115585" y="121428"/>
                </a:lnTo>
                <a:lnTo>
                  <a:pt x="120967" y="114490"/>
                </a:lnTo>
                <a:lnTo>
                  <a:pt x="128222" y="104666"/>
                </a:lnTo>
                <a:lnTo>
                  <a:pt x="133657" y="93694"/>
                </a:lnTo>
                <a:lnTo>
                  <a:pt x="137069" y="81779"/>
                </a:lnTo>
                <a:lnTo>
                  <a:pt x="137680" y="75247"/>
                </a:lnTo>
                <a:lnTo>
                  <a:pt x="28092" y="75247"/>
                </a:lnTo>
                <a:lnTo>
                  <a:pt x="25209" y="72364"/>
                </a:lnTo>
                <a:lnTo>
                  <a:pt x="25209" y="69126"/>
                </a:lnTo>
                <a:lnTo>
                  <a:pt x="28679" y="52089"/>
                </a:lnTo>
                <a:lnTo>
                  <a:pt x="38123" y="38123"/>
                </a:lnTo>
                <a:lnTo>
                  <a:pt x="52089" y="28679"/>
                </a:lnTo>
                <a:lnTo>
                  <a:pt x="69126" y="25209"/>
                </a:lnTo>
                <a:lnTo>
                  <a:pt x="121308" y="25209"/>
                </a:lnTo>
                <a:lnTo>
                  <a:pt x="117956" y="20251"/>
                </a:lnTo>
                <a:lnTo>
                  <a:pt x="95877" y="5434"/>
                </a:lnTo>
                <a:lnTo>
                  <a:pt x="68770" y="0"/>
                </a:lnTo>
                <a:close/>
              </a:path>
              <a:path w="138430" h="201294">
                <a:moveTo>
                  <a:pt x="121308" y="25209"/>
                </a:moveTo>
                <a:lnTo>
                  <a:pt x="72720" y="25209"/>
                </a:lnTo>
                <a:lnTo>
                  <a:pt x="75247" y="28079"/>
                </a:lnTo>
                <a:lnTo>
                  <a:pt x="75247" y="34925"/>
                </a:lnTo>
                <a:lnTo>
                  <a:pt x="72720" y="37807"/>
                </a:lnTo>
                <a:lnTo>
                  <a:pt x="69126" y="37807"/>
                </a:lnTo>
                <a:lnTo>
                  <a:pt x="56940" y="40270"/>
                </a:lnTo>
                <a:lnTo>
                  <a:pt x="46985" y="46985"/>
                </a:lnTo>
                <a:lnTo>
                  <a:pt x="40270" y="56940"/>
                </a:lnTo>
                <a:lnTo>
                  <a:pt x="37807" y="69126"/>
                </a:lnTo>
                <a:lnTo>
                  <a:pt x="37807" y="72364"/>
                </a:lnTo>
                <a:lnTo>
                  <a:pt x="34925" y="75247"/>
                </a:lnTo>
                <a:lnTo>
                  <a:pt x="137680" y="75247"/>
                </a:lnTo>
                <a:lnTo>
                  <a:pt x="138252" y="69126"/>
                </a:lnTo>
                <a:lnTo>
                  <a:pt x="132812" y="42224"/>
                </a:lnTo>
                <a:lnTo>
                  <a:pt x="121308" y="25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4264" y="1481279"/>
            <a:ext cx="279971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Qué es Claude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por qué lo</a:t>
            </a:r>
            <a:r>
              <a:rPr sz="1200" b="1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usamos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Diferencias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con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otras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IAs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casos de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éxito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en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inmobiliaria.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0384" y="150852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DB1C2E"/>
                </a:solidFill>
                <a:latin typeface="Calibri"/>
                <a:cs typeface="Calibri"/>
              </a:rPr>
              <a:t>02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66004" y="15084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66004" y="15084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60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20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20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74360" y="1591566"/>
            <a:ext cx="149860" cy="200660"/>
          </a:xfrm>
          <a:custGeom>
            <a:avLst/>
            <a:gdLst/>
            <a:ahLst/>
            <a:cxnLst/>
            <a:rect l="l" t="t" r="r" b="b"/>
            <a:pathLst>
              <a:path w="149860" h="200660">
                <a:moveTo>
                  <a:pt x="87477" y="0"/>
                </a:moveTo>
                <a:lnTo>
                  <a:pt x="3962" y="0"/>
                </a:lnTo>
                <a:lnTo>
                  <a:pt x="0" y="4318"/>
                </a:lnTo>
                <a:lnTo>
                  <a:pt x="0" y="195834"/>
                </a:lnTo>
                <a:lnTo>
                  <a:pt x="3962" y="200151"/>
                </a:lnTo>
                <a:lnTo>
                  <a:pt x="145796" y="200151"/>
                </a:lnTo>
                <a:lnTo>
                  <a:pt x="149758" y="195834"/>
                </a:lnTo>
                <a:lnTo>
                  <a:pt x="149758" y="162712"/>
                </a:lnTo>
                <a:lnTo>
                  <a:pt x="27724" y="162712"/>
                </a:lnTo>
                <a:lnTo>
                  <a:pt x="24841" y="159842"/>
                </a:lnTo>
                <a:lnTo>
                  <a:pt x="24841" y="152996"/>
                </a:lnTo>
                <a:lnTo>
                  <a:pt x="27724" y="150113"/>
                </a:lnTo>
                <a:lnTo>
                  <a:pt x="37795" y="150113"/>
                </a:lnTo>
                <a:lnTo>
                  <a:pt x="39598" y="149034"/>
                </a:lnTo>
                <a:lnTo>
                  <a:pt x="39954" y="147231"/>
                </a:lnTo>
                <a:lnTo>
                  <a:pt x="47155" y="125641"/>
                </a:lnTo>
                <a:lnTo>
                  <a:pt x="48602" y="122034"/>
                </a:lnTo>
                <a:lnTo>
                  <a:pt x="52197" y="119519"/>
                </a:lnTo>
                <a:lnTo>
                  <a:pt x="149758" y="119519"/>
                </a:lnTo>
                <a:lnTo>
                  <a:pt x="149758" y="62636"/>
                </a:lnTo>
                <a:lnTo>
                  <a:pt x="26276" y="62636"/>
                </a:lnTo>
                <a:lnTo>
                  <a:pt x="24841" y="61201"/>
                </a:lnTo>
                <a:lnTo>
                  <a:pt x="24841" y="51473"/>
                </a:lnTo>
                <a:lnTo>
                  <a:pt x="26276" y="50037"/>
                </a:lnTo>
                <a:lnTo>
                  <a:pt x="87477" y="50037"/>
                </a:lnTo>
                <a:lnTo>
                  <a:pt x="87477" y="37439"/>
                </a:lnTo>
                <a:lnTo>
                  <a:pt x="26276" y="37439"/>
                </a:lnTo>
                <a:lnTo>
                  <a:pt x="24841" y="35991"/>
                </a:lnTo>
                <a:lnTo>
                  <a:pt x="24841" y="26276"/>
                </a:lnTo>
                <a:lnTo>
                  <a:pt x="26276" y="25196"/>
                </a:lnTo>
                <a:lnTo>
                  <a:pt x="87477" y="25196"/>
                </a:lnTo>
                <a:lnTo>
                  <a:pt x="87477" y="0"/>
                </a:lnTo>
                <a:close/>
              </a:path>
              <a:path w="149860" h="200660">
                <a:moveTo>
                  <a:pt x="56159" y="138595"/>
                </a:moveTo>
                <a:lnTo>
                  <a:pt x="51841" y="151193"/>
                </a:lnTo>
                <a:lnTo>
                  <a:pt x="49682" y="158038"/>
                </a:lnTo>
                <a:lnTo>
                  <a:pt x="43205" y="162712"/>
                </a:lnTo>
                <a:lnTo>
                  <a:pt x="68033" y="162712"/>
                </a:lnTo>
                <a:lnTo>
                  <a:pt x="65519" y="162356"/>
                </a:lnTo>
                <a:lnTo>
                  <a:pt x="63360" y="160553"/>
                </a:lnTo>
                <a:lnTo>
                  <a:pt x="56159" y="138595"/>
                </a:lnTo>
                <a:close/>
              </a:path>
              <a:path w="149860" h="200660">
                <a:moveTo>
                  <a:pt x="83883" y="150837"/>
                </a:moveTo>
                <a:lnTo>
                  <a:pt x="78473" y="150837"/>
                </a:lnTo>
                <a:lnTo>
                  <a:pt x="77038" y="152996"/>
                </a:lnTo>
                <a:lnTo>
                  <a:pt x="74155" y="159118"/>
                </a:lnTo>
                <a:lnTo>
                  <a:pt x="74155" y="159473"/>
                </a:lnTo>
                <a:lnTo>
                  <a:pt x="73444" y="160553"/>
                </a:lnTo>
                <a:lnTo>
                  <a:pt x="72720" y="161277"/>
                </a:lnTo>
                <a:lnTo>
                  <a:pt x="71640" y="161632"/>
                </a:lnTo>
                <a:lnTo>
                  <a:pt x="70916" y="162356"/>
                </a:lnTo>
                <a:lnTo>
                  <a:pt x="69837" y="162712"/>
                </a:lnTo>
                <a:lnTo>
                  <a:pt x="93599" y="162712"/>
                </a:lnTo>
                <a:lnTo>
                  <a:pt x="87833" y="159118"/>
                </a:lnTo>
                <a:lnTo>
                  <a:pt x="84963" y="153352"/>
                </a:lnTo>
                <a:lnTo>
                  <a:pt x="83883" y="150837"/>
                </a:lnTo>
                <a:close/>
              </a:path>
              <a:path w="149860" h="200660">
                <a:moveTo>
                  <a:pt x="149758" y="138957"/>
                </a:moveTo>
                <a:lnTo>
                  <a:pt x="84418" y="138957"/>
                </a:lnTo>
                <a:lnTo>
                  <a:pt x="91211" y="141894"/>
                </a:lnTo>
                <a:lnTo>
                  <a:pt x="96113" y="147599"/>
                </a:lnTo>
                <a:lnTo>
                  <a:pt x="97193" y="149034"/>
                </a:lnTo>
                <a:lnTo>
                  <a:pt x="98640" y="150113"/>
                </a:lnTo>
                <a:lnTo>
                  <a:pt x="122034" y="150113"/>
                </a:lnTo>
                <a:lnTo>
                  <a:pt x="124917" y="152996"/>
                </a:lnTo>
                <a:lnTo>
                  <a:pt x="124917" y="159842"/>
                </a:lnTo>
                <a:lnTo>
                  <a:pt x="122034" y="162712"/>
                </a:lnTo>
                <a:lnTo>
                  <a:pt x="149758" y="162712"/>
                </a:lnTo>
                <a:lnTo>
                  <a:pt x="149758" y="138957"/>
                </a:lnTo>
                <a:close/>
              </a:path>
              <a:path w="149860" h="200660">
                <a:moveTo>
                  <a:pt x="149758" y="119519"/>
                </a:moveTo>
                <a:lnTo>
                  <a:pt x="60121" y="119519"/>
                </a:lnTo>
                <a:lnTo>
                  <a:pt x="63715" y="122034"/>
                </a:lnTo>
                <a:lnTo>
                  <a:pt x="65163" y="125641"/>
                </a:lnTo>
                <a:lnTo>
                  <a:pt x="70561" y="142201"/>
                </a:lnTo>
                <a:lnTo>
                  <a:pt x="77084" y="138991"/>
                </a:lnTo>
                <a:lnTo>
                  <a:pt x="149758" y="138957"/>
                </a:lnTo>
                <a:lnTo>
                  <a:pt x="149758" y="119519"/>
                </a:lnTo>
                <a:close/>
              </a:path>
              <a:path w="149860" h="200660">
                <a:moveTo>
                  <a:pt x="87477" y="50037"/>
                </a:moveTo>
                <a:lnTo>
                  <a:pt x="60833" y="50037"/>
                </a:lnTo>
                <a:lnTo>
                  <a:pt x="62280" y="51473"/>
                </a:lnTo>
                <a:lnTo>
                  <a:pt x="62280" y="61201"/>
                </a:lnTo>
                <a:lnTo>
                  <a:pt x="60833" y="62636"/>
                </a:lnTo>
                <a:lnTo>
                  <a:pt x="91440" y="62636"/>
                </a:lnTo>
                <a:lnTo>
                  <a:pt x="87477" y="58318"/>
                </a:lnTo>
                <a:lnTo>
                  <a:pt x="87477" y="50037"/>
                </a:lnTo>
                <a:close/>
              </a:path>
              <a:path w="149860" h="200660">
                <a:moveTo>
                  <a:pt x="104762" y="0"/>
                </a:moveTo>
                <a:lnTo>
                  <a:pt x="99720" y="0"/>
                </a:lnTo>
                <a:lnTo>
                  <a:pt x="99720" y="50037"/>
                </a:lnTo>
                <a:lnTo>
                  <a:pt x="149758" y="50037"/>
                </a:lnTo>
                <a:lnTo>
                  <a:pt x="149758" y="45351"/>
                </a:lnTo>
                <a:lnTo>
                  <a:pt x="149034" y="42837"/>
                </a:lnTo>
                <a:lnTo>
                  <a:pt x="107276" y="1079"/>
                </a:lnTo>
                <a:lnTo>
                  <a:pt x="104762" y="0"/>
                </a:lnTo>
                <a:close/>
              </a:path>
              <a:path w="149860" h="200660">
                <a:moveTo>
                  <a:pt x="87477" y="25196"/>
                </a:moveTo>
                <a:lnTo>
                  <a:pt x="60833" y="25196"/>
                </a:lnTo>
                <a:lnTo>
                  <a:pt x="62280" y="26276"/>
                </a:lnTo>
                <a:lnTo>
                  <a:pt x="62280" y="35991"/>
                </a:lnTo>
                <a:lnTo>
                  <a:pt x="60833" y="37439"/>
                </a:lnTo>
                <a:lnTo>
                  <a:pt x="87477" y="37439"/>
                </a:lnTo>
                <a:lnTo>
                  <a:pt x="87477" y="25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10504" y="1481279"/>
            <a:ext cx="302958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Lectura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escrituras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documentos</a:t>
            </a:r>
            <a:r>
              <a:rPr sz="1200" b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legales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Analizar escrituras, boletos, reglamentos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títulos en</a:t>
            </a:r>
            <a:r>
              <a:rPr sz="950" spc="6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minutos.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144" y="228576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D97757"/>
                </a:solidFill>
                <a:latin typeface="Calibri"/>
                <a:cs typeface="Calibri"/>
              </a:rPr>
              <a:t>03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9764" y="228564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39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9764" y="228564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39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39"/>
                </a:lnTo>
                <a:lnTo>
                  <a:pt x="359594" y="135535"/>
                </a:lnTo>
                <a:lnTo>
                  <a:pt x="365759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2924" y="2394002"/>
            <a:ext cx="200660" cy="149860"/>
          </a:xfrm>
          <a:custGeom>
            <a:avLst/>
            <a:gdLst/>
            <a:ahLst/>
            <a:cxnLst/>
            <a:rect l="l" t="t" r="r" b="b"/>
            <a:pathLst>
              <a:path w="200659" h="149860">
                <a:moveTo>
                  <a:pt x="22313" y="0"/>
                </a:moveTo>
                <a:lnTo>
                  <a:pt x="2870" y="0"/>
                </a:lnTo>
                <a:lnTo>
                  <a:pt x="0" y="2514"/>
                </a:lnTo>
                <a:lnTo>
                  <a:pt x="0" y="144360"/>
                </a:lnTo>
                <a:lnTo>
                  <a:pt x="5753" y="149758"/>
                </a:lnTo>
                <a:lnTo>
                  <a:pt x="197281" y="149758"/>
                </a:lnTo>
                <a:lnTo>
                  <a:pt x="200151" y="147243"/>
                </a:lnTo>
                <a:lnTo>
                  <a:pt x="200151" y="127800"/>
                </a:lnTo>
                <a:lnTo>
                  <a:pt x="197281" y="124917"/>
                </a:lnTo>
                <a:lnTo>
                  <a:pt x="25196" y="124917"/>
                </a:lnTo>
                <a:lnTo>
                  <a:pt x="25196" y="2514"/>
                </a:lnTo>
                <a:lnTo>
                  <a:pt x="22313" y="0"/>
                </a:lnTo>
                <a:close/>
              </a:path>
              <a:path w="200659" h="149860">
                <a:moveTo>
                  <a:pt x="110515" y="67678"/>
                </a:moveTo>
                <a:lnTo>
                  <a:pt x="75234" y="67678"/>
                </a:lnTo>
                <a:lnTo>
                  <a:pt x="108712" y="101155"/>
                </a:lnTo>
                <a:lnTo>
                  <a:pt x="116636" y="101155"/>
                </a:lnTo>
                <a:lnTo>
                  <a:pt x="121310" y="96113"/>
                </a:lnTo>
                <a:lnTo>
                  <a:pt x="147845" y="69837"/>
                </a:lnTo>
                <a:lnTo>
                  <a:pt x="112674" y="69837"/>
                </a:lnTo>
                <a:lnTo>
                  <a:pt x="110515" y="67678"/>
                </a:lnTo>
                <a:close/>
              </a:path>
              <a:path w="200659" h="149860">
                <a:moveTo>
                  <a:pt x="79197" y="36004"/>
                </a:moveTo>
                <a:lnTo>
                  <a:pt x="71272" y="36004"/>
                </a:lnTo>
                <a:lnTo>
                  <a:pt x="37071" y="70192"/>
                </a:lnTo>
                <a:lnTo>
                  <a:pt x="37071" y="74155"/>
                </a:lnTo>
                <a:lnTo>
                  <a:pt x="39230" y="76682"/>
                </a:lnTo>
                <a:lnTo>
                  <a:pt x="48234" y="85674"/>
                </a:lnTo>
                <a:lnTo>
                  <a:pt x="50761" y="87833"/>
                </a:lnTo>
                <a:lnTo>
                  <a:pt x="54711" y="87833"/>
                </a:lnTo>
                <a:lnTo>
                  <a:pt x="57238" y="85674"/>
                </a:lnTo>
                <a:lnTo>
                  <a:pt x="75234" y="67678"/>
                </a:lnTo>
                <a:lnTo>
                  <a:pt x="110515" y="67678"/>
                </a:lnTo>
                <a:lnTo>
                  <a:pt x="83870" y="41033"/>
                </a:lnTo>
                <a:lnTo>
                  <a:pt x="79197" y="36004"/>
                </a:lnTo>
                <a:close/>
              </a:path>
              <a:path w="200659" h="149860">
                <a:moveTo>
                  <a:pt x="187553" y="58674"/>
                </a:moveTo>
                <a:lnTo>
                  <a:pt x="159118" y="58674"/>
                </a:lnTo>
                <a:lnTo>
                  <a:pt x="171716" y="71285"/>
                </a:lnTo>
                <a:lnTo>
                  <a:pt x="177469" y="77393"/>
                </a:lnTo>
                <a:lnTo>
                  <a:pt x="187553" y="73075"/>
                </a:lnTo>
                <a:lnTo>
                  <a:pt x="187553" y="58674"/>
                </a:lnTo>
                <a:close/>
              </a:path>
              <a:path w="200659" h="149860">
                <a:moveTo>
                  <a:pt x="184670" y="12242"/>
                </a:moveTo>
                <a:lnTo>
                  <a:pt x="126720" y="12242"/>
                </a:lnTo>
                <a:lnTo>
                  <a:pt x="122758" y="22313"/>
                </a:lnTo>
                <a:lnTo>
                  <a:pt x="128511" y="28435"/>
                </a:lnTo>
                <a:lnTo>
                  <a:pt x="141109" y="41033"/>
                </a:lnTo>
                <a:lnTo>
                  <a:pt x="112674" y="69837"/>
                </a:lnTo>
                <a:lnTo>
                  <a:pt x="147845" y="69837"/>
                </a:lnTo>
                <a:lnTo>
                  <a:pt x="159118" y="58674"/>
                </a:lnTo>
                <a:lnTo>
                  <a:pt x="187553" y="58674"/>
                </a:lnTo>
                <a:lnTo>
                  <a:pt x="187553" y="15112"/>
                </a:lnTo>
                <a:lnTo>
                  <a:pt x="184670" y="12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04264" y="2258519"/>
            <a:ext cx="281432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Investigación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mercado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200" b="1" spc="-1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comparables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5" dirty="0">
                <a:solidFill>
                  <a:srgbClr val="5B6573"/>
                </a:solidFill>
                <a:latin typeface="Calibri"/>
                <a:cs typeface="Calibri"/>
              </a:rPr>
              <a:t>Tasaciones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más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rápidas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análisis de tendencias por</a:t>
            </a:r>
            <a:r>
              <a:rPr sz="950" spc="1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zona.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0384" y="228576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DA4"/>
                </a:solidFill>
                <a:latin typeface="Calibri"/>
                <a:cs typeface="Calibri"/>
              </a:rPr>
              <a:t>04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66004" y="228564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39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66004" y="228564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39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39"/>
                </a:lnTo>
                <a:lnTo>
                  <a:pt x="359594" y="135535"/>
                </a:lnTo>
                <a:lnTo>
                  <a:pt x="365760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49164" y="2379956"/>
            <a:ext cx="200660" cy="179070"/>
          </a:xfrm>
          <a:custGeom>
            <a:avLst/>
            <a:gdLst/>
            <a:ahLst/>
            <a:cxnLst/>
            <a:rect l="l" t="t" r="r" b="b"/>
            <a:pathLst>
              <a:path w="200660" h="179069">
                <a:moveTo>
                  <a:pt x="66598" y="92519"/>
                </a:moveTo>
                <a:lnTo>
                  <a:pt x="66598" y="155524"/>
                </a:lnTo>
                <a:lnTo>
                  <a:pt x="133553" y="177850"/>
                </a:lnTo>
                <a:lnTo>
                  <a:pt x="133553" y="124929"/>
                </a:lnTo>
                <a:lnTo>
                  <a:pt x="95034" y="124929"/>
                </a:lnTo>
                <a:lnTo>
                  <a:pt x="90716" y="122770"/>
                </a:lnTo>
                <a:lnTo>
                  <a:pt x="87477" y="119164"/>
                </a:lnTo>
                <a:lnTo>
                  <a:pt x="82288" y="112823"/>
                </a:lnTo>
                <a:lnTo>
                  <a:pt x="77033" y="106246"/>
                </a:lnTo>
                <a:lnTo>
                  <a:pt x="71780" y="99466"/>
                </a:lnTo>
                <a:lnTo>
                  <a:pt x="66598" y="92519"/>
                </a:lnTo>
                <a:close/>
              </a:path>
              <a:path w="200660" h="179069">
                <a:moveTo>
                  <a:pt x="133553" y="92519"/>
                </a:moveTo>
                <a:lnTo>
                  <a:pt x="109435" y="122770"/>
                </a:lnTo>
                <a:lnTo>
                  <a:pt x="105117" y="124929"/>
                </a:lnTo>
                <a:lnTo>
                  <a:pt x="133553" y="124929"/>
                </a:lnTo>
                <a:lnTo>
                  <a:pt x="133553" y="92519"/>
                </a:lnTo>
                <a:close/>
              </a:path>
              <a:path w="200660" h="179069">
                <a:moveTo>
                  <a:pt x="100075" y="0"/>
                </a:moveTo>
                <a:lnTo>
                  <a:pt x="83039" y="3420"/>
                </a:lnTo>
                <a:lnTo>
                  <a:pt x="69073" y="12782"/>
                </a:lnTo>
                <a:lnTo>
                  <a:pt x="59629" y="26735"/>
                </a:lnTo>
                <a:lnTo>
                  <a:pt x="56159" y="43929"/>
                </a:lnTo>
                <a:lnTo>
                  <a:pt x="60826" y="60935"/>
                </a:lnTo>
                <a:lnTo>
                  <a:pt x="71905" y="80375"/>
                </a:lnTo>
                <a:lnTo>
                  <a:pt x="85011" y="98600"/>
                </a:lnTo>
                <a:lnTo>
                  <a:pt x="95758" y="111963"/>
                </a:lnTo>
                <a:lnTo>
                  <a:pt x="97916" y="114490"/>
                </a:lnTo>
                <a:lnTo>
                  <a:pt x="102235" y="114490"/>
                </a:lnTo>
                <a:lnTo>
                  <a:pt x="128246" y="80375"/>
                </a:lnTo>
                <a:lnTo>
                  <a:pt x="140039" y="58331"/>
                </a:lnTo>
                <a:lnTo>
                  <a:pt x="92151" y="58331"/>
                </a:lnTo>
                <a:lnTo>
                  <a:pt x="85318" y="51841"/>
                </a:lnTo>
                <a:lnTo>
                  <a:pt x="85318" y="35648"/>
                </a:lnTo>
                <a:lnTo>
                  <a:pt x="92151" y="29159"/>
                </a:lnTo>
                <a:lnTo>
                  <a:pt x="141011" y="29159"/>
                </a:lnTo>
                <a:lnTo>
                  <a:pt x="140522" y="26735"/>
                </a:lnTo>
                <a:lnTo>
                  <a:pt x="131078" y="12782"/>
                </a:lnTo>
                <a:lnTo>
                  <a:pt x="117112" y="3420"/>
                </a:lnTo>
                <a:lnTo>
                  <a:pt x="100075" y="0"/>
                </a:lnTo>
                <a:close/>
              </a:path>
              <a:path w="200660" h="179069">
                <a:moveTo>
                  <a:pt x="141011" y="29159"/>
                </a:moveTo>
                <a:lnTo>
                  <a:pt x="108000" y="29159"/>
                </a:lnTo>
                <a:lnTo>
                  <a:pt x="114833" y="35648"/>
                </a:lnTo>
                <a:lnTo>
                  <a:pt x="114833" y="51841"/>
                </a:lnTo>
                <a:lnTo>
                  <a:pt x="108000" y="58331"/>
                </a:lnTo>
                <a:lnTo>
                  <a:pt x="140039" y="58331"/>
                </a:lnTo>
                <a:lnTo>
                  <a:pt x="143992" y="43929"/>
                </a:lnTo>
                <a:lnTo>
                  <a:pt x="141011" y="29159"/>
                </a:lnTo>
                <a:close/>
              </a:path>
              <a:path w="200660" h="179069">
                <a:moveTo>
                  <a:pt x="48234" y="58686"/>
                </a:moveTo>
                <a:lnTo>
                  <a:pt x="7200" y="74879"/>
                </a:lnTo>
                <a:lnTo>
                  <a:pt x="6476" y="75247"/>
                </a:lnTo>
                <a:lnTo>
                  <a:pt x="6121" y="75603"/>
                </a:lnTo>
                <a:lnTo>
                  <a:pt x="5753" y="75603"/>
                </a:lnTo>
                <a:lnTo>
                  <a:pt x="0" y="83527"/>
                </a:lnTo>
                <a:lnTo>
                  <a:pt x="0" y="176047"/>
                </a:lnTo>
                <a:lnTo>
                  <a:pt x="3949" y="178930"/>
                </a:lnTo>
                <a:lnTo>
                  <a:pt x="7556" y="177482"/>
                </a:lnTo>
                <a:lnTo>
                  <a:pt x="55435" y="155524"/>
                </a:lnTo>
                <a:lnTo>
                  <a:pt x="55435" y="74523"/>
                </a:lnTo>
                <a:lnTo>
                  <a:pt x="52552" y="69126"/>
                </a:lnTo>
                <a:lnTo>
                  <a:pt x="50037" y="63728"/>
                </a:lnTo>
                <a:lnTo>
                  <a:pt x="48234" y="58686"/>
                </a:lnTo>
                <a:close/>
              </a:path>
              <a:path w="200660" h="179069">
                <a:moveTo>
                  <a:pt x="196202" y="54368"/>
                </a:moveTo>
                <a:lnTo>
                  <a:pt x="192595" y="55803"/>
                </a:lnTo>
                <a:lnTo>
                  <a:pt x="144716" y="77762"/>
                </a:lnTo>
                <a:lnTo>
                  <a:pt x="144716" y="177850"/>
                </a:lnTo>
                <a:lnTo>
                  <a:pt x="192951" y="158407"/>
                </a:lnTo>
                <a:lnTo>
                  <a:pt x="193675" y="158051"/>
                </a:lnTo>
                <a:lnTo>
                  <a:pt x="194030" y="158051"/>
                </a:lnTo>
                <a:lnTo>
                  <a:pt x="194398" y="157683"/>
                </a:lnTo>
                <a:lnTo>
                  <a:pt x="196202" y="156603"/>
                </a:lnTo>
                <a:lnTo>
                  <a:pt x="197637" y="155524"/>
                </a:lnTo>
                <a:lnTo>
                  <a:pt x="198716" y="153720"/>
                </a:lnTo>
                <a:lnTo>
                  <a:pt x="200151" y="150126"/>
                </a:lnTo>
                <a:lnTo>
                  <a:pt x="200151" y="57251"/>
                </a:lnTo>
                <a:lnTo>
                  <a:pt x="196202" y="54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10504" y="2258519"/>
            <a:ext cx="303212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Análisis de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zonas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200" b="1" spc="-4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barrios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Investigar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servicios,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transporte,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escuelas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proyectos</a:t>
            </a:r>
            <a:r>
              <a:rPr sz="950" spc="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urbanos.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144" y="306300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DB1C2E"/>
                </a:solidFill>
                <a:latin typeface="Calibri"/>
                <a:cs typeface="Calibri"/>
              </a:rPr>
              <a:t>05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9764" y="306288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9764" y="306288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59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20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20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55522" y="3146045"/>
            <a:ext cx="175260" cy="200660"/>
          </a:xfrm>
          <a:custGeom>
            <a:avLst/>
            <a:gdLst/>
            <a:ahLst/>
            <a:cxnLst/>
            <a:rect l="l" t="t" r="r" b="b"/>
            <a:pathLst>
              <a:path w="175259" h="200660">
                <a:moveTo>
                  <a:pt x="156235" y="0"/>
                </a:moveTo>
                <a:lnTo>
                  <a:pt x="18719" y="0"/>
                </a:lnTo>
                <a:lnTo>
                  <a:pt x="11540" y="1506"/>
                </a:lnTo>
                <a:lnTo>
                  <a:pt x="5578" y="5578"/>
                </a:lnTo>
                <a:lnTo>
                  <a:pt x="1506" y="11540"/>
                </a:lnTo>
                <a:lnTo>
                  <a:pt x="0" y="18719"/>
                </a:lnTo>
                <a:lnTo>
                  <a:pt x="0" y="181432"/>
                </a:lnTo>
                <a:lnTo>
                  <a:pt x="1506" y="188611"/>
                </a:lnTo>
                <a:lnTo>
                  <a:pt x="5578" y="194573"/>
                </a:lnTo>
                <a:lnTo>
                  <a:pt x="11540" y="198645"/>
                </a:lnTo>
                <a:lnTo>
                  <a:pt x="18719" y="200152"/>
                </a:lnTo>
                <a:lnTo>
                  <a:pt x="156235" y="200152"/>
                </a:lnTo>
                <a:lnTo>
                  <a:pt x="163414" y="198645"/>
                </a:lnTo>
                <a:lnTo>
                  <a:pt x="169376" y="194573"/>
                </a:lnTo>
                <a:lnTo>
                  <a:pt x="173448" y="188611"/>
                </a:lnTo>
                <a:lnTo>
                  <a:pt x="174955" y="181432"/>
                </a:lnTo>
                <a:lnTo>
                  <a:pt x="174955" y="174955"/>
                </a:lnTo>
                <a:lnTo>
                  <a:pt x="27355" y="174955"/>
                </a:lnTo>
                <a:lnTo>
                  <a:pt x="24841" y="172440"/>
                </a:lnTo>
                <a:lnTo>
                  <a:pt x="24841" y="152641"/>
                </a:lnTo>
                <a:lnTo>
                  <a:pt x="27355" y="150114"/>
                </a:lnTo>
                <a:lnTo>
                  <a:pt x="124917" y="150114"/>
                </a:lnTo>
                <a:lnTo>
                  <a:pt x="124917" y="124917"/>
                </a:lnTo>
                <a:lnTo>
                  <a:pt x="27355" y="124917"/>
                </a:lnTo>
                <a:lnTo>
                  <a:pt x="24841" y="122758"/>
                </a:lnTo>
                <a:lnTo>
                  <a:pt x="24841" y="102590"/>
                </a:lnTo>
                <a:lnTo>
                  <a:pt x="27355" y="100076"/>
                </a:lnTo>
                <a:lnTo>
                  <a:pt x="174955" y="100076"/>
                </a:lnTo>
                <a:lnTo>
                  <a:pt x="174955" y="75234"/>
                </a:lnTo>
                <a:lnTo>
                  <a:pt x="27355" y="75234"/>
                </a:lnTo>
                <a:lnTo>
                  <a:pt x="24841" y="72720"/>
                </a:lnTo>
                <a:lnTo>
                  <a:pt x="24841" y="27711"/>
                </a:lnTo>
                <a:lnTo>
                  <a:pt x="27355" y="25196"/>
                </a:lnTo>
                <a:lnTo>
                  <a:pt x="174955" y="25196"/>
                </a:lnTo>
                <a:lnTo>
                  <a:pt x="174955" y="18719"/>
                </a:lnTo>
                <a:lnTo>
                  <a:pt x="173448" y="11540"/>
                </a:lnTo>
                <a:lnTo>
                  <a:pt x="169376" y="5578"/>
                </a:lnTo>
                <a:lnTo>
                  <a:pt x="163414" y="1506"/>
                </a:lnTo>
                <a:lnTo>
                  <a:pt x="156235" y="0"/>
                </a:lnTo>
                <a:close/>
              </a:path>
              <a:path w="175259" h="200660">
                <a:moveTo>
                  <a:pt x="77393" y="150114"/>
                </a:moveTo>
                <a:lnTo>
                  <a:pt x="47523" y="150114"/>
                </a:lnTo>
                <a:lnTo>
                  <a:pt x="50038" y="152641"/>
                </a:lnTo>
                <a:lnTo>
                  <a:pt x="50038" y="172440"/>
                </a:lnTo>
                <a:lnTo>
                  <a:pt x="47523" y="174955"/>
                </a:lnTo>
                <a:lnTo>
                  <a:pt x="77393" y="174955"/>
                </a:lnTo>
                <a:lnTo>
                  <a:pt x="74879" y="172440"/>
                </a:lnTo>
                <a:lnTo>
                  <a:pt x="74879" y="152641"/>
                </a:lnTo>
                <a:lnTo>
                  <a:pt x="77393" y="150114"/>
                </a:lnTo>
                <a:close/>
              </a:path>
              <a:path w="175259" h="200660">
                <a:moveTo>
                  <a:pt x="124917" y="150114"/>
                </a:moveTo>
                <a:lnTo>
                  <a:pt x="97561" y="150114"/>
                </a:lnTo>
                <a:lnTo>
                  <a:pt x="100076" y="152641"/>
                </a:lnTo>
                <a:lnTo>
                  <a:pt x="100076" y="172440"/>
                </a:lnTo>
                <a:lnTo>
                  <a:pt x="97561" y="174955"/>
                </a:lnTo>
                <a:lnTo>
                  <a:pt x="127431" y="174955"/>
                </a:lnTo>
                <a:lnTo>
                  <a:pt x="124917" y="172440"/>
                </a:lnTo>
                <a:lnTo>
                  <a:pt x="124917" y="150114"/>
                </a:lnTo>
                <a:close/>
              </a:path>
              <a:path w="175259" h="200660">
                <a:moveTo>
                  <a:pt x="174955" y="100076"/>
                </a:moveTo>
                <a:lnTo>
                  <a:pt x="147599" y="100076"/>
                </a:lnTo>
                <a:lnTo>
                  <a:pt x="150114" y="102590"/>
                </a:lnTo>
                <a:lnTo>
                  <a:pt x="150114" y="172440"/>
                </a:lnTo>
                <a:lnTo>
                  <a:pt x="147599" y="174955"/>
                </a:lnTo>
                <a:lnTo>
                  <a:pt x="174955" y="174955"/>
                </a:lnTo>
                <a:lnTo>
                  <a:pt x="174955" y="100076"/>
                </a:lnTo>
                <a:close/>
              </a:path>
              <a:path w="175259" h="200660">
                <a:moveTo>
                  <a:pt x="77393" y="100076"/>
                </a:moveTo>
                <a:lnTo>
                  <a:pt x="47523" y="100076"/>
                </a:lnTo>
                <a:lnTo>
                  <a:pt x="50038" y="102590"/>
                </a:lnTo>
                <a:lnTo>
                  <a:pt x="50038" y="122758"/>
                </a:lnTo>
                <a:lnTo>
                  <a:pt x="47523" y="124917"/>
                </a:lnTo>
                <a:lnTo>
                  <a:pt x="77393" y="124917"/>
                </a:lnTo>
                <a:lnTo>
                  <a:pt x="74879" y="122758"/>
                </a:lnTo>
                <a:lnTo>
                  <a:pt x="74879" y="102590"/>
                </a:lnTo>
                <a:lnTo>
                  <a:pt x="77393" y="100076"/>
                </a:lnTo>
                <a:close/>
              </a:path>
              <a:path w="175259" h="200660">
                <a:moveTo>
                  <a:pt x="127431" y="100076"/>
                </a:moveTo>
                <a:lnTo>
                  <a:pt x="97561" y="100076"/>
                </a:lnTo>
                <a:lnTo>
                  <a:pt x="100076" y="102590"/>
                </a:lnTo>
                <a:lnTo>
                  <a:pt x="100076" y="122758"/>
                </a:lnTo>
                <a:lnTo>
                  <a:pt x="97561" y="124917"/>
                </a:lnTo>
                <a:lnTo>
                  <a:pt x="124917" y="124917"/>
                </a:lnTo>
                <a:lnTo>
                  <a:pt x="124917" y="102590"/>
                </a:lnTo>
                <a:lnTo>
                  <a:pt x="127431" y="100076"/>
                </a:lnTo>
                <a:close/>
              </a:path>
              <a:path w="175259" h="200660">
                <a:moveTo>
                  <a:pt x="174955" y="25196"/>
                </a:moveTo>
                <a:lnTo>
                  <a:pt x="147599" y="25196"/>
                </a:lnTo>
                <a:lnTo>
                  <a:pt x="150114" y="27711"/>
                </a:lnTo>
                <a:lnTo>
                  <a:pt x="150114" y="72720"/>
                </a:lnTo>
                <a:lnTo>
                  <a:pt x="147599" y="75234"/>
                </a:lnTo>
                <a:lnTo>
                  <a:pt x="174955" y="75234"/>
                </a:lnTo>
                <a:lnTo>
                  <a:pt x="174955" y="25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404264" y="3035759"/>
            <a:ext cx="292481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Cálculos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financieros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e</a:t>
            </a:r>
            <a:r>
              <a:rPr sz="1200" b="1" spc="-5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hipotecarios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Simulaciones, ROI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para inversores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gastos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escrituración.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0384" y="306300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D97757"/>
                </a:solidFill>
                <a:latin typeface="Calibri"/>
                <a:cs typeface="Calibri"/>
              </a:rPr>
              <a:t>06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166004" y="306288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80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80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66004" y="306288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60" y="182880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20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20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48795" y="3158644"/>
            <a:ext cx="200660" cy="175260"/>
          </a:xfrm>
          <a:custGeom>
            <a:avLst/>
            <a:gdLst/>
            <a:ahLst/>
            <a:cxnLst/>
            <a:rect l="l" t="t" r="r" b="b"/>
            <a:pathLst>
              <a:path w="200660" h="175260">
                <a:moveTo>
                  <a:pt x="100444" y="0"/>
                </a:moveTo>
                <a:lnTo>
                  <a:pt x="61420" y="6384"/>
                </a:lnTo>
                <a:lnTo>
                  <a:pt x="29617" y="23804"/>
                </a:lnTo>
                <a:lnTo>
                  <a:pt x="8209" y="49661"/>
                </a:lnTo>
                <a:lnTo>
                  <a:pt x="368" y="81356"/>
                </a:lnTo>
                <a:lnTo>
                  <a:pt x="1881" y="95417"/>
                </a:lnTo>
                <a:lnTo>
                  <a:pt x="6262" y="108805"/>
                </a:lnTo>
                <a:lnTo>
                  <a:pt x="13275" y="121248"/>
                </a:lnTo>
                <a:lnTo>
                  <a:pt x="22682" y="132473"/>
                </a:lnTo>
                <a:lnTo>
                  <a:pt x="17231" y="146476"/>
                </a:lnTo>
                <a:lnTo>
                  <a:pt x="10128" y="158351"/>
                </a:lnTo>
                <a:lnTo>
                  <a:pt x="3901" y="166647"/>
                </a:lnTo>
                <a:lnTo>
                  <a:pt x="1079" y="169913"/>
                </a:lnTo>
                <a:lnTo>
                  <a:pt x="368" y="170637"/>
                </a:lnTo>
                <a:lnTo>
                  <a:pt x="0" y="172072"/>
                </a:lnTo>
                <a:lnTo>
                  <a:pt x="723" y="173151"/>
                </a:lnTo>
                <a:lnTo>
                  <a:pt x="1079" y="174231"/>
                </a:lnTo>
                <a:lnTo>
                  <a:pt x="2159" y="174955"/>
                </a:lnTo>
                <a:lnTo>
                  <a:pt x="3606" y="174955"/>
                </a:lnTo>
                <a:lnTo>
                  <a:pt x="21774" y="172918"/>
                </a:lnTo>
                <a:lnTo>
                  <a:pt x="37172" y="167844"/>
                </a:lnTo>
                <a:lnTo>
                  <a:pt x="49466" y="161287"/>
                </a:lnTo>
                <a:lnTo>
                  <a:pt x="58318" y="154800"/>
                </a:lnTo>
                <a:lnTo>
                  <a:pt x="141622" y="154800"/>
                </a:lnTo>
                <a:lnTo>
                  <a:pt x="171270" y="138596"/>
                </a:lnTo>
                <a:lnTo>
                  <a:pt x="192679" y="112845"/>
                </a:lnTo>
                <a:lnTo>
                  <a:pt x="197471" y="93599"/>
                </a:lnTo>
                <a:lnTo>
                  <a:pt x="43561" y="93599"/>
                </a:lnTo>
                <a:lnTo>
                  <a:pt x="37807" y="88201"/>
                </a:lnTo>
                <a:lnTo>
                  <a:pt x="37807" y="74155"/>
                </a:lnTo>
                <a:lnTo>
                  <a:pt x="43561" y="68757"/>
                </a:lnTo>
                <a:lnTo>
                  <a:pt x="197403" y="68757"/>
                </a:lnTo>
                <a:lnTo>
                  <a:pt x="192679" y="49661"/>
                </a:lnTo>
                <a:lnTo>
                  <a:pt x="171270" y="23804"/>
                </a:lnTo>
                <a:lnTo>
                  <a:pt x="139468" y="6384"/>
                </a:lnTo>
                <a:lnTo>
                  <a:pt x="100444" y="0"/>
                </a:lnTo>
                <a:close/>
              </a:path>
              <a:path w="200660" h="175260">
                <a:moveTo>
                  <a:pt x="141622" y="154800"/>
                </a:moveTo>
                <a:lnTo>
                  <a:pt x="58318" y="154800"/>
                </a:lnTo>
                <a:lnTo>
                  <a:pt x="68243" y="158108"/>
                </a:lnTo>
                <a:lnTo>
                  <a:pt x="78571" y="160469"/>
                </a:lnTo>
                <a:lnTo>
                  <a:pt x="89304" y="161885"/>
                </a:lnTo>
                <a:lnTo>
                  <a:pt x="100444" y="162356"/>
                </a:lnTo>
                <a:lnTo>
                  <a:pt x="139468" y="155978"/>
                </a:lnTo>
                <a:lnTo>
                  <a:pt x="141622" y="154800"/>
                </a:lnTo>
                <a:close/>
              </a:path>
              <a:path w="200660" h="175260">
                <a:moveTo>
                  <a:pt x="93599" y="68757"/>
                </a:moveTo>
                <a:lnTo>
                  <a:pt x="57238" y="68757"/>
                </a:lnTo>
                <a:lnTo>
                  <a:pt x="63004" y="74155"/>
                </a:lnTo>
                <a:lnTo>
                  <a:pt x="63004" y="88201"/>
                </a:lnTo>
                <a:lnTo>
                  <a:pt x="57238" y="93599"/>
                </a:lnTo>
                <a:lnTo>
                  <a:pt x="93599" y="93599"/>
                </a:lnTo>
                <a:lnTo>
                  <a:pt x="87845" y="88201"/>
                </a:lnTo>
                <a:lnTo>
                  <a:pt x="87845" y="74155"/>
                </a:lnTo>
                <a:lnTo>
                  <a:pt x="93599" y="68757"/>
                </a:lnTo>
                <a:close/>
              </a:path>
              <a:path w="200660" h="175260">
                <a:moveTo>
                  <a:pt x="143649" y="68757"/>
                </a:moveTo>
                <a:lnTo>
                  <a:pt x="107289" y="68757"/>
                </a:lnTo>
                <a:lnTo>
                  <a:pt x="113042" y="74155"/>
                </a:lnTo>
                <a:lnTo>
                  <a:pt x="113042" y="88201"/>
                </a:lnTo>
                <a:lnTo>
                  <a:pt x="107289" y="93599"/>
                </a:lnTo>
                <a:lnTo>
                  <a:pt x="143649" y="93599"/>
                </a:lnTo>
                <a:lnTo>
                  <a:pt x="137883" y="88201"/>
                </a:lnTo>
                <a:lnTo>
                  <a:pt x="137883" y="74155"/>
                </a:lnTo>
                <a:lnTo>
                  <a:pt x="143649" y="68757"/>
                </a:lnTo>
                <a:close/>
              </a:path>
              <a:path w="200660" h="175260">
                <a:moveTo>
                  <a:pt x="197403" y="68757"/>
                </a:moveTo>
                <a:lnTo>
                  <a:pt x="157327" y="68757"/>
                </a:lnTo>
                <a:lnTo>
                  <a:pt x="163080" y="74155"/>
                </a:lnTo>
                <a:lnTo>
                  <a:pt x="163080" y="88201"/>
                </a:lnTo>
                <a:lnTo>
                  <a:pt x="157327" y="93599"/>
                </a:lnTo>
                <a:lnTo>
                  <a:pt x="197471" y="93599"/>
                </a:lnTo>
                <a:lnTo>
                  <a:pt x="200520" y="81356"/>
                </a:lnTo>
                <a:lnTo>
                  <a:pt x="197403" y="68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610504" y="3035759"/>
            <a:ext cx="260731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Atención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al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cliente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200" b="1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negociación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Respuestas,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manejo de objeciones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scripts de</a:t>
            </a:r>
            <a:r>
              <a:rPr sz="950" spc="-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venta.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144" y="384024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DA4"/>
                </a:solidFill>
                <a:latin typeface="Calibri"/>
                <a:cs typeface="Calibri"/>
              </a:rPr>
              <a:t>07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59764" y="38401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59764" y="38401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59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59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2924" y="3935884"/>
            <a:ext cx="200660" cy="168910"/>
          </a:xfrm>
          <a:custGeom>
            <a:avLst/>
            <a:gdLst/>
            <a:ahLst/>
            <a:cxnLst/>
            <a:rect l="l" t="t" r="r" b="b"/>
            <a:pathLst>
              <a:path w="200659" h="168910">
                <a:moveTo>
                  <a:pt x="25920" y="49314"/>
                </a:moveTo>
                <a:lnTo>
                  <a:pt x="20878" y="49314"/>
                </a:lnTo>
                <a:lnTo>
                  <a:pt x="21589" y="49682"/>
                </a:lnTo>
                <a:lnTo>
                  <a:pt x="22682" y="50037"/>
                </a:lnTo>
                <a:lnTo>
                  <a:pt x="24472" y="50037"/>
                </a:lnTo>
                <a:lnTo>
                  <a:pt x="25920" y="49314"/>
                </a:lnTo>
                <a:close/>
              </a:path>
              <a:path w="200659" h="168910">
                <a:moveTo>
                  <a:pt x="12598" y="16192"/>
                </a:moveTo>
                <a:lnTo>
                  <a:pt x="9359" y="16192"/>
                </a:lnTo>
                <a:lnTo>
                  <a:pt x="8635" y="16560"/>
                </a:lnTo>
                <a:lnTo>
                  <a:pt x="7912" y="17271"/>
                </a:lnTo>
                <a:lnTo>
                  <a:pt x="7556" y="17271"/>
                </a:lnTo>
                <a:lnTo>
                  <a:pt x="711" y="24117"/>
                </a:lnTo>
                <a:lnTo>
                  <a:pt x="711" y="24472"/>
                </a:lnTo>
                <a:lnTo>
                  <a:pt x="0" y="25920"/>
                </a:lnTo>
                <a:lnTo>
                  <a:pt x="0" y="27711"/>
                </a:lnTo>
                <a:lnTo>
                  <a:pt x="711" y="29159"/>
                </a:lnTo>
                <a:lnTo>
                  <a:pt x="711" y="29514"/>
                </a:lnTo>
                <a:lnTo>
                  <a:pt x="20154" y="48602"/>
                </a:lnTo>
                <a:lnTo>
                  <a:pt x="20154" y="48958"/>
                </a:lnTo>
                <a:lnTo>
                  <a:pt x="20510" y="49314"/>
                </a:lnTo>
                <a:lnTo>
                  <a:pt x="26276" y="49314"/>
                </a:lnTo>
                <a:lnTo>
                  <a:pt x="49669" y="25920"/>
                </a:lnTo>
                <a:lnTo>
                  <a:pt x="23037" y="25920"/>
                </a:lnTo>
                <a:lnTo>
                  <a:pt x="13322" y="16560"/>
                </a:lnTo>
                <a:lnTo>
                  <a:pt x="12598" y="16192"/>
                </a:lnTo>
                <a:close/>
              </a:path>
              <a:path w="200659" h="168910">
                <a:moveTo>
                  <a:pt x="54000" y="723"/>
                </a:moveTo>
                <a:lnTo>
                  <a:pt x="48590" y="723"/>
                </a:lnTo>
                <a:lnTo>
                  <a:pt x="23037" y="25920"/>
                </a:lnTo>
                <a:lnTo>
                  <a:pt x="49669" y="25920"/>
                </a:lnTo>
                <a:lnTo>
                  <a:pt x="61912" y="13677"/>
                </a:lnTo>
                <a:lnTo>
                  <a:pt x="61912" y="13322"/>
                </a:lnTo>
                <a:lnTo>
                  <a:pt x="62636" y="11874"/>
                </a:lnTo>
                <a:lnTo>
                  <a:pt x="62636" y="10083"/>
                </a:lnTo>
                <a:lnTo>
                  <a:pt x="61912" y="8635"/>
                </a:lnTo>
                <a:lnTo>
                  <a:pt x="61912" y="8280"/>
                </a:lnTo>
                <a:lnTo>
                  <a:pt x="61556" y="7912"/>
                </a:lnTo>
                <a:lnTo>
                  <a:pt x="61201" y="7912"/>
                </a:lnTo>
                <a:lnTo>
                  <a:pt x="54000" y="723"/>
                </a:lnTo>
                <a:close/>
              </a:path>
              <a:path w="200659" h="168910">
                <a:moveTo>
                  <a:pt x="52920" y="0"/>
                </a:moveTo>
                <a:lnTo>
                  <a:pt x="49669" y="0"/>
                </a:lnTo>
                <a:lnTo>
                  <a:pt x="48958" y="723"/>
                </a:lnTo>
                <a:lnTo>
                  <a:pt x="53632" y="723"/>
                </a:lnTo>
                <a:lnTo>
                  <a:pt x="52920" y="0"/>
                </a:lnTo>
                <a:close/>
              </a:path>
              <a:path w="200659" h="168910">
                <a:moveTo>
                  <a:pt x="26631" y="111239"/>
                </a:moveTo>
                <a:lnTo>
                  <a:pt x="20154" y="111239"/>
                </a:lnTo>
                <a:lnTo>
                  <a:pt x="20878" y="111963"/>
                </a:lnTo>
                <a:lnTo>
                  <a:pt x="21589" y="112318"/>
                </a:lnTo>
                <a:lnTo>
                  <a:pt x="25196" y="112318"/>
                </a:lnTo>
                <a:lnTo>
                  <a:pt x="25920" y="111963"/>
                </a:lnTo>
                <a:lnTo>
                  <a:pt x="26631" y="111239"/>
                </a:lnTo>
                <a:close/>
              </a:path>
              <a:path w="200659" h="168910">
                <a:moveTo>
                  <a:pt x="13677" y="79197"/>
                </a:moveTo>
                <a:lnTo>
                  <a:pt x="8280" y="79197"/>
                </a:lnTo>
                <a:lnTo>
                  <a:pt x="1435" y="86042"/>
                </a:lnTo>
                <a:lnTo>
                  <a:pt x="1079" y="86042"/>
                </a:lnTo>
                <a:lnTo>
                  <a:pt x="711" y="86398"/>
                </a:lnTo>
                <a:lnTo>
                  <a:pt x="711" y="86753"/>
                </a:lnTo>
                <a:lnTo>
                  <a:pt x="355" y="87477"/>
                </a:lnTo>
                <a:lnTo>
                  <a:pt x="0" y="88557"/>
                </a:lnTo>
                <a:lnTo>
                  <a:pt x="0" y="89992"/>
                </a:lnTo>
                <a:lnTo>
                  <a:pt x="711" y="91439"/>
                </a:lnTo>
                <a:lnTo>
                  <a:pt x="711" y="91795"/>
                </a:lnTo>
                <a:lnTo>
                  <a:pt x="19799" y="111239"/>
                </a:lnTo>
                <a:lnTo>
                  <a:pt x="27000" y="111239"/>
                </a:lnTo>
                <a:lnTo>
                  <a:pt x="33121" y="105117"/>
                </a:lnTo>
                <a:lnTo>
                  <a:pt x="49473" y="88557"/>
                </a:lnTo>
                <a:lnTo>
                  <a:pt x="23037" y="88557"/>
                </a:lnTo>
                <a:lnTo>
                  <a:pt x="14033" y="79921"/>
                </a:lnTo>
                <a:lnTo>
                  <a:pt x="14033" y="79552"/>
                </a:lnTo>
                <a:lnTo>
                  <a:pt x="13677" y="79197"/>
                </a:lnTo>
                <a:close/>
              </a:path>
              <a:path w="200659" h="168910">
                <a:moveTo>
                  <a:pt x="54711" y="63360"/>
                </a:moveTo>
                <a:lnTo>
                  <a:pt x="47878" y="63360"/>
                </a:lnTo>
                <a:lnTo>
                  <a:pt x="23037" y="88557"/>
                </a:lnTo>
                <a:lnTo>
                  <a:pt x="49473" y="88557"/>
                </a:lnTo>
                <a:lnTo>
                  <a:pt x="61912" y="75958"/>
                </a:lnTo>
                <a:lnTo>
                  <a:pt x="62280" y="75234"/>
                </a:lnTo>
                <a:lnTo>
                  <a:pt x="62636" y="74155"/>
                </a:lnTo>
                <a:lnTo>
                  <a:pt x="62636" y="72720"/>
                </a:lnTo>
                <a:lnTo>
                  <a:pt x="62280" y="71640"/>
                </a:lnTo>
                <a:lnTo>
                  <a:pt x="61912" y="71272"/>
                </a:lnTo>
                <a:lnTo>
                  <a:pt x="61912" y="70916"/>
                </a:lnTo>
                <a:lnTo>
                  <a:pt x="61201" y="70192"/>
                </a:lnTo>
                <a:lnTo>
                  <a:pt x="54711" y="63360"/>
                </a:lnTo>
                <a:close/>
              </a:path>
              <a:path w="200659" h="168910">
                <a:moveTo>
                  <a:pt x="12598" y="78473"/>
                </a:moveTo>
                <a:lnTo>
                  <a:pt x="9359" y="78473"/>
                </a:lnTo>
                <a:lnTo>
                  <a:pt x="8635" y="79197"/>
                </a:lnTo>
                <a:lnTo>
                  <a:pt x="13322" y="79197"/>
                </a:lnTo>
                <a:lnTo>
                  <a:pt x="12598" y="78473"/>
                </a:lnTo>
                <a:close/>
              </a:path>
              <a:path w="200659" h="168910">
                <a:moveTo>
                  <a:pt x="52920" y="62280"/>
                </a:moveTo>
                <a:lnTo>
                  <a:pt x="49669" y="62280"/>
                </a:lnTo>
                <a:lnTo>
                  <a:pt x="48958" y="62636"/>
                </a:lnTo>
                <a:lnTo>
                  <a:pt x="48234" y="63360"/>
                </a:lnTo>
                <a:lnTo>
                  <a:pt x="54356" y="63360"/>
                </a:lnTo>
                <a:lnTo>
                  <a:pt x="53632" y="62636"/>
                </a:lnTo>
                <a:lnTo>
                  <a:pt x="52920" y="62280"/>
                </a:lnTo>
                <a:close/>
              </a:path>
              <a:path w="200659" h="168910">
                <a:moveTo>
                  <a:pt x="28435" y="131394"/>
                </a:moveTo>
                <a:lnTo>
                  <a:pt x="25196" y="131394"/>
                </a:lnTo>
                <a:lnTo>
                  <a:pt x="17812" y="132851"/>
                </a:lnTo>
                <a:lnTo>
                  <a:pt x="11744" y="136839"/>
                </a:lnTo>
                <a:lnTo>
                  <a:pt x="7633" y="142784"/>
                </a:lnTo>
                <a:lnTo>
                  <a:pt x="6121" y="150113"/>
                </a:lnTo>
                <a:lnTo>
                  <a:pt x="7633" y="157293"/>
                </a:lnTo>
                <a:lnTo>
                  <a:pt x="11744" y="163255"/>
                </a:lnTo>
                <a:lnTo>
                  <a:pt x="17812" y="167326"/>
                </a:lnTo>
                <a:lnTo>
                  <a:pt x="25196" y="168833"/>
                </a:lnTo>
                <a:lnTo>
                  <a:pt x="28435" y="168833"/>
                </a:lnTo>
                <a:lnTo>
                  <a:pt x="43916" y="153352"/>
                </a:lnTo>
                <a:lnTo>
                  <a:pt x="43916" y="146875"/>
                </a:lnTo>
                <a:lnTo>
                  <a:pt x="34556" y="133921"/>
                </a:lnTo>
                <a:lnTo>
                  <a:pt x="31673" y="132118"/>
                </a:lnTo>
                <a:lnTo>
                  <a:pt x="28435" y="131394"/>
                </a:lnTo>
                <a:close/>
              </a:path>
              <a:path w="200659" h="168910">
                <a:moveTo>
                  <a:pt x="195110" y="137515"/>
                </a:moveTo>
                <a:lnTo>
                  <a:pt x="80276" y="137515"/>
                </a:lnTo>
                <a:lnTo>
                  <a:pt x="78117" y="138239"/>
                </a:lnTo>
                <a:lnTo>
                  <a:pt x="77393" y="138963"/>
                </a:lnTo>
                <a:lnTo>
                  <a:pt x="76314" y="139674"/>
                </a:lnTo>
                <a:lnTo>
                  <a:pt x="75958" y="140754"/>
                </a:lnTo>
                <a:lnTo>
                  <a:pt x="75234" y="141477"/>
                </a:lnTo>
                <a:lnTo>
                  <a:pt x="75234" y="158394"/>
                </a:lnTo>
                <a:lnTo>
                  <a:pt x="75958" y="159473"/>
                </a:lnTo>
                <a:lnTo>
                  <a:pt x="76314" y="160197"/>
                </a:lnTo>
                <a:lnTo>
                  <a:pt x="77393" y="161277"/>
                </a:lnTo>
                <a:lnTo>
                  <a:pt x="78117" y="161632"/>
                </a:lnTo>
                <a:lnTo>
                  <a:pt x="79197" y="162356"/>
                </a:lnTo>
                <a:lnTo>
                  <a:pt x="196202" y="162356"/>
                </a:lnTo>
                <a:lnTo>
                  <a:pt x="196913" y="161632"/>
                </a:lnTo>
                <a:lnTo>
                  <a:pt x="197992" y="161277"/>
                </a:lnTo>
                <a:lnTo>
                  <a:pt x="198716" y="160197"/>
                </a:lnTo>
                <a:lnTo>
                  <a:pt x="199440" y="159473"/>
                </a:lnTo>
                <a:lnTo>
                  <a:pt x="200151" y="157314"/>
                </a:lnTo>
                <a:lnTo>
                  <a:pt x="200151" y="142557"/>
                </a:lnTo>
                <a:lnTo>
                  <a:pt x="196202" y="137883"/>
                </a:lnTo>
                <a:lnTo>
                  <a:pt x="195110" y="137515"/>
                </a:lnTo>
                <a:close/>
              </a:path>
              <a:path w="200659" h="168910">
                <a:moveTo>
                  <a:pt x="196202" y="12598"/>
                </a:moveTo>
                <a:lnTo>
                  <a:pt x="79197" y="12598"/>
                </a:lnTo>
                <a:lnTo>
                  <a:pt x="78117" y="13322"/>
                </a:lnTo>
                <a:lnTo>
                  <a:pt x="77393" y="13677"/>
                </a:lnTo>
                <a:lnTo>
                  <a:pt x="76314" y="14757"/>
                </a:lnTo>
                <a:lnTo>
                  <a:pt x="75958" y="15481"/>
                </a:lnTo>
                <a:lnTo>
                  <a:pt x="75234" y="16560"/>
                </a:lnTo>
                <a:lnTo>
                  <a:pt x="75234" y="33477"/>
                </a:lnTo>
                <a:lnTo>
                  <a:pt x="75958" y="34201"/>
                </a:lnTo>
                <a:lnTo>
                  <a:pt x="76314" y="35280"/>
                </a:lnTo>
                <a:lnTo>
                  <a:pt x="77393" y="35991"/>
                </a:lnTo>
                <a:lnTo>
                  <a:pt x="78117" y="36715"/>
                </a:lnTo>
                <a:lnTo>
                  <a:pt x="80276" y="37439"/>
                </a:lnTo>
                <a:lnTo>
                  <a:pt x="195110" y="37439"/>
                </a:lnTo>
                <a:lnTo>
                  <a:pt x="196202" y="37071"/>
                </a:lnTo>
                <a:lnTo>
                  <a:pt x="200151" y="32397"/>
                </a:lnTo>
                <a:lnTo>
                  <a:pt x="200151" y="17640"/>
                </a:lnTo>
                <a:lnTo>
                  <a:pt x="199440" y="15481"/>
                </a:lnTo>
                <a:lnTo>
                  <a:pt x="198716" y="14757"/>
                </a:lnTo>
                <a:lnTo>
                  <a:pt x="197992" y="13677"/>
                </a:lnTo>
                <a:lnTo>
                  <a:pt x="196913" y="13322"/>
                </a:lnTo>
                <a:lnTo>
                  <a:pt x="196202" y="12598"/>
                </a:lnTo>
                <a:close/>
              </a:path>
              <a:path w="200659" h="168910">
                <a:moveTo>
                  <a:pt x="195110" y="74879"/>
                </a:moveTo>
                <a:lnTo>
                  <a:pt x="80276" y="74879"/>
                </a:lnTo>
                <a:lnTo>
                  <a:pt x="79197" y="75234"/>
                </a:lnTo>
                <a:lnTo>
                  <a:pt x="78117" y="75958"/>
                </a:lnTo>
                <a:lnTo>
                  <a:pt x="77393" y="76314"/>
                </a:lnTo>
                <a:lnTo>
                  <a:pt x="76314" y="77038"/>
                </a:lnTo>
                <a:lnTo>
                  <a:pt x="75958" y="78117"/>
                </a:lnTo>
                <a:lnTo>
                  <a:pt x="75234" y="79197"/>
                </a:lnTo>
                <a:lnTo>
                  <a:pt x="75234" y="95757"/>
                </a:lnTo>
                <a:lnTo>
                  <a:pt x="75958" y="96837"/>
                </a:lnTo>
                <a:lnTo>
                  <a:pt x="76314" y="97916"/>
                </a:lnTo>
                <a:lnTo>
                  <a:pt x="77393" y="98640"/>
                </a:lnTo>
                <a:lnTo>
                  <a:pt x="78117" y="98996"/>
                </a:lnTo>
                <a:lnTo>
                  <a:pt x="79197" y="99720"/>
                </a:lnTo>
                <a:lnTo>
                  <a:pt x="80276" y="100075"/>
                </a:lnTo>
                <a:lnTo>
                  <a:pt x="195110" y="100075"/>
                </a:lnTo>
                <a:lnTo>
                  <a:pt x="196202" y="99720"/>
                </a:lnTo>
                <a:lnTo>
                  <a:pt x="196913" y="98996"/>
                </a:lnTo>
                <a:lnTo>
                  <a:pt x="197992" y="98640"/>
                </a:lnTo>
                <a:lnTo>
                  <a:pt x="198716" y="97916"/>
                </a:lnTo>
                <a:lnTo>
                  <a:pt x="199440" y="96837"/>
                </a:lnTo>
                <a:lnTo>
                  <a:pt x="200151" y="94678"/>
                </a:lnTo>
                <a:lnTo>
                  <a:pt x="200151" y="80276"/>
                </a:lnTo>
                <a:lnTo>
                  <a:pt x="199440" y="78117"/>
                </a:lnTo>
                <a:lnTo>
                  <a:pt x="198716" y="77038"/>
                </a:lnTo>
                <a:lnTo>
                  <a:pt x="197992" y="76314"/>
                </a:lnTo>
                <a:lnTo>
                  <a:pt x="196913" y="75958"/>
                </a:lnTo>
                <a:lnTo>
                  <a:pt x="196202" y="75234"/>
                </a:lnTo>
                <a:lnTo>
                  <a:pt x="195110" y="74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404264" y="3812999"/>
            <a:ext cx="275209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Productividad</a:t>
            </a:r>
            <a:r>
              <a:rPr sz="1200" b="1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personal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Agenda,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follow-ups, resúmenes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plan diario del</a:t>
            </a:r>
            <a:r>
              <a:rPr sz="950" spc="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agente.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50384" y="3840240"/>
            <a:ext cx="33401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DB1C2E"/>
                </a:solidFill>
                <a:latin typeface="Calibri"/>
                <a:cs typeface="Calibri"/>
              </a:rPr>
              <a:t>08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66004" y="38401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66004" y="38401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60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59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49164" y="3934436"/>
            <a:ext cx="200660" cy="178435"/>
          </a:xfrm>
          <a:custGeom>
            <a:avLst/>
            <a:gdLst/>
            <a:ahLst/>
            <a:cxnLst/>
            <a:rect l="l" t="t" r="r" b="b"/>
            <a:pathLst>
              <a:path w="200660" h="178435">
                <a:moveTo>
                  <a:pt x="133553" y="150126"/>
                </a:moveTo>
                <a:lnTo>
                  <a:pt x="66598" y="150126"/>
                </a:lnTo>
                <a:lnTo>
                  <a:pt x="58002" y="151443"/>
                </a:lnTo>
                <a:lnTo>
                  <a:pt x="51028" y="155257"/>
                </a:lnTo>
                <a:lnTo>
                  <a:pt x="46349" y="161367"/>
                </a:lnTo>
                <a:lnTo>
                  <a:pt x="44640" y="169570"/>
                </a:lnTo>
                <a:lnTo>
                  <a:pt x="44640" y="176047"/>
                </a:lnTo>
                <a:lnTo>
                  <a:pt x="46431" y="177850"/>
                </a:lnTo>
                <a:lnTo>
                  <a:pt x="153720" y="177850"/>
                </a:lnTo>
                <a:lnTo>
                  <a:pt x="155511" y="176047"/>
                </a:lnTo>
                <a:lnTo>
                  <a:pt x="155511" y="169570"/>
                </a:lnTo>
                <a:lnTo>
                  <a:pt x="153802" y="161367"/>
                </a:lnTo>
                <a:lnTo>
                  <a:pt x="149123" y="155257"/>
                </a:lnTo>
                <a:lnTo>
                  <a:pt x="142149" y="151443"/>
                </a:lnTo>
                <a:lnTo>
                  <a:pt x="133553" y="150126"/>
                </a:lnTo>
                <a:close/>
              </a:path>
              <a:path w="200660" h="178435">
                <a:moveTo>
                  <a:pt x="196557" y="22326"/>
                </a:moveTo>
                <a:lnTo>
                  <a:pt x="3594" y="22326"/>
                </a:lnTo>
                <a:lnTo>
                  <a:pt x="0" y="25920"/>
                </a:lnTo>
                <a:lnTo>
                  <a:pt x="0" y="50050"/>
                </a:lnTo>
                <a:lnTo>
                  <a:pt x="1449" y="59299"/>
                </a:lnTo>
                <a:lnTo>
                  <a:pt x="30139" y="90354"/>
                </a:lnTo>
                <a:lnTo>
                  <a:pt x="59753" y="99364"/>
                </a:lnTo>
                <a:lnTo>
                  <a:pt x="68025" y="111106"/>
                </a:lnTo>
                <a:lnTo>
                  <a:pt x="75687" y="119033"/>
                </a:lnTo>
                <a:lnTo>
                  <a:pt x="81322" y="123517"/>
                </a:lnTo>
                <a:lnTo>
                  <a:pt x="83515" y="124929"/>
                </a:lnTo>
                <a:lnTo>
                  <a:pt x="83515" y="150126"/>
                </a:lnTo>
                <a:lnTo>
                  <a:pt x="116636" y="150126"/>
                </a:lnTo>
                <a:lnTo>
                  <a:pt x="116636" y="124929"/>
                </a:lnTo>
                <a:lnTo>
                  <a:pt x="118829" y="123517"/>
                </a:lnTo>
                <a:lnTo>
                  <a:pt x="124464" y="119033"/>
                </a:lnTo>
                <a:lnTo>
                  <a:pt x="132126" y="111106"/>
                </a:lnTo>
                <a:lnTo>
                  <a:pt x="140398" y="99364"/>
                </a:lnTo>
                <a:lnTo>
                  <a:pt x="150762" y="97623"/>
                </a:lnTo>
                <a:lnTo>
                  <a:pt x="187705" y="77129"/>
                </a:lnTo>
                <a:lnTo>
                  <a:pt x="189741" y="74523"/>
                </a:lnTo>
                <a:lnTo>
                  <a:pt x="48958" y="74523"/>
                </a:lnTo>
                <a:lnTo>
                  <a:pt x="43916" y="72720"/>
                </a:lnTo>
                <a:lnTo>
                  <a:pt x="38874" y="70205"/>
                </a:lnTo>
                <a:lnTo>
                  <a:pt x="34556" y="66967"/>
                </a:lnTo>
                <a:lnTo>
                  <a:pt x="25920" y="60845"/>
                </a:lnTo>
                <a:lnTo>
                  <a:pt x="22313" y="54000"/>
                </a:lnTo>
                <a:lnTo>
                  <a:pt x="22313" y="44284"/>
                </a:lnTo>
                <a:lnTo>
                  <a:pt x="200151" y="44284"/>
                </a:lnTo>
                <a:lnTo>
                  <a:pt x="200151" y="25920"/>
                </a:lnTo>
                <a:lnTo>
                  <a:pt x="196557" y="22326"/>
                </a:lnTo>
                <a:close/>
              </a:path>
              <a:path w="200660" h="178435">
                <a:moveTo>
                  <a:pt x="155511" y="44284"/>
                </a:moveTo>
                <a:lnTo>
                  <a:pt x="44640" y="44284"/>
                </a:lnTo>
                <a:lnTo>
                  <a:pt x="45109" y="52654"/>
                </a:lnTo>
                <a:lnTo>
                  <a:pt x="45985" y="60485"/>
                </a:lnTo>
                <a:lnTo>
                  <a:pt x="47267" y="67775"/>
                </a:lnTo>
                <a:lnTo>
                  <a:pt x="48958" y="74523"/>
                </a:lnTo>
                <a:lnTo>
                  <a:pt x="151193" y="74523"/>
                </a:lnTo>
                <a:lnTo>
                  <a:pt x="152884" y="67775"/>
                </a:lnTo>
                <a:lnTo>
                  <a:pt x="154166" y="60485"/>
                </a:lnTo>
                <a:lnTo>
                  <a:pt x="155042" y="52654"/>
                </a:lnTo>
                <a:lnTo>
                  <a:pt x="155511" y="44284"/>
                </a:lnTo>
                <a:close/>
              </a:path>
              <a:path w="200660" h="178435">
                <a:moveTo>
                  <a:pt x="200151" y="44284"/>
                </a:moveTo>
                <a:lnTo>
                  <a:pt x="177838" y="44284"/>
                </a:lnTo>
                <a:lnTo>
                  <a:pt x="177838" y="55448"/>
                </a:lnTo>
                <a:lnTo>
                  <a:pt x="171716" y="62649"/>
                </a:lnTo>
                <a:lnTo>
                  <a:pt x="165595" y="66967"/>
                </a:lnTo>
                <a:lnTo>
                  <a:pt x="161277" y="70205"/>
                </a:lnTo>
                <a:lnTo>
                  <a:pt x="156235" y="72720"/>
                </a:lnTo>
                <a:lnTo>
                  <a:pt x="151193" y="74523"/>
                </a:lnTo>
                <a:lnTo>
                  <a:pt x="189741" y="74523"/>
                </a:lnTo>
                <a:lnTo>
                  <a:pt x="194486" y="68449"/>
                </a:lnTo>
                <a:lnTo>
                  <a:pt x="198702" y="59299"/>
                </a:lnTo>
                <a:lnTo>
                  <a:pt x="200151" y="50050"/>
                </a:lnTo>
                <a:lnTo>
                  <a:pt x="200151" y="44284"/>
                </a:lnTo>
                <a:close/>
              </a:path>
              <a:path w="200660" h="178435">
                <a:moveTo>
                  <a:pt x="151917" y="0"/>
                </a:moveTo>
                <a:lnTo>
                  <a:pt x="48234" y="0"/>
                </a:lnTo>
                <a:lnTo>
                  <a:pt x="44640" y="3606"/>
                </a:lnTo>
                <a:lnTo>
                  <a:pt x="44640" y="22326"/>
                </a:lnTo>
                <a:lnTo>
                  <a:pt x="155511" y="22326"/>
                </a:lnTo>
                <a:lnTo>
                  <a:pt x="155511" y="3606"/>
                </a:lnTo>
                <a:lnTo>
                  <a:pt x="1519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10504" y="3812999"/>
            <a:ext cx="287528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Desafío práctico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200" b="1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cierre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Un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ejercicio para llevarse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casa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empezar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usar</a:t>
            </a:r>
            <a:r>
              <a:rPr sz="950" spc="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mañana.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769415" y="4892219"/>
            <a:ext cx="38163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Ag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da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07221" y="4892219"/>
            <a:ext cx="8382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278701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Claude vs </a:t>
            </a:r>
            <a:r>
              <a:rPr sz="2800" spc="-20" dirty="0">
                <a:solidFill>
                  <a:srgbClr val="003DA4"/>
                </a:solidFill>
              </a:rPr>
              <a:t>otras</a:t>
            </a:r>
            <a:r>
              <a:rPr sz="2800" spc="-70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IAs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5" dirty="0">
                <a:solidFill>
                  <a:srgbClr val="5B6573"/>
                </a:solidFill>
                <a:latin typeface="Calibri"/>
                <a:cs typeface="Calibri"/>
              </a:rPr>
              <a:t>Por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qué elegimos Claude para</a:t>
            </a:r>
            <a:r>
              <a:rPr sz="1300" b="0" i="1" spc="-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REMAX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80" h="3383279">
                <a:moveTo>
                  <a:pt x="2605684" y="0"/>
                </a:moveTo>
                <a:lnTo>
                  <a:pt x="91440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39"/>
                </a:lnTo>
                <a:lnTo>
                  <a:pt x="0" y="3291840"/>
                </a:lnTo>
                <a:lnTo>
                  <a:pt x="12242" y="3337560"/>
                </a:lnTo>
                <a:lnTo>
                  <a:pt x="45720" y="3371037"/>
                </a:lnTo>
                <a:lnTo>
                  <a:pt x="91440" y="3383279"/>
                </a:lnTo>
                <a:lnTo>
                  <a:pt x="2606040" y="3382911"/>
                </a:lnTo>
                <a:lnTo>
                  <a:pt x="2651760" y="3370681"/>
                </a:lnTo>
                <a:lnTo>
                  <a:pt x="2685237" y="3337191"/>
                </a:lnTo>
                <a:lnTo>
                  <a:pt x="2697480" y="3291471"/>
                </a:lnTo>
                <a:lnTo>
                  <a:pt x="2697124" y="91439"/>
                </a:lnTo>
                <a:lnTo>
                  <a:pt x="2684881" y="45720"/>
                </a:lnTo>
                <a:lnTo>
                  <a:pt x="2651404" y="12230"/>
                </a:lnTo>
                <a:lnTo>
                  <a:pt x="2605684" y="0"/>
                </a:lnTo>
                <a:close/>
              </a:path>
            </a:pathLst>
          </a:custGeom>
          <a:solidFill>
            <a:srgbClr val="F4E5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80" h="3383279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40" y="0"/>
                </a:lnTo>
                <a:lnTo>
                  <a:pt x="2605684" y="0"/>
                </a:lnTo>
                <a:lnTo>
                  <a:pt x="2651404" y="12230"/>
                </a:lnTo>
                <a:lnTo>
                  <a:pt x="2684881" y="45720"/>
                </a:lnTo>
                <a:lnTo>
                  <a:pt x="2697124" y="91439"/>
                </a:lnTo>
                <a:lnTo>
                  <a:pt x="2697480" y="3291471"/>
                </a:lnTo>
                <a:lnTo>
                  <a:pt x="2696681" y="3303478"/>
                </a:lnTo>
                <a:lnTo>
                  <a:pt x="2694330" y="3315146"/>
                </a:lnTo>
                <a:lnTo>
                  <a:pt x="2670798" y="3356232"/>
                </a:lnTo>
                <a:lnTo>
                  <a:pt x="2629709" y="3379763"/>
                </a:lnTo>
                <a:lnTo>
                  <a:pt x="91440" y="3383279"/>
                </a:lnTo>
                <a:lnTo>
                  <a:pt x="45720" y="3371037"/>
                </a:lnTo>
                <a:lnTo>
                  <a:pt x="12242" y="3337560"/>
                </a:lnTo>
                <a:lnTo>
                  <a:pt x="0" y="3291840"/>
                </a:lnTo>
                <a:lnTo>
                  <a:pt x="0" y="91439"/>
                </a:lnTo>
                <a:close/>
              </a:path>
            </a:pathLst>
          </a:custGeom>
          <a:ln w="2555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7380" y="1493445"/>
            <a:ext cx="1124585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D97757"/>
                </a:solidFill>
                <a:latin typeface="Calibri"/>
                <a:cs typeface="Calibri"/>
              </a:rPr>
              <a:t>Claude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00" i="1" spc="-5" dirty="0">
                <a:solidFill>
                  <a:srgbClr val="5B6573"/>
                </a:solidFill>
                <a:latin typeface="Calibri"/>
                <a:cs typeface="Calibri"/>
              </a:rPr>
              <a:t>(lo que vamos </a:t>
            </a:r>
            <a:r>
              <a:rPr sz="1000" i="1" dirty="0">
                <a:solidFill>
                  <a:srgbClr val="5B6573"/>
                </a:solidFill>
                <a:latin typeface="Calibri"/>
                <a:cs typeface="Calibri"/>
              </a:rPr>
              <a:t>a</a:t>
            </a:r>
            <a:r>
              <a:rPr sz="1000" i="1" spc="-9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rgbClr val="5B6573"/>
                </a:solidFill>
                <a:latin typeface="Calibri"/>
                <a:cs typeface="Calibri"/>
              </a:rPr>
              <a:t>usar)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744" y="2126375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822" y="2148689"/>
            <a:ext cx="1379220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Especialista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en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lectura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de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documentos</a:t>
            </a:r>
            <a:r>
              <a:rPr sz="1050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largos.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744" y="2547571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5822" y="2569897"/>
            <a:ext cx="1838960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30" dirty="0">
                <a:solidFill>
                  <a:srgbClr val="191919"/>
                </a:solidFill>
                <a:latin typeface="Calibri"/>
                <a:cs typeface="Calibri"/>
              </a:rPr>
              <a:t>Tono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más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natural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profesional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en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español.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744" y="2968766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5822" y="2991093"/>
            <a:ext cx="160083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Excelente para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análisis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legal</a:t>
            </a:r>
            <a:r>
              <a:rPr sz="1050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y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financiero.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744" y="3389974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5822" y="3412288"/>
            <a:ext cx="189293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Menos errores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en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fechas, números 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050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cálculos.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37559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79" h="3383279">
                <a:moveTo>
                  <a:pt x="2605684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39"/>
                </a:lnTo>
                <a:lnTo>
                  <a:pt x="0" y="3291840"/>
                </a:lnTo>
                <a:lnTo>
                  <a:pt x="12242" y="3337560"/>
                </a:lnTo>
                <a:lnTo>
                  <a:pt x="45719" y="3371037"/>
                </a:lnTo>
                <a:lnTo>
                  <a:pt x="91439" y="3383279"/>
                </a:lnTo>
                <a:lnTo>
                  <a:pt x="2606040" y="3382911"/>
                </a:lnTo>
                <a:lnTo>
                  <a:pt x="2651760" y="3370681"/>
                </a:lnTo>
                <a:lnTo>
                  <a:pt x="2685237" y="3337191"/>
                </a:lnTo>
                <a:lnTo>
                  <a:pt x="2697479" y="3291471"/>
                </a:lnTo>
                <a:lnTo>
                  <a:pt x="2697124" y="91439"/>
                </a:lnTo>
                <a:lnTo>
                  <a:pt x="2684881" y="45720"/>
                </a:lnTo>
                <a:lnTo>
                  <a:pt x="2651404" y="12230"/>
                </a:lnTo>
                <a:lnTo>
                  <a:pt x="2605684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37559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79" h="3383279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39" y="0"/>
                </a:lnTo>
                <a:lnTo>
                  <a:pt x="2605684" y="0"/>
                </a:lnTo>
                <a:lnTo>
                  <a:pt x="2651404" y="12230"/>
                </a:lnTo>
                <a:lnTo>
                  <a:pt x="2684881" y="45720"/>
                </a:lnTo>
                <a:lnTo>
                  <a:pt x="2697124" y="91439"/>
                </a:lnTo>
                <a:lnTo>
                  <a:pt x="2697479" y="3291471"/>
                </a:lnTo>
                <a:lnTo>
                  <a:pt x="2696681" y="3303478"/>
                </a:lnTo>
                <a:lnTo>
                  <a:pt x="2694330" y="3315146"/>
                </a:lnTo>
                <a:lnTo>
                  <a:pt x="2670798" y="3356232"/>
                </a:lnTo>
                <a:lnTo>
                  <a:pt x="2629709" y="3379763"/>
                </a:lnTo>
                <a:lnTo>
                  <a:pt x="91439" y="3383279"/>
                </a:lnTo>
                <a:lnTo>
                  <a:pt x="45719" y="3371037"/>
                </a:lnTo>
                <a:lnTo>
                  <a:pt x="12242" y="3337560"/>
                </a:lnTo>
                <a:lnTo>
                  <a:pt x="0" y="3291840"/>
                </a:lnTo>
                <a:lnTo>
                  <a:pt x="0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07740" y="1493445"/>
            <a:ext cx="930275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5B6573"/>
                </a:solidFill>
                <a:latin typeface="Calibri"/>
                <a:cs typeface="Calibri"/>
              </a:rPr>
              <a:t>ChatGPT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00" i="1" spc="-5" dirty="0">
                <a:solidFill>
                  <a:srgbClr val="5B6573"/>
                </a:solidFill>
                <a:latin typeface="Calibri"/>
                <a:cs typeface="Calibri"/>
              </a:rPr>
              <a:t>(OpenAI)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3104" y="2126375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96182" y="2148689"/>
            <a:ext cx="125666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Muy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popular y</a:t>
            </a:r>
            <a:r>
              <a:rPr sz="1050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versátil.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53104" y="2387729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96182" y="2410055"/>
            <a:ext cx="1663700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Mejor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en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creatividad</a:t>
            </a:r>
            <a:r>
              <a:rPr sz="1050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genérica.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3104" y="2649095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6182" y="2671408"/>
            <a:ext cx="1653539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Más errores con </a:t>
            </a:r>
            <a:r>
              <a:rPr sz="1050" spc="-15" dirty="0">
                <a:solidFill>
                  <a:srgbClr val="191919"/>
                </a:solidFill>
                <a:latin typeface="Calibri"/>
                <a:cs typeface="Calibri"/>
              </a:rPr>
              <a:t>textos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legales  largos.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3104" y="3070290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96182" y="3092617"/>
            <a:ext cx="1719580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Distintos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modelos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confunden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al  usuario.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17920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79" h="3383279">
                <a:moveTo>
                  <a:pt x="2605684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39"/>
                </a:lnTo>
                <a:lnTo>
                  <a:pt x="0" y="3291840"/>
                </a:lnTo>
                <a:lnTo>
                  <a:pt x="12242" y="3337560"/>
                </a:lnTo>
                <a:lnTo>
                  <a:pt x="45719" y="3371037"/>
                </a:lnTo>
                <a:lnTo>
                  <a:pt x="91439" y="3383279"/>
                </a:lnTo>
                <a:lnTo>
                  <a:pt x="2606039" y="3382911"/>
                </a:lnTo>
                <a:lnTo>
                  <a:pt x="2651759" y="3370681"/>
                </a:lnTo>
                <a:lnTo>
                  <a:pt x="2685237" y="3337191"/>
                </a:lnTo>
                <a:lnTo>
                  <a:pt x="2697479" y="3291471"/>
                </a:lnTo>
                <a:lnTo>
                  <a:pt x="2697124" y="91439"/>
                </a:lnTo>
                <a:lnTo>
                  <a:pt x="2684881" y="45720"/>
                </a:lnTo>
                <a:lnTo>
                  <a:pt x="2651404" y="12230"/>
                </a:lnTo>
                <a:lnTo>
                  <a:pt x="2605684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17920" y="1325526"/>
            <a:ext cx="2697480" cy="3383279"/>
          </a:xfrm>
          <a:custGeom>
            <a:avLst/>
            <a:gdLst/>
            <a:ahLst/>
            <a:cxnLst/>
            <a:rect l="l" t="t" r="r" b="b"/>
            <a:pathLst>
              <a:path w="2697479" h="3383279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39" y="0"/>
                </a:lnTo>
                <a:lnTo>
                  <a:pt x="2605684" y="0"/>
                </a:lnTo>
                <a:lnTo>
                  <a:pt x="2651404" y="12230"/>
                </a:lnTo>
                <a:lnTo>
                  <a:pt x="2684881" y="45720"/>
                </a:lnTo>
                <a:lnTo>
                  <a:pt x="2697124" y="91439"/>
                </a:lnTo>
                <a:lnTo>
                  <a:pt x="2697479" y="3291471"/>
                </a:lnTo>
                <a:lnTo>
                  <a:pt x="2696681" y="3303478"/>
                </a:lnTo>
                <a:lnTo>
                  <a:pt x="2694330" y="3315146"/>
                </a:lnTo>
                <a:lnTo>
                  <a:pt x="2670798" y="3356232"/>
                </a:lnTo>
                <a:lnTo>
                  <a:pt x="2629709" y="3379763"/>
                </a:lnTo>
                <a:lnTo>
                  <a:pt x="91439" y="3383279"/>
                </a:lnTo>
                <a:lnTo>
                  <a:pt x="45719" y="3371037"/>
                </a:lnTo>
                <a:lnTo>
                  <a:pt x="12242" y="3337560"/>
                </a:lnTo>
                <a:lnTo>
                  <a:pt x="0" y="3291840"/>
                </a:lnTo>
                <a:lnTo>
                  <a:pt x="0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388100" y="1493445"/>
            <a:ext cx="783590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5B6573"/>
                </a:solidFill>
                <a:latin typeface="Calibri"/>
                <a:cs typeface="Calibri"/>
              </a:rPr>
              <a:t>G</a:t>
            </a:r>
            <a:r>
              <a:rPr sz="2000" b="1" dirty="0">
                <a:solidFill>
                  <a:srgbClr val="5B6573"/>
                </a:solidFill>
                <a:latin typeface="Calibri"/>
                <a:cs typeface="Calibri"/>
              </a:rPr>
              <a:t>emi</a:t>
            </a:r>
            <a:r>
              <a:rPr sz="2000" b="1" spc="-5" dirty="0">
                <a:solidFill>
                  <a:srgbClr val="5B6573"/>
                </a:solidFill>
                <a:latin typeface="Calibri"/>
                <a:cs typeface="Calibri"/>
              </a:rPr>
              <a:t>ni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00" i="1" spc="-5" dirty="0">
                <a:solidFill>
                  <a:srgbClr val="5B6573"/>
                </a:solidFill>
                <a:latin typeface="Calibri"/>
                <a:cs typeface="Calibri"/>
              </a:rPr>
              <a:t>(Google)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47305" y="4907961"/>
            <a:ext cx="60388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trodu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ión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33464" y="2126375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6542" y="2148689"/>
            <a:ext cx="183832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Integrado con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Google</a:t>
            </a:r>
            <a:r>
              <a:rPr sz="1050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5" dirty="0">
                <a:solidFill>
                  <a:srgbClr val="191919"/>
                </a:solidFill>
                <a:latin typeface="Calibri"/>
                <a:cs typeface="Calibri"/>
              </a:rPr>
              <a:t>Workspace.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33464" y="2387729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76542" y="2410055"/>
            <a:ext cx="1545590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Bueno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búsquedas</a:t>
            </a:r>
            <a:r>
              <a:rPr sz="1050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web.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33464" y="2649095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76542" y="2671408"/>
            <a:ext cx="190309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Menos preciso con documentos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en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español.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33464" y="3070290"/>
            <a:ext cx="1314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20" dirty="0">
                <a:solidFill>
                  <a:srgbClr val="191919"/>
                </a:solidFill>
                <a:latin typeface="MS UI Gothic"/>
                <a:cs typeface="MS UI Gothic"/>
              </a:rPr>
              <a:t>●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76542" y="3092617"/>
            <a:ext cx="1755139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Más cauteloso,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a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veces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se</a:t>
            </a:r>
            <a:r>
              <a:rPr sz="1050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niega.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3938904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Qué es</a:t>
            </a:r>
            <a:r>
              <a:rPr sz="2800" spc="-9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Claude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Un </a:t>
            </a:r>
            <a:r>
              <a:rPr sz="1300" b="0" i="1" spc="-15" dirty="0">
                <a:solidFill>
                  <a:srgbClr val="5B6573"/>
                </a:solidFill>
                <a:latin typeface="Calibri"/>
                <a:cs typeface="Calibri"/>
              </a:rPr>
              <a:t>asistente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de IA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conversacional construido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por</a:t>
            </a:r>
            <a:r>
              <a:rPr sz="1300" b="0" i="1" spc="10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Anthropic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76" y="1370878"/>
            <a:ext cx="4023995" cy="3109595"/>
          </a:xfrm>
          <a:custGeom>
            <a:avLst/>
            <a:gdLst/>
            <a:ahLst/>
            <a:cxnLst/>
            <a:rect l="l" t="t" r="r" b="b"/>
            <a:pathLst>
              <a:path w="4023995" h="310959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40"/>
                </a:lnTo>
                <a:lnTo>
                  <a:pt x="0" y="3017888"/>
                </a:lnTo>
                <a:lnTo>
                  <a:pt x="798" y="3029888"/>
                </a:lnTo>
                <a:lnTo>
                  <a:pt x="18843" y="3073645"/>
                </a:lnTo>
                <a:lnTo>
                  <a:pt x="56512" y="3102336"/>
                </a:lnTo>
                <a:lnTo>
                  <a:pt x="91440" y="3109328"/>
                </a:lnTo>
                <a:lnTo>
                  <a:pt x="3932288" y="3109328"/>
                </a:lnTo>
                <a:lnTo>
                  <a:pt x="3978008" y="3097085"/>
                </a:lnTo>
                <a:lnTo>
                  <a:pt x="4011485" y="3063608"/>
                </a:lnTo>
                <a:lnTo>
                  <a:pt x="4023728" y="3017888"/>
                </a:lnTo>
                <a:lnTo>
                  <a:pt x="4023703" y="91440"/>
                </a:lnTo>
                <a:lnTo>
                  <a:pt x="4011485" y="46088"/>
                </a:lnTo>
                <a:lnTo>
                  <a:pt x="3978008" y="12598"/>
                </a:lnTo>
                <a:lnTo>
                  <a:pt x="39322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370878"/>
            <a:ext cx="4023995" cy="3109595"/>
          </a:xfrm>
          <a:custGeom>
            <a:avLst/>
            <a:gdLst/>
            <a:ahLst/>
            <a:cxnLst/>
            <a:rect l="l" t="t" r="r" b="b"/>
            <a:pathLst>
              <a:path w="4023995" h="3109595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932288" y="368"/>
                </a:lnTo>
                <a:lnTo>
                  <a:pt x="3978008" y="12598"/>
                </a:lnTo>
                <a:lnTo>
                  <a:pt x="4011485" y="46088"/>
                </a:lnTo>
                <a:lnTo>
                  <a:pt x="4023728" y="91808"/>
                </a:lnTo>
                <a:lnTo>
                  <a:pt x="4023728" y="3017888"/>
                </a:lnTo>
                <a:lnTo>
                  <a:pt x="4022928" y="3029888"/>
                </a:lnTo>
                <a:lnTo>
                  <a:pt x="4020573" y="3041553"/>
                </a:lnTo>
                <a:lnTo>
                  <a:pt x="3997037" y="3082637"/>
                </a:lnTo>
                <a:lnTo>
                  <a:pt x="3955953" y="3106173"/>
                </a:lnTo>
                <a:lnTo>
                  <a:pt x="3932288" y="3109328"/>
                </a:lnTo>
                <a:lnTo>
                  <a:pt x="91440" y="3109328"/>
                </a:lnTo>
                <a:lnTo>
                  <a:pt x="45720" y="3097085"/>
                </a:lnTo>
                <a:lnTo>
                  <a:pt x="12242" y="3063608"/>
                </a:lnTo>
                <a:lnTo>
                  <a:pt x="0" y="3017888"/>
                </a:lnTo>
                <a:lnTo>
                  <a:pt x="368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80" y="15544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" y="15544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3122" y="1695236"/>
            <a:ext cx="276225" cy="220979"/>
          </a:xfrm>
          <a:custGeom>
            <a:avLst/>
            <a:gdLst/>
            <a:ahLst/>
            <a:cxnLst/>
            <a:rect l="l" t="t" r="r" b="b"/>
            <a:pathLst>
              <a:path w="276225" h="220980">
                <a:moveTo>
                  <a:pt x="27711" y="96481"/>
                </a:moveTo>
                <a:lnTo>
                  <a:pt x="11518" y="96481"/>
                </a:lnTo>
                <a:lnTo>
                  <a:pt x="8991" y="97205"/>
                </a:lnTo>
                <a:lnTo>
                  <a:pt x="0" y="108000"/>
                </a:lnTo>
                <a:lnTo>
                  <a:pt x="0" y="168122"/>
                </a:lnTo>
                <a:lnTo>
                  <a:pt x="11518" y="179285"/>
                </a:lnTo>
                <a:lnTo>
                  <a:pt x="27711" y="179285"/>
                </a:lnTo>
                <a:lnTo>
                  <a:pt x="27711" y="96481"/>
                </a:lnTo>
                <a:close/>
              </a:path>
              <a:path w="276225" h="220980">
                <a:moveTo>
                  <a:pt x="206273" y="41401"/>
                </a:moveTo>
                <a:lnTo>
                  <a:pt x="69837" y="41401"/>
                </a:lnTo>
                <a:lnTo>
                  <a:pt x="64071" y="42849"/>
                </a:lnTo>
                <a:lnTo>
                  <a:pt x="58673" y="46088"/>
                </a:lnTo>
                <a:lnTo>
                  <a:pt x="53276" y="48971"/>
                </a:lnTo>
                <a:lnTo>
                  <a:pt x="48958" y="53289"/>
                </a:lnTo>
                <a:lnTo>
                  <a:pt x="46075" y="58686"/>
                </a:lnTo>
                <a:lnTo>
                  <a:pt x="42837" y="63728"/>
                </a:lnTo>
                <a:lnTo>
                  <a:pt x="41401" y="69850"/>
                </a:lnTo>
                <a:lnTo>
                  <a:pt x="41401" y="198005"/>
                </a:lnTo>
                <a:lnTo>
                  <a:pt x="64071" y="220687"/>
                </a:lnTo>
                <a:lnTo>
                  <a:pt x="212039" y="220687"/>
                </a:lnTo>
                <a:lnTo>
                  <a:pt x="234721" y="198005"/>
                </a:lnTo>
                <a:lnTo>
                  <a:pt x="234721" y="179285"/>
                </a:lnTo>
                <a:lnTo>
                  <a:pt x="82791" y="179285"/>
                </a:lnTo>
                <a:lnTo>
                  <a:pt x="82791" y="165608"/>
                </a:lnTo>
                <a:lnTo>
                  <a:pt x="234721" y="165608"/>
                </a:lnTo>
                <a:lnTo>
                  <a:pt x="234721" y="127444"/>
                </a:lnTo>
                <a:lnTo>
                  <a:pt x="93599" y="127444"/>
                </a:lnTo>
                <a:lnTo>
                  <a:pt x="90716" y="126720"/>
                </a:lnTo>
                <a:lnTo>
                  <a:pt x="87833" y="125285"/>
                </a:lnTo>
                <a:lnTo>
                  <a:pt x="85318" y="123850"/>
                </a:lnTo>
                <a:lnTo>
                  <a:pt x="83159" y="121691"/>
                </a:lnTo>
                <a:lnTo>
                  <a:pt x="81711" y="118808"/>
                </a:lnTo>
                <a:lnTo>
                  <a:pt x="80276" y="116281"/>
                </a:lnTo>
                <a:lnTo>
                  <a:pt x="79552" y="113411"/>
                </a:lnTo>
                <a:lnTo>
                  <a:pt x="79552" y="107289"/>
                </a:lnTo>
                <a:lnTo>
                  <a:pt x="80276" y="104406"/>
                </a:lnTo>
                <a:lnTo>
                  <a:pt x="81711" y="101892"/>
                </a:lnTo>
                <a:lnTo>
                  <a:pt x="83159" y="99009"/>
                </a:lnTo>
                <a:lnTo>
                  <a:pt x="85318" y="96850"/>
                </a:lnTo>
                <a:lnTo>
                  <a:pt x="87833" y="95402"/>
                </a:lnTo>
                <a:lnTo>
                  <a:pt x="90716" y="93967"/>
                </a:lnTo>
                <a:lnTo>
                  <a:pt x="93599" y="93243"/>
                </a:lnTo>
                <a:lnTo>
                  <a:pt x="234721" y="93243"/>
                </a:lnTo>
                <a:lnTo>
                  <a:pt x="234721" y="69850"/>
                </a:lnTo>
                <a:lnTo>
                  <a:pt x="233273" y="63728"/>
                </a:lnTo>
                <a:lnTo>
                  <a:pt x="230035" y="58686"/>
                </a:lnTo>
                <a:lnTo>
                  <a:pt x="227152" y="53289"/>
                </a:lnTo>
                <a:lnTo>
                  <a:pt x="222834" y="48971"/>
                </a:lnTo>
                <a:lnTo>
                  <a:pt x="217436" y="46088"/>
                </a:lnTo>
                <a:lnTo>
                  <a:pt x="212039" y="42849"/>
                </a:lnTo>
                <a:lnTo>
                  <a:pt x="206273" y="41401"/>
                </a:lnTo>
                <a:close/>
              </a:path>
              <a:path w="276225" h="220980">
                <a:moveTo>
                  <a:pt x="124193" y="165608"/>
                </a:moveTo>
                <a:lnTo>
                  <a:pt x="110515" y="165608"/>
                </a:lnTo>
                <a:lnTo>
                  <a:pt x="110515" y="179285"/>
                </a:lnTo>
                <a:lnTo>
                  <a:pt x="124193" y="179285"/>
                </a:lnTo>
                <a:lnTo>
                  <a:pt x="124193" y="165608"/>
                </a:lnTo>
                <a:close/>
              </a:path>
              <a:path w="276225" h="220980">
                <a:moveTo>
                  <a:pt x="165595" y="165608"/>
                </a:moveTo>
                <a:lnTo>
                  <a:pt x="151917" y="165608"/>
                </a:lnTo>
                <a:lnTo>
                  <a:pt x="151917" y="179285"/>
                </a:lnTo>
                <a:lnTo>
                  <a:pt x="165595" y="179285"/>
                </a:lnTo>
                <a:lnTo>
                  <a:pt x="165595" y="165608"/>
                </a:lnTo>
                <a:close/>
              </a:path>
              <a:path w="276225" h="220980">
                <a:moveTo>
                  <a:pt x="234721" y="165608"/>
                </a:moveTo>
                <a:lnTo>
                  <a:pt x="193319" y="165608"/>
                </a:lnTo>
                <a:lnTo>
                  <a:pt x="193319" y="179285"/>
                </a:lnTo>
                <a:lnTo>
                  <a:pt x="234721" y="179285"/>
                </a:lnTo>
                <a:lnTo>
                  <a:pt x="234721" y="165608"/>
                </a:lnTo>
                <a:close/>
              </a:path>
              <a:path w="276225" h="220980">
                <a:moveTo>
                  <a:pt x="176403" y="93243"/>
                </a:moveTo>
                <a:lnTo>
                  <a:pt x="99720" y="93243"/>
                </a:lnTo>
                <a:lnTo>
                  <a:pt x="102603" y="93967"/>
                </a:lnTo>
                <a:lnTo>
                  <a:pt x="105117" y="95402"/>
                </a:lnTo>
                <a:lnTo>
                  <a:pt x="108000" y="96850"/>
                </a:lnTo>
                <a:lnTo>
                  <a:pt x="110159" y="99009"/>
                </a:lnTo>
                <a:lnTo>
                  <a:pt x="111594" y="101892"/>
                </a:lnTo>
                <a:lnTo>
                  <a:pt x="113042" y="104406"/>
                </a:lnTo>
                <a:lnTo>
                  <a:pt x="113753" y="107289"/>
                </a:lnTo>
                <a:lnTo>
                  <a:pt x="113753" y="113411"/>
                </a:lnTo>
                <a:lnTo>
                  <a:pt x="113042" y="116281"/>
                </a:lnTo>
                <a:lnTo>
                  <a:pt x="111594" y="118808"/>
                </a:lnTo>
                <a:lnTo>
                  <a:pt x="110159" y="121691"/>
                </a:lnTo>
                <a:lnTo>
                  <a:pt x="108000" y="123850"/>
                </a:lnTo>
                <a:lnTo>
                  <a:pt x="105117" y="125285"/>
                </a:lnTo>
                <a:lnTo>
                  <a:pt x="102603" y="126720"/>
                </a:lnTo>
                <a:lnTo>
                  <a:pt x="99720" y="127444"/>
                </a:lnTo>
                <a:lnTo>
                  <a:pt x="176403" y="127444"/>
                </a:lnTo>
                <a:lnTo>
                  <a:pt x="173520" y="126720"/>
                </a:lnTo>
                <a:lnTo>
                  <a:pt x="170992" y="125285"/>
                </a:lnTo>
                <a:lnTo>
                  <a:pt x="168122" y="123850"/>
                </a:lnTo>
                <a:lnTo>
                  <a:pt x="165963" y="121691"/>
                </a:lnTo>
                <a:lnTo>
                  <a:pt x="164515" y="118808"/>
                </a:lnTo>
                <a:lnTo>
                  <a:pt x="163080" y="116281"/>
                </a:lnTo>
                <a:lnTo>
                  <a:pt x="162356" y="113411"/>
                </a:lnTo>
                <a:lnTo>
                  <a:pt x="162356" y="107289"/>
                </a:lnTo>
                <a:lnTo>
                  <a:pt x="163080" y="104406"/>
                </a:lnTo>
                <a:lnTo>
                  <a:pt x="164515" y="101892"/>
                </a:lnTo>
                <a:lnTo>
                  <a:pt x="165963" y="99009"/>
                </a:lnTo>
                <a:lnTo>
                  <a:pt x="168122" y="96850"/>
                </a:lnTo>
                <a:lnTo>
                  <a:pt x="170992" y="95402"/>
                </a:lnTo>
                <a:lnTo>
                  <a:pt x="173520" y="93967"/>
                </a:lnTo>
                <a:lnTo>
                  <a:pt x="176403" y="93243"/>
                </a:lnTo>
                <a:close/>
              </a:path>
              <a:path w="276225" h="220980">
                <a:moveTo>
                  <a:pt x="234721" y="93243"/>
                </a:moveTo>
                <a:lnTo>
                  <a:pt x="182511" y="93243"/>
                </a:lnTo>
                <a:lnTo>
                  <a:pt x="185394" y="93967"/>
                </a:lnTo>
                <a:lnTo>
                  <a:pt x="188277" y="95402"/>
                </a:lnTo>
                <a:lnTo>
                  <a:pt x="190792" y="96850"/>
                </a:lnTo>
                <a:lnTo>
                  <a:pt x="192951" y="99009"/>
                </a:lnTo>
                <a:lnTo>
                  <a:pt x="194398" y="101892"/>
                </a:lnTo>
                <a:lnTo>
                  <a:pt x="195834" y="104406"/>
                </a:lnTo>
                <a:lnTo>
                  <a:pt x="196557" y="107289"/>
                </a:lnTo>
                <a:lnTo>
                  <a:pt x="196557" y="113411"/>
                </a:lnTo>
                <a:lnTo>
                  <a:pt x="195834" y="116281"/>
                </a:lnTo>
                <a:lnTo>
                  <a:pt x="194398" y="118808"/>
                </a:lnTo>
                <a:lnTo>
                  <a:pt x="192951" y="121691"/>
                </a:lnTo>
                <a:lnTo>
                  <a:pt x="190792" y="123850"/>
                </a:lnTo>
                <a:lnTo>
                  <a:pt x="188277" y="125285"/>
                </a:lnTo>
                <a:lnTo>
                  <a:pt x="185394" y="126720"/>
                </a:lnTo>
                <a:lnTo>
                  <a:pt x="182511" y="127444"/>
                </a:lnTo>
                <a:lnTo>
                  <a:pt x="234721" y="127444"/>
                </a:lnTo>
                <a:lnTo>
                  <a:pt x="234721" y="93243"/>
                </a:lnTo>
                <a:close/>
              </a:path>
              <a:path w="276225" h="220980">
                <a:moveTo>
                  <a:pt x="140398" y="0"/>
                </a:moveTo>
                <a:lnTo>
                  <a:pt x="135712" y="0"/>
                </a:lnTo>
                <a:lnTo>
                  <a:pt x="133197" y="368"/>
                </a:lnTo>
                <a:lnTo>
                  <a:pt x="131038" y="1803"/>
                </a:lnTo>
                <a:lnTo>
                  <a:pt x="128879" y="2882"/>
                </a:lnTo>
                <a:lnTo>
                  <a:pt x="127431" y="4686"/>
                </a:lnTo>
                <a:lnTo>
                  <a:pt x="125996" y="6845"/>
                </a:lnTo>
                <a:lnTo>
                  <a:pt x="124917" y="9004"/>
                </a:lnTo>
                <a:lnTo>
                  <a:pt x="124193" y="11163"/>
                </a:lnTo>
                <a:lnTo>
                  <a:pt x="124193" y="41401"/>
                </a:lnTo>
                <a:lnTo>
                  <a:pt x="151917" y="41401"/>
                </a:lnTo>
                <a:lnTo>
                  <a:pt x="151917" y="11163"/>
                </a:lnTo>
                <a:lnTo>
                  <a:pt x="145072" y="1803"/>
                </a:lnTo>
                <a:lnTo>
                  <a:pt x="142913" y="368"/>
                </a:lnTo>
                <a:lnTo>
                  <a:pt x="140398" y="0"/>
                </a:lnTo>
                <a:close/>
              </a:path>
              <a:path w="276225" h="220980">
                <a:moveTo>
                  <a:pt x="264591" y="96481"/>
                </a:moveTo>
                <a:lnTo>
                  <a:pt x="248399" y="96481"/>
                </a:lnTo>
                <a:lnTo>
                  <a:pt x="248399" y="179285"/>
                </a:lnTo>
                <a:lnTo>
                  <a:pt x="264591" y="179285"/>
                </a:lnTo>
                <a:lnTo>
                  <a:pt x="267119" y="178562"/>
                </a:lnTo>
                <a:lnTo>
                  <a:pt x="271437" y="176402"/>
                </a:lnTo>
                <a:lnTo>
                  <a:pt x="273240" y="174599"/>
                </a:lnTo>
                <a:lnTo>
                  <a:pt x="275399" y="170281"/>
                </a:lnTo>
                <a:lnTo>
                  <a:pt x="276123" y="168122"/>
                </a:lnTo>
                <a:lnTo>
                  <a:pt x="276123" y="108000"/>
                </a:lnTo>
                <a:lnTo>
                  <a:pt x="264591" y="96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7024" y="1676198"/>
            <a:ext cx="3223895" cy="2621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2780">
              <a:lnSpc>
                <a:spcPct val="100000"/>
              </a:lnSpc>
            </a:pPr>
            <a:r>
              <a:rPr sz="1400" b="1" dirty="0">
                <a:solidFill>
                  <a:srgbClr val="191919"/>
                </a:solidFill>
                <a:latin typeface="Calibri"/>
                <a:cs typeface="Calibri"/>
              </a:rPr>
              <a:t>Un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colega </a:t>
            </a: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que nunca</a:t>
            </a:r>
            <a:r>
              <a:rPr sz="1400" b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duerme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Claude entiende lenguaje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natural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— le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hablás como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a un 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asistente.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13664" indent="-100965">
              <a:lnSpc>
                <a:spcPct val="100000"/>
              </a:lnSpc>
              <a:spcBef>
                <a:spcPts val="855"/>
              </a:spcBef>
              <a:buChar char="•"/>
              <a:tabLst>
                <a:tab pos="114300" algn="l"/>
              </a:tabLst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Lee documentos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largos (contratos,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escrituras,</a:t>
            </a:r>
            <a:r>
              <a:rPr sz="1100" spc="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PDFs).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spcBef>
                <a:spcPts val="400"/>
              </a:spcBef>
              <a:buChar char="•"/>
              <a:tabLst>
                <a:tab pos="114300" algn="l"/>
              </a:tabLst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Resume, analiza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redacta</a:t>
            </a:r>
            <a:r>
              <a:rPr sz="1100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textos.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spcBef>
                <a:spcPts val="400"/>
              </a:spcBef>
              <a:buChar char="•"/>
              <a:tabLst>
                <a:tab pos="114300" algn="l"/>
              </a:tabLst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Investiga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datos públicos con su buscador</a:t>
            </a:r>
            <a:r>
              <a:rPr sz="1100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web.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spcBef>
                <a:spcPts val="400"/>
              </a:spcBef>
              <a:buChar char="•"/>
              <a:tabLst>
                <a:tab pos="114300" algn="l"/>
              </a:tabLst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Hace cálculos, comparaciones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100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tablas.</a:t>
            </a:r>
            <a:endParaRPr sz="1100">
              <a:latin typeface="Calibri"/>
              <a:cs typeface="Calibri"/>
            </a:endParaRPr>
          </a:p>
          <a:p>
            <a:pPr marL="113664" indent="-100965">
              <a:lnSpc>
                <a:spcPct val="100000"/>
              </a:lnSpc>
              <a:spcBef>
                <a:spcPts val="400"/>
              </a:spcBef>
              <a:buChar char="•"/>
              <a:tabLst>
                <a:tab pos="114300" algn="l"/>
              </a:tabLst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Conversa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en español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argentino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sin</a:t>
            </a:r>
            <a:r>
              <a:rPr sz="1100" spc="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esfuerzo.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reemplaza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al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agente: lo</a:t>
            </a:r>
            <a:r>
              <a:rPr sz="1100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potencia.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3084" y="1371602"/>
            <a:ext cx="4023360" cy="685800"/>
          </a:xfrm>
          <a:custGeom>
            <a:avLst/>
            <a:gdLst/>
            <a:ahLst/>
            <a:cxnLst/>
            <a:rect l="l" t="t" r="r" b="b"/>
            <a:pathLst>
              <a:path w="4023359" h="68580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949915" y="0"/>
                </a:lnTo>
                <a:lnTo>
                  <a:pt x="3994443" y="15104"/>
                </a:lnTo>
                <a:lnTo>
                  <a:pt x="4020562" y="54224"/>
                </a:lnTo>
                <a:lnTo>
                  <a:pt x="4022991" y="73075"/>
                </a:lnTo>
                <a:lnTo>
                  <a:pt x="4023359" y="612355"/>
                </a:lnTo>
                <a:lnTo>
                  <a:pt x="4022752" y="621995"/>
                </a:lnTo>
                <a:lnTo>
                  <a:pt x="4020929" y="631396"/>
                </a:lnTo>
                <a:lnTo>
                  <a:pt x="3994649" y="670340"/>
                </a:lnTo>
                <a:lnTo>
                  <a:pt x="3950271" y="685444"/>
                </a:lnTo>
                <a:lnTo>
                  <a:pt x="73075" y="685800"/>
                </a:lnTo>
                <a:lnTo>
                  <a:pt x="28548" y="670695"/>
                </a:lnTo>
                <a:lnTo>
                  <a:pt x="2428" y="631575"/>
                </a:lnTo>
                <a:lnTo>
                  <a:pt x="0" y="612724"/>
                </a:lnTo>
                <a:lnTo>
                  <a:pt x="0" y="73075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00600" y="150876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00600" y="150876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79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93119" y="1615683"/>
            <a:ext cx="226060" cy="197485"/>
          </a:xfrm>
          <a:custGeom>
            <a:avLst/>
            <a:gdLst/>
            <a:ahLst/>
            <a:cxnLst/>
            <a:rect l="l" t="t" r="r" b="b"/>
            <a:pathLst>
              <a:path w="226060" h="197485">
                <a:moveTo>
                  <a:pt x="113042" y="0"/>
                </a:moveTo>
                <a:lnTo>
                  <a:pt x="69160" y="7199"/>
                </a:lnTo>
                <a:lnTo>
                  <a:pt x="33343" y="26817"/>
                </a:lnTo>
                <a:lnTo>
                  <a:pt x="9204" y="55887"/>
                </a:lnTo>
                <a:lnTo>
                  <a:pt x="355" y="91439"/>
                </a:lnTo>
                <a:lnTo>
                  <a:pt x="2065" y="107525"/>
                </a:lnTo>
                <a:lnTo>
                  <a:pt x="7016" y="122666"/>
                </a:lnTo>
                <a:lnTo>
                  <a:pt x="14939" y="136592"/>
                </a:lnTo>
                <a:lnTo>
                  <a:pt x="25565" y="149034"/>
                </a:lnTo>
                <a:lnTo>
                  <a:pt x="19564" y="165035"/>
                </a:lnTo>
                <a:lnTo>
                  <a:pt x="11609" y="178469"/>
                </a:lnTo>
                <a:lnTo>
                  <a:pt x="4599" y="187717"/>
                </a:lnTo>
                <a:lnTo>
                  <a:pt x="1435" y="191160"/>
                </a:lnTo>
                <a:lnTo>
                  <a:pt x="355" y="192239"/>
                </a:lnTo>
                <a:lnTo>
                  <a:pt x="0" y="193675"/>
                </a:lnTo>
                <a:lnTo>
                  <a:pt x="723" y="195122"/>
                </a:lnTo>
                <a:lnTo>
                  <a:pt x="1435" y="196202"/>
                </a:lnTo>
                <a:lnTo>
                  <a:pt x="2514" y="197281"/>
                </a:lnTo>
                <a:lnTo>
                  <a:pt x="3962" y="197281"/>
                </a:lnTo>
                <a:lnTo>
                  <a:pt x="24419" y="194952"/>
                </a:lnTo>
                <a:lnTo>
                  <a:pt x="41805" y="189179"/>
                </a:lnTo>
                <a:lnTo>
                  <a:pt x="55747" y="181787"/>
                </a:lnTo>
                <a:lnTo>
                  <a:pt x="65874" y="174599"/>
                </a:lnTo>
                <a:lnTo>
                  <a:pt x="159530" y="174599"/>
                </a:lnTo>
                <a:lnTo>
                  <a:pt x="192735" y="156373"/>
                </a:lnTo>
                <a:lnTo>
                  <a:pt x="216869" y="127198"/>
                </a:lnTo>
                <a:lnTo>
                  <a:pt x="225717" y="91439"/>
                </a:lnTo>
                <a:lnTo>
                  <a:pt x="216869" y="55887"/>
                </a:lnTo>
                <a:lnTo>
                  <a:pt x="192735" y="26817"/>
                </a:lnTo>
                <a:lnTo>
                  <a:pt x="156922" y="7199"/>
                </a:lnTo>
                <a:lnTo>
                  <a:pt x="113042" y="0"/>
                </a:lnTo>
                <a:close/>
              </a:path>
              <a:path w="226060" h="197485">
                <a:moveTo>
                  <a:pt x="159530" y="174599"/>
                </a:moveTo>
                <a:lnTo>
                  <a:pt x="65874" y="174599"/>
                </a:lnTo>
                <a:lnTo>
                  <a:pt x="76941" y="178226"/>
                </a:lnTo>
                <a:lnTo>
                  <a:pt x="88515" y="180941"/>
                </a:lnTo>
                <a:lnTo>
                  <a:pt x="100561" y="182645"/>
                </a:lnTo>
                <a:lnTo>
                  <a:pt x="113042" y="183235"/>
                </a:lnTo>
                <a:lnTo>
                  <a:pt x="156922" y="176030"/>
                </a:lnTo>
                <a:lnTo>
                  <a:pt x="159530" y="174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63540" y="1508939"/>
            <a:ext cx="33782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Hablás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63084" y="2148842"/>
            <a:ext cx="4023360" cy="685800"/>
          </a:xfrm>
          <a:custGeom>
            <a:avLst/>
            <a:gdLst/>
            <a:ahLst/>
            <a:cxnLst/>
            <a:rect l="l" t="t" r="r" b="b"/>
            <a:pathLst>
              <a:path w="4023359" h="68580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949915" y="0"/>
                </a:lnTo>
                <a:lnTo>
                  <a:pt x="3994443" y="15104"/>
                </a:lnTo>
                <a:lnTo>
                  <a:pt x="4020562" y="54224"/>
                </a:lnTo>
                <a:lnTo>
                  <a:pt x="4022991" y="73075"/>
                </a:lnTo>
                <a:lnTo>
                  <a:pt x="4023359" y="612355"/>
                </a:lnTo>
                <a:lnTo>
                  <a:pt x="4022752" y="621995"/>
                </a:lnTo>
                <a:lnTo>
                  <a:pt x="4020929" y="631396"/>
                </a:lnTo>
                <a:lnTo>
                  <a:pt x="3994649" y="670340"/>
                </a:lnTo>
                <a:lnTo>
                  <a:pt x="3950271" y="685444"/>
                </a:lnTo>
                <a:lnTo>
                  <a:pt x="73075" y="685800"/>
                </a:lnTo>
                <a:lnTo>
                  <a:pt x="28548" y="670695"/>
                </a:lnTo>
                <a:lnTo>
                  <a:pt x="2428" y="631575"/>
                </a:lnTo>
                <a:lnTo>
                  <a:pt x="0" y="612724"/>
                </a:lnTo>
                <a:lnTo>
                  <a:pt x="0" y="73075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00600" y="228600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00600" y="228600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79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34877" y="2378877"/>
            <a:ext cx="144780" cy="225425"/>
          </a:xfrm>
          <a:custGeom>
            <a:avLst/>
            <a:gdLst/>
            <a:ahLst/>
            <a:cxnLst/>
            <a:rect l="l" t="t" r="r" b="b"/>
            <a:pathLst>
              <a:path w="144779" h="225425">
                <a:moveTo>
                  <a:pt x="95758" y="0"/>
                </a:moveTo>
                <a:lnTo>
                  <a:pt x="20167" y="0"/>
                </a:lnTo>
                <a:lnTo>
                  <a:pt x="15836" y="3962"/>
                </a:lnTo>
                <a:lnTo>
                  <a:pt x="1079" y="114846"/>
                </a:lnTo>
                <a:lnTo>
                  <a:pt x="0" y="120967"/>
                </a:lnTo>
                <a:lnTo>
                  <a:pt x="5041" y="126720"/>
                </a:lnTo>
                <a:lnTo>
                  <a:pt x="63728" y="126720"/>
                </a:lnTo>
                <a:lnTo>
                  <a:pt x="43561" y="212407"/>
                </a:lnTo>
                <a:lnTo>
                  <a:pt x="41757" y="218884"/>
                </a:lnTo>
                <a:lnTo>
                  <a:pt x="46799" y="225361"/>
                </a:lnTo>
                <a:lnTo>
                  <a:pt x="57238" y="225361"/>
                </a:lnTo>
                <a:lnTo>
                  <a:pt x="60845" y="223202"/>
                </a:lnTo>
                <a:lnTo>
                  <a:pt x="62649" y="219963"/>
                </a:lnTo>
                <a:lnTo>
                  <a:pt x="140042" y="86410"/>
                </a:lnTo>
                <a:lnTo>
                  <a:pt x="144360" y="79209"/>
                </a:lnTo>
                <a:lnTo>
                  <a:pt x="139319" y="70561"/>
                </a:lnTo>
                <a:lnTo>
                  <a:pt x="80276" y="70561"/>
                </a:lnTo>
                <a:lnTo>
                  <a:pt x="99009" y="13322"/>
                </a:lnTo>
                <a:lnTo>
                  <a:pt x="100799" y="6845"/>
                </a:lnTo>
                <a:lnTo>
                  <a:pt x="95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63084" y="2926082"/>
            <a:ext cx="4023360" cy="685800"/>
          </a:xfrm>
          <a:custGeom>
            <a:avLst/>
            <a:gdLst/>
            <a:ahLst/>
            <a:cxnLst/>
            <a:rect l="l" t="t" r="r" b="b"/>
            <a:pathLst>
              <a:path w="4023359" h="68580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949915" y="0"/>
                </a:lnTo>
                <a:lnTo>
                  <a:pt x="3994443" y="15104"/>
                </a:lnTo>
                <a:lnTo>
                  <a:pt x="4020562" y="54224"/>
                </a:lnTo>
                <a:lnTo>
                  <a:pt x="4022991" y="73075"/>
                </a:lnTo>
                <a:lnTo>
                  <a:pt x="4023359" y="612355"/>
                </a:lnTo>
                <a:lnTo>
                  <a:pt x="4022752" y="621995"/>
                </a:lnTo>
                <a:lnTo>
                  <a:pt x="4020929" y="631396"/>
                </a:lnTo>
                <a:lnTo>
                  <a:pt x="3994649" y="670340"/>
                </a:lnTo>
                <a:lnTo>
                  <a:pt x="3950271" y="685444"/>
                </a:lnTo>
                <a:lnTo>
                  <a:pt x="73075" y="685800"/>
                </a:lnTo>
                <a:lnTo>
                  <a:pt x="28548" y="670695"/>
                </a:lnTo>
                <a:lnTo>
                  <a:pt x="2428" y="631575"/>
                </a:lnTo>
                <a:lnTo>
                  <a:pt x="0" y="612724"/>
                </a:lnTo>
                <a:lnTo>
                  <a:pt x="0" y="73075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00600" y="306324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00600" y="306324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79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21554" y="3156117"/>
            <a:ext cx="169545" cy="225425"/>
          </a:xfrm>
          <a:custGeom>
            <a:avLst/>
            <a:gdLst/>
            <a:ahLst/>
            <a:cxnLst/>
            <a:rect l="l" t="t" r="r" b="b"/>
            <a:pathLst>
              <a:path w="169545" h="225425">
                <a:moveTo>
                  <a:pt x="98640" y="0"/>
                </a:moveTo>
                <a:lnTo>
                  <a:pt x="4686" y="0"/>
                </a:lnTo>
                <a:lnTo>
                  <a:pt x="0" y="4686"/>
                </a:lnTo>
                <a:lnTo>
                  <a:pt x="0" y="220687"/>
                </a:lnTo>
                <a:lnTo>
                  <a:pt x="4686" y="225361"/>
                </a:lnTo>
                <a:lnTo>
                  <a:pt x="164528" y="225361"/>
                </a:lnTo>
                <a:lnTo>
                  <a:pt x="169202" y="220687"/>
                </a:lnTo>
                <a:lnTo>
                  <a:pt x="169202" y="168846"/>
                </a:lnTo>
                <a:lnTo>
                  <a:pt x="44640" y="168846"/>
                </a:lnTo>
                <a:lnTo>
                  <a:pt x="42481" y="166687"/>
                </a:lnTo>
                <a:lnTo>
                  <a:pt x="42481" y="157327"/>
                </a:lnTo>
                <a:lnTo>
                  <a:pt x="44640" y="154800"/>
                </a:lnTo>
                <a:lnTo>
                  <a:pt x="169202" y="154800"/>
                </a:lnTo>
                <a:lnTo>
                  <a:pt x="169202" y="140766"/>
                </a:lnTo>
                <a:lnTo>
                  <a:pt x="44640" y="140766"/>
                </a:lnTo>
                <a:lnTo>
                  <a:pt x="42481" y="138607"/>
                </a:lnTo>
                <a:lnTo>
                  <a:pt x="42481" y="129247"/>
                </a:lnTo>
                <a:lnTo>
                  <a:pt x="44640" y="126720"/>
                </a:lnTo>
                <a:lnTo>
                  <a:pt x="169202" y="126720"/>
                </a:lnTo>
                <a:lnTo>
                  <a:pt x="169202" y="112687"/>
                </a:lnTo>
                <a:lnTo>
                  <a:pt x="44640" y="112687"/>
                </a:lnTo>
                <a:lnTo>
                  <a:pt x="42481" y="110159"/>
                </a:lnTo>
                <a:lnTo>
                  <a:pt x="42481" y="101168"/>
                </a:lnTo>
                <a:lnTo>
                  <a:pt x="44640" y="98640"/>
                </a:lnTo>
                <a:lnTo>
                  <a:pt x="169202" y="98640"/>
                </a:lnTo>
                <a:lnTo>
                  <a:pt x="169202" y="70561"/>
                </a:lnTo>
                <a:lnTo>
                  <a:pt x="103327" y="70561"/>
                </a:lnTo>
                <a:lnTo>
                  <a:pt x="98640" y="65887"/>
                </a:lnTo>
                <a:lnTo>
                  <a:pt x="98640" y="0"/>
                </a:lnTo>
                <a:close/>
              </a:path>
              <a:path w="169545" h="225425">
                <a:moveTo>
                  <a:pt x="169202" y="154800"/>
                </a:moveTo>
                <a:lnTo>
                  <a:pt x="124561" y="154800"/>
                </a:lnTo>
                <a:lnTo>
                  <a:pt x="126720" y="157327"/>
                </a:lnTo>
                <a:lnTo>
                  <a:pt x="126720" y="166687"/>
                </a:lnTo>
                <a:lnTo>
                  <a:pt x="124561" y="168846"/>
                </a:lnTo>
                <a:lnTo>
                  <a:pt x="169202" y="168846"/>
                </a:lnTo>
                <a:lnTo>
                  <a:pt x="169202" y="154800"/>
                </a:lnTo>
                <a:close/>
              </a:path>
              <a:path w="169545" h="225425">
                <a:moveTo>
                  <a:pt x="169202" y="126720"/>
                </a:moveTo>
                <a:lnTo>
                  <a:pt x="124561" y="126720"/>
                </a:lnTo>
                <a:lnTo>
                  <a:pt x="126720" y="129247"/>
                </a:lnTo>
                <a:lnTo>
                  <a:pt x="126720" y="138607"/>
                </a:lnTo>
                <a:lnTo>
                  <a:pt x="124561" y="140766"/>
                </a:lnTo>
                <a:lnTo>
                  <a:pt x="169202" y="140766"/>
                </a:lnTo>
                <a:lnTo>
                  <a:pt x="169202" y="126720"/>
                </a:lnTo>
                <a:close/>
              </a:path>
              <a:path w="169545" h="225425">
                <a:moveTo>
                  <a:pt x="169202" y="98640"/>
                </a:moveTo>
                <a:lnTo>
                  <a:pt x="124561" y="98640"/>
                </a:lnTo>
                <a:lnTo>
                  <a:pt x="126720" y="101168"/>
                </a:lnTo>
                <a:lnTo>
                  <a:pt x="126720" y="110159"/>
                </a:lnTo>
                <a:lnTo>
                  <a:pt x="124561" y="112687"/>
                </a:lnTo>
                <a:lnTo>
                  <a:pt x="169202" y="112687"/>
                </a:lnTo>
                <a:lnTo>
                  <a:pt x="169202" y="98640"/>
                </a:lnTo>
                <a:close/>
              </a:path>
              <a:path w="169545" h="225425">
                <a:moveTo>
                  <a:pt x="118084" y="0"/>
                </a:moveTo>
                <a:lnTo>
                  <a:pt x="112687" y="0"/>
                </a:lnTo>
                <a:lnTo>
                  <a:pt x="112687" y="56527"/>
                </a:lnTo>
                <a:lnTo>
                  <a:pt x="169202" y="56527"/>
                </a:lnTo>
                <a:lnTo>
                  <a:pt x="169202" y="50761"/>
                </a:lnTo>
                <a:lnTo>
                  <a:pt x="168122" y="48247"/>
                </a:lnTo>
                <a:lnTo>
                  <a:pt x="165963" y="46443"/>
                </a:lnTo>
                <a:lnTo>
                  <a:pt x="122770" y="3251"/>
                </a:lnTo>
                <a:lnTo>
                  <a:pt x="120967" y="1079"/>
                </a:lnTo>
                <a:lnTo>
                  <a:pt x="1180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63084" y="3703322"/>
            <a:ext cx="4023360" cy="685800"/>
          </a:xfrm>
          <a:custGeom>
            <a:avLst/>
            <a:gdLst/>
            <a:ahLst/>
            <a:cxnLst/>
            <a:rect l="l" t="t" r="r" b="b"/>
            <a:pathLst>
              <a:path w="4023359" h="68580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949915" y="0"/>
                </a:lnTo>
                <a:lnTo>
                  <a:pt x="3994443" y="15104"/>
                </a:lnTo>
                <a:lnTo>
                  <a:pt x="4020562" y="54224"/>
                </a:lnTo>
                <a:lnTo>
                  <a:pt x="4022991" y="73075"/>
                </a:lnTo>
                <a:lnTo>
                  <a:pt x="4023359" y="612355"/>
                </a:lnTo>
                <a:lnTo>
                  <a:pt x="4022752" y="621995"/>
                </a:lnTo>
                <a:lnTo>
                  <a:pt x="4020929" y="631396"/>
                </a:lnTo>
                <a:lnTo>
                  <a:pt x="3994649" y="670340"/>
                </a:lnTo>
                <a:lnTo>
                  <a:pt x="3950271" y="685444"/>
                </a:lnTo>
                <a:lnTo>
                  <a:pt x="73075" y="685799"/>
                </a:lnTo>
                <a:lnTo>
                  <a:pt x="28548" y="670695"/>
                </a:lnTo>
                <a:lnTo>
                  <a:pt x="2428" y="631575"/>
                </a:lnTo>
                <a:lnTo>
                  <a:pt x="0" y="612724"/>
                </a:lnTo>
                <a:lnTo>
                  <a:pt x="0" y="73075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00600" y="384048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00600" y="384048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79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35956" y="3933357"/>
            <a:ext cx="140970" cy="225425"/>
          </a:xfrm>
          <a:custGeom>
            <a:avLst/>
            <a:gdLst/>
            <a:ahLst/>
            <a:cxnLst/>
            <a:rect l="l" t="t" r="r" b="b"/>
            <a:pathLst>
              <a:path w="140970" h="225425">
                <a:moveTo>
                  <a:pt x="119519" y="0"/>
                </a:moveTo>
                <a:lnTo>
                  <a:pt x="20878" y="0"/>
                </a:lnTo>
                <a:lnTo>
                  <a:pt x="12756" y="1648"/>
                </a:lnTo>
                <a:lnTo>
                  <a:pt x="6119" y="6165"/>
                </a:lnTo>
                <a:lnTo>
                  <a:pt x="1642" y="12912"/>
                </a:lnTo>
                <a:lnTo>
                  <a:pt x="0" y="21247"/>
                </a:lnTo>
                <a:lnTo>
                  <a:pt x="0" y="204127"/>
                </a:lnTo>
                <a:lnTo>
                  <a:pt x="1642" y="212454"/>
                </a:lnTo>
                <a:lnTo>
                  <a:pt x="6119" y="219197"/>
                </a:lnTo>
                <a:lnTo>
                  <a:pt x="12756" y="223713"/>
                </a:lnTo>
                <a:lnTo>
                  <a:pt x="20878" y="225361"/>
                </a:lnTo>
                <a:lnTo>
                  <a:pt x="119519" y="225361"/>
                </a:lnTo>
                <a:lnTo>
                  <a:pt x="127641" y="223713"/>
                </a:lnTo>
                <a:lnTo>
                  <a:pt x="134278" y="219197"/>
                </a:lnTo>
                <a:lnTo>
                  <a:pt x="138756" y="212454"/>
                </a:lnTo>
                <a:lnTo>
                  <a:pt x="138978" y="211327"/>
                </a:lnTo>
                <a:lnTo>
                  <a:pt x="62280" y="211327"/>
                </a:lnTo>
                <a:lnTo>
                  <a:pt x="56159" y="204850"/>
                </a:lnTo>
                <a:lnTo>
                  <a:pt x="56159" y="189369"/>
                </a:lnTo>
                <a:lnTo>
                  <a:pt x="62280" y="182879"/>
                </a:lnTo>
                <a:lnTo>
                  <a:pt x="140398" y="182879"/>
                </a:lnTo>
                <a:lnTo>
                  <a:pt x="140398" y="168846"/>
                </a:lnTo>
                <a:lnTo>
                  <a:pt x="23406" y="168846"/>
                </a:lnTo>
                <a:lnTo>
                  <a:pt x="20878" y="166687"/>
                </a:lnTo>
                <a:lnTo>
                  <a:pt x="20878" y="23406"/>
                </a:lnTo>
                <a:lnTo>
                  <a:pt x="23406" y="21247"/>
                </a:lnTo>
                <a:lnTo>
                  <a:pt x="140398" y="21247"/>
                </a:lnTo>
                <a:lnTo>
                  <a:pt x="138756" y="12912"/>
                </a:lnTo>
                <a:lnTo>
                  <a:pt x="134278" y="6165"/>
                </a:lnTo>
                <a:lnTo>
                  <a:pt x="127641" y="1648"/>
                </a:lnTo>
                <a:lnTo>
                  <a:pt x="119519" y="0"/>
                </a:lnTo>
                <a:close/>
              </a:path>
              <a:path w="140970" h="225425">
                <a:moveTo>
                  <a:pt x="140398" y="182879"/>
                </a:moveTo>
                <a:lnTo>
                  <a:pt x="78117" y="182879"/>
                </a:lnTo>
                <a:lnTo>
                  <a:pt x="84239" y="189369"/>
                </a:lnTo>
                <a:lnTo>
                  <a:pt x="84239" y="204850"/>
                </a:lnTo>
                <a:lnTo>
                  <a:pt x="78117" y="211327"/>
                </a:lnTo>
                <a:lnTo>
                  <a:pt x="138978" y="211327"/>
                </a:lnTo>
                <a:lnTo>
                  <a:pt x="140398" y="204127"/>
                </a:lnTo>
                <a:lnTo>
                  <a:pt x="140398" y="182879"/>
                </a:lnTo>
                <a:close/>
              </a:path>
              <a:path w="140970" h="225425">
                <a:moveTo>
                  <a:pt x="140398" y="21247"/>
                </a:moveTo>
                <a:lnTo>
                  <a:pt x="117005" y="21247"/>
                </a:lnTo>
                <a:lnTo>
                  <a:pt x="119519" y="23406"/>
                </a:lnTo>
                <a:lnTo>
                  <a:pt x="119519" y="166687"/>
                </a:lnTo>
                <a:lnTo>
                  <a:pt x="117005" y="168846"/>
                </a:lnTo>
                <a:lnTo>
                  <a:pt x="140398" y="168846"/>
                </a:lnTo>
                <a:lnTo>
                  <a:pt x="140398" y="21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63540" y="1703923"/>
            <a:ext cx="1590040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en</a:t>
            </a:r>
            <a:r>
              <a:rPr sz="1400" b="1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castellano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45" dirty="0">
                <a:solidFill>
                  <a:srgbClr val="5B6573"/>
                </a:solidFill>
                <a:latin typeface="Calibri"/>
                <a:cs typeface="Calibri"/>
              </a:rPr>
              <a:t>Te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responde</a:t>
            </a:r>
            <a:r>
              <a:rPr sz="900" spc="-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en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segundos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Puede</a:t>
            </a:r>
            <a:r>
              <a:rPr sz="900" spc="-9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leer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PDFs,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fotos,</a:t>
            </a:r>
            <a:r>
              <a:rPr sz="1400" b="1" spc="-7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191919"/>
                </a:solidFill>
                <a:latin typeface="Calibri"/>
                <a:cs typeface="Calibri"/>
              </a:rPr>
              <a:t>Word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Disponible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24/7 desde </a:t>
            </a:r>
            <a:r>
              <a:rPr sz="1400" b="1" dirty="0">
                <a:solidFill>
                  <a:srgbClr val="191919"/>
                </a:solidFill>
                <a:latin typeface="Calibri"/>
                <a:cs typeface="Calibri"/>
              </a:rPr>
              <a:t>tu</a:t>
            </a:r>
            <a:r>
              <a:rPr sz="1400" b="1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celular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47305" y="4907961"/>
            <a:ext cx="60388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trodu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ión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3881754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003DA4"/>
                </a:solidFill>
              </a:rPr>
              <a:t>Por </a:t>
            </a:r>
            <a:r>
              <a:rPr sz="2800" spc="-5" dirty="0">
                <a:solidFill>
                  <a:srgbClr val="003DA4"/>
                </a:solidFill>
              </a:rPr>
              <a:t>qué Claude en</a:t>
            </a:r>
            <a:r>
              <a:rPr sz="2800" spc="-5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REMAX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20" dirty="0">
                <a:solidFill>
                  <a:srgbClr val="5B6573"/>
                </a:solidFill>
                <a:latin typeface="Calibri"/>
                <a:cs typeface="Calibri"/>
              </a:rPr>
              <a:t>Tres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horas semanales recuperadas por</a:t>
            </a:r>
            <a:r>
              <a:rPr sz="1300" b="0" i="1" spc="-4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agente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844" y="1371246"/>
            <a:ext cx="2651760" cy="1280160"/>
          </a:xfrm>
          <a:custGeom>
            <a:avLst/>
            <a:gdLst/>
            <a:ahLst/>
            <a:cxnLst/>
            <a:rect l="l" t="t" r="r" b="b"/>
            <a:pathLst>
              <a:path w="2651760" h="128016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2559951" y="0"/>
                </a:lnTo>
                <a:lnTo>
                  <a:pt x="2605671" y="12230"/>
                </a:lnTo>
                <a:lnTo>
                  <a:pt x="2639161" y="45719"/>
                </a:lnTo>
                <a:lnTo>
                  <a:pt x="2651391" y="91439"/>
                </a:lnTo>
                <a:lnTo>
                  <a:pt x="2651760" y="1188351"/>
                </a:lnTo>
                <a:lnTo>
                  <a:pt x="2650959" y="1200358"/>
                </a:lnTo>
                <a:lnTo>
                  <a:pt x="2648605" y="1212026"/>
                </a:lnTo>
                <a:lnTo>
                  <a:pt x="2625069" y="1253112"/>
                </a:lnTo>
                <a:lnTo>
                  <a:pt x="2583984" y="1276643"/>
                </a:lnTo>
                <a:lnTo>
                  <a:pt x="91439" y="1280159"/>
                </a:lnTo>
                <a:lnTo>
                  <a:pt x="45720" y="1267917"/>
                </a:lnTo>
                <a:lnTo>
                  <a:pt x="12230" y="1234439"/>
                </a:lnTo>
                <a:lnTo>
                  <a:pt x="0" y="1188719"/>
                </a:lnTo>
                <a:lnTo>
                  <a:pt x="0" y="91439"/>
                </a:lnTo>
                <a:close/>
              </a:path>
            </a:pathLst>
          </a:custGeom>
          <a:ln w="2555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42378" y="1493204"/>
            <a:ext cx="1682114" cy="10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spc="-5" dirty="0">
                <a:solidFill>
                  <a:srgbClr val="DB1C2E"/>
                </a:solidFill>
                <a:latin typeface="Calibri"/>
                <a:cs typeface="Calibri"/>
              </a:rPr>
              <a:t>+3</a:t>
            </a:r>
            <a:r>
              <a:rPr sz="4400" b="1" spc="-95" dirty="0">
                <a:solidFill>
                  <a:srgbClr val="DB1C2E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DB1C2E"/>
                </a:solidFill>
                <a:latin typeface="Calibri"/>
                <a:cs typeface="Calibri"/>
              </a:rPr>
              <a:t>hs</a:t>
            </a:r>
            <a:endParaRPr sz="4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475"/>
              </a:spcBef>
            </a:pP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ahorradas </a:t>
            </a:r>
            <a:r>
              <a:rPr sz="1000" spc="-5" dirty="0">
                <a:solidFill>
                  <a:srgbClr val="191919"/>
                </a:solidFill>
                <a:latin typeface="Calibri"/>
                <a:cs typeface="Calibri"/>
              </a:rPr>
              <a:t>por semana en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tareas  administrativas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91484" y="1371246"/>
            <a:ext cx="2651760" cy="1280160"/>
          </a:xfrm>
          <a:custGeom>
            <a:avLst/>
            <a:gdLst/>
            <a:ahLst/>
            <a:cxnLst/>
            <a:rect l="l" t="t" r="r" b="b"/>
            <a:pathLst>
              <a:path w="2651760" h="128016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2559951" y="0"/>
                </a:lnTo>
                <a:lnTo>
                  <a:pt x="2605671" y="12230"/>
                </a:lnTo>
                <a:lnTo>
                  <a:pt x="2639161" y="45719"/>
                </a:lnTo>
                <a:lnTo>
                  <a:pt x="2651391" y="91439"/>
                </a:lnTo>
                <a:lnTo>
                  <a:pt x="2651759" y="1188351"/>
                </a:lnTo>
                <a:lnTo>
                  <a:pt x="2650959" y="1200358"/>
                </a:lnTo>
                <a:lnTo>
                  <a:pt x="2648605" y="1212026"/>
                </a:lnTo>
                <a:lnTo>
                  <a:pt x="2625069" y="1253112"/>
                </a:lnTo>
                <a:lnTo>
                  <a:pt x="2583984" y="1276643"/>
                </a:lnTo>
                <a:lnTo>
                  <a:pt x="91439" y="1280159"/>
                </a:lnTo>
                <a:lnTo>
                  <a:pt x="45719" y="1267917"/>
                </a:lnTo>
                <a:lnTo>
                  <a:pt x="12230" y="1234439"/>
                </a:lnTo>
                <a:lnTo>
                  <a:pt x="0" y="1188719"/>
                </a:lnTo>
                <a:lnTo>
                  <a:pt x="0" y="91439"/>
                </a:lnTo>
                <a:close/>
              </a:path>
            </a:pathLst>
          </a:custGeom>
          <a:ln w="2555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459" y="1493204"/>
            <a:ext cx="2290445" cy="97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spc="-5" dirty="0">
                <a:solidFill>
                  <a:srgbClr val="003DA4"/>
                </a:solidFill>
                <a:latin typeface="Calibri"/>
                <a:cs typeface="Calibri"/>
              </a:rPr>
              <a:t>5x</a:t>
            </a:r>
            <a:endParaRPr sz="4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000" spc="-5" dirty="0">
                <a:solidFill>
                  <a:srgbClr val="191919"/>
                </a:solidFill>
                <a:latin typeface="Calibri"/>
                <a:cs typeface="Calibri"/>
              </a:rPr>
              <a:t>más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rápido para </a:t>
            </a:r>
            <a:r>
              <a:rPr sz="1000" spc="-5" dirty="0">
                <a:solidFill>
                  <a:srgbClr val="191919"/>
                </a:solidFill>
                <a:latin typeface="Calibri"/>
                <a:cs typeface="Calibri"/>
              </a:rPr>
              <a:t>leer una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escritura</a:t>
            </a:r>
            <a:r>
              <a:rPr sz="1000" spc="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completa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6124" y="1371246"/>
            <a:ext cx="2651760" cy="1280160"/>
          </a:xfrm>
          <a:custGeom>
            <a:avLst/>
            <a:gdLst/>
            <a:ahLst/>
            <a:cxnLst/>
            <a:rect l="l" t="t" r="r" b="b"/>
            <a:pathLst>
              <a:path w="2651759" h="128016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2559951" y="0"/>
                </a:lnTo>
                <a:lnTo>
                  <a:pt x="2605671" y="12230"/>
                </a:lnTo>
                <a:lnTo>
                  <a:pt x="2639161" y="45719"/>
                </a:lnTo>
                <a:lnTo>
                  <a:pt x="2651391" y="91439"/>
                </a:lnTo>
                <a:lnTo>
                  <a:pt x="2651760" y="1188351"/>
                </a:lnTo>
                <a:lnTo>
                  <a:pt x="2650959" y="1200358"/>
                </a:lnTo>
                <a:lnTo>
                  <a:pt x="2648605" y="1212026"/>
                </a:lnTo>
                <a:lnTo>
                  <a:pt x="2625069" y="1253112"/>
                </a:lnTo>
                <a:lnTo>
                  <a:pt x="2583984" y="1276643"/>
                </a:lnTo>
                <a:lnTo>
                  <a:pt x="91439" y="1280159"/>
                </a:lnTo>
                <a:lnTo>
                  <a:pt x="45719" y="1267917"/>
                </a:lnTo>
                <a:lnTo>
                  <a:pt x="12230" y="1234439"/>
                </a:lnTo>
                <a:lnTo>
                  <a:pt x="0" y="1188719"/>
                </a:lnTo>
                <a:lnTo>
                  <a:pt x="0" y="91439"/>
                </a:lnTo>
                <a:close/>
              </a:path>
            </a:pathLst>
          </a:custGeom>
          <a:ln w="2555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72542" y="1493204"/>
            <a:ext cx="2360295" cy="97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spc="-5" dirty="0">
                <a:solidFill>
                  <a:srgbClr val="D97757"/>
                </a:solidFill>
                <a:latin typeface="Calibri"/>
                <a:cs typeface="Calibri"/>
              </a:rPr>
              <a:t>24/7</a:t>
            </a:r>
            <a:endParaRPr sz="4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000" spc="-5" dirty="0">
                <a:solidFill>
                  <a:srgbClr val="191919"/>
                </a:solidFill>
                <a:latin typeface="Calibri"/>
                <a:cs typeface="Calibri"/>
              </a:rPr>
              <a:t>disponible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para responder consultas</a:t>
            </a:r>
            <a:r>
              <a:rPr sz="100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919"/>
                </a:solidFill>
                <a:latin typeface="Calibri"/>
                <a:cs typeface="Calibri"/>
              </a:rPr>
              <a:t>urgentes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144" y="2910638"/>
            <a:ext cx="263398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3DA4"/>
                </a:solidFill>
                <a:latin typeface="Calibri"/>
                <a:cs typeface="Calibri"/>
              </a:rPr>
              <a:t>¿En </a:t>
            </a:r>
            <a:r>
              <a:rPr sz="1400" b="1" dirty="0">
                <a:solidFill>
                  <a:srgbClr val="003DA4"/>
                </a:solidFill>
                <a:latin typeface="Calibri"/>
                <a:cs typeface="Calibri"/>
              </a:rPr>
              <a:t>qué </a:t>
            </a:r>
            <a:r>
              <a:rPr sz="1400" b="1" spc="-10" dirty="0">
                <a:solidFill>
                  <a:srgbClr val="003DA4"/>
                </a:solidFill>
                <a:latin typeface="Calibri"/>
                <a:cs typeface="Calibri"/>
              </a:rPr>
              <a:t>tareas marca </a:t>
            </a:r>
            <a:r>
              <a:rPr sz="1400" b="1" dirty="0">
                <a:solidFill>
                  <a:srgbClr val="003DA4"/>
                </a:solidFill>
                <a:latin typeface="Calibri"/>
                <a:cs typeface="Calibri"/>
              </a:rPr>
              <a:t>la</a:t>
            </a:r>
            <a:r>
              <a:rPr sz="1400" b="1" spc="5" dirty="0">
                <a:solidFill>
                  <a:srgbClr val="003DA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DA4"/>
                </a:solidFill>
                <a:latin typeface="Calibri"/>
                <a:cs typeface="Calibri"/>
              </a:rPr>
              <a:t>diferencia?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60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84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60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828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39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828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39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39"/>
                </a:lnTo>
                <a:lnTo>
                  <a:pt x="359594" y="135535"/>
                </a:lnTo>
                <a:lnTo>
                  <a:pt x="365759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59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1075" y="3476881"/>
            <a:ext cx="201930" cy="179070"/>
          </a:xfrm>
          <a:custGeom>
            <a:avLst/>
            <a:gdLst/>
            <a:ahLst/>
            <a:cxnLst/>
            <a:rect l="l" t="t" r="r" b="b"/>
            <a:pathLst>
              <a:path w="201930" h="179070">
                <a:moveTo>
                  <a:pt x="78130" y="0"/>
                </a:moveTo>
                <a:lnTo>
                  <a:pt x="3606" y="0"/>
                </a:lnTo>
                <a:lnTo>
                  <a:pt x="0" y="3606"/>
                </a:lnTo>
                <a:lnTo>
                  <a:pt x="0" y="174955"/>
                </a:lnTo>
                <a:lnTo>
                  <a:pt x="3606" y="178562"/>
                </a:lnTo>
                <a:lnTo>
                  <a:pt x="130327" y="178562"/>
                </a:lnTo>
                <a:lnTo>
                  <a:pt x="133921" y="174955"/>
                </a:lnTo>
                <a:lnTo>
                  <a:pt x="133921" y="157683"/>
                </a:lnTo>
                <a:lnTo>
                  <a:pt x="64084" y="157683"/>
                </a:lnTo>
                <a:lnTo>
                  <a:pt x="57607" y="156959"/>
                </a:lnTo>
                <a:lnTo>
                  <a:pt x="57382" y="156235"/>
                </a:lnTo>
                <a:lnTo>
                  <a:pt x="24841" y="156235"/>
                </a:lnTo>
                <a:lnTo>
                  <a:pt x="22326" y="153720"/>
                </a:lnTo>
                <a:lnTo>
                  <a:pt x="22326" y="147599"/>
                </a:lnTo>
                <a:lnTo>
                  <a:pt x="24841" y="145084"/>
                </a:lnTo>
                <a:lnTo>
                  <a:pt x="33845" y="145084"/>
                </a:lnTo>
                <a:lnTo>
                  <a:pt x="35280" y="144005"/>
                </a:lnTo>
                <a:lnTo>
                  <a:pt x="36004" y="142557"/>
                </a:lnTo>
                <a:lnTo>
                  <a:pt x="42125" y="123482"/>
                </a:lnTo>
                <a:lnTo>
                  <a:pt x="43561" y="119875"/>
                </a:lnTo>
                <a:lnTo>
                  <a:pt x="46443" y="117716"/>
                </a:lnTo>
                <a:lnTo>
                  <a:pt x="89280" y="117716"/>
                </a:lnTo>
                <a:lnTo>
                  <a:pt x="89280" y="116281"/>
                </a:lnTo>
                <a:lnTo>
                  <a:pt x="133921" y="71996"/>
                </a:lnTo>
                <a:lnTo>
                  <a:pt x="133921" y="55803"/>
                </a:lnTo>
                <a:lnTo>
                  <a:pt x="81724" y="55803"/>
                </a:lnTo>
                <a:lnTo>
                  <a:pt x="78130" y="52197"/>
                </a:lnTo>
                <a:lnTo>
                  <a:pt x="78130" y="0"/>
                </a:lnTo>
                <a:close/>
              </a:path>
              <a:path w="201930" h="179070">
                <a:moveTo>
                  <a:pt x="74879" y="145796"/>
                </a:moveTo>
                <a:lnTo>
                  <a:pt x="70205" y="145796"/>
                </a:lnTo>
                <a:lnTo>
                  <a:pt x="69126" y="147955"/>
                </a:lnTo>
                <a:lnTo>
                  <a:pt x="66243" y="152996"/>
                </a:lnTo>
                <a:lnTo>
                  <a:pt x="64084" y="157683"/>
                </a:lnTo>
                <a:lnTo>
                  <a:pt x="133921" y="157683"/>
                </a:lnTo>
                <a:lnTo>
                  <a:pt x="133921" y="156235"/>
                </a:lnTo>
                <a:lnTo>
                  <a:pt x="83527" y="156235"/>
                </a:lnTo>
                <a:lnTo>
                  <a:pt x="78486" y="152996"/>
                </a:lnTo>
                <a:lnTo>
                  <a:pt x="74879" y="145796"/>
                </a:lnTo>
                <a:close/>
              </a:path>
              <a:path w="201930" h="179070">
                <a:moveTo>
                  <a:pt x="50406" y="135001"/>
                </a:moveTo>
                <a:lnTo>
                  <a:pt x="46443" y="145796"/>
                </a:lnTo>
                <a:lnTo>
                  <a:pt x="44640" y="152285"/>
                </a:lnTo>
                <a:lnTo>
                  <a:pt x="38887" y="156235"/>
                </a:lnTo>
                <a:lnTo>
                  <a:pt x="57382" y="156235"/>
                </a:lnTo>
                <a:lnTo>
                  <a:pt x="56159" y="152285"/>
                </a:lnTo>
                <a:lnTo>
                  <a:pt x="50406" y="135001"/>
                </a:lnTo>
                <a:close/>
              </a:path>
              <a:path w="201930" h="179070">
                <a:moveTo>
                  <a:pt x="89280" y="135074"/>
                </a:moveTo>
                <a:lnTo>
                  <a:pt x="68884" y="135074"/>
                </a:lnTo>
                <a:lnTo>
                  <a:pt x="75471" y="135137"/>
                </a:lnTo>
                <a:lnTo>
                  <a:pt x="81583" y="137833"/>
                </a:lnTo>
                <a:lnTo>
                  <a:pt x="86042" y="142925"/>
                </a:lnTo>
                <a:lnTo>
                  <a:pt x="86766" y="144005"/>
                </a:lnTo>
                <a:lnTo>
                  <a:pt x="87845" y="144716"/>
                </a:lnTo>
                <a:lnTo>
                  <a:pt x="89280" y="145084"/>
                </a:lnTo>
                <a:lnTo>
                  <a:pt x="89280" y="135074"/>
                </a:lnTo>
                <a:close/>
              </a:path>
              <a:path w="201930" h="179070">
                <a:moveTo>
                  <a:pt x="157327" y="64795"/>
                </a:moveTo>
                <a:lnTo>
                  <a:pt x="100444" y="120954"/>
                </a:lnTo>
                <a:lnTo>
                  <a:pt x="100444" y="145084"/>
                </a:lnTo>
                <a:lnTo>
                  <a:pt x="124561" y="145084"/>
                </a:lnTo>
                <a:lnTo>
                  <a:pt x="180720" y="88201"/>
                </a:lnTo>
                <a:lnTo>
                  <a:pt x="157327" y="64795"/>
                </a:lnTo>
                <a:close/>
              </a:path>
              <a:path w="201930" h="179070">
                <a:moveTo>
                  <a:pt x="89280" y="117716"/>
                </a:moveTo>
                <a:lnTo>
                  <a:pt x="54000" y="117716"/>
                </a:lnTo>
                <a:lnTo>
                  <a:pt x="56883" y="119875"/>
                </a:lnTo>
                <a:lnTo>
                  <a:pt x="58318" y="123482"/>
                </a:lnTo>
                <a:lnTo>
                  <a:pt x="63004" y="137883"/>
                </a:lnTo>
                <a:lnTo>
                  <a:pt x="68884" y="135074"/>
                </a:lnTo>
                <a:lnTo>
                  <a:pt x="89280" y="135074"/>
                </a:lnTo>
                <a:lnTo>
                  <a:pt x="89280" y="117716"/>
                </a:lnTo>
                <a:close/>
              </a:path>
              <a:path w="201930" h="179070">
                <a:moveTo>
                  <a:pt x="183603" y="43916"/>
                </a:moveTo>
                <a:lnTo>
                  <a:pt x="178206" y="43916"/>
                </a:lnTo>
                <a:lnTo>
                  <a:pt x="174599" y="47155"/>
                </a:lnTo>
                <a:lnTo>
                  <a:pt x="165239" y="56883"/>
                </a:lnTo>
                <a:lnTo>
                  <a:pt x="188645" y="80276"/>
                </a:lnTo>
                <a:lnTo>
                  <a:pt x="198361" y="70916"/>
                </a:lnTo>
                <a:lnTo>
                  <a:pt x="201599" y="67322"/>
                </a:lnTo>
                <a:lnTo>
                  <a:pt x="201599" y="61925"/>
                </a:lnTo>
                <a:lnTo>
                  <a:pt x="198361" y="58318"/>
                </a:lnTo>
                <a:lnTo>
                  <a:pt x="187197" y="47155"/>
                </a:lnTo>
                <a:lnTo>
                  <a:pt x="183603" y="43916"/>
                </a:lnTo>
                <a:close/>
              </a:path>
              <a:path w="201930" h="179070">
                <a:moveTo>
                  <a:pt x="93598" y="0"/>
                </a:moveTo>
                <a:lnTo>
                  <a:pt x="89280" y="0"/>
                </a:lnTo>
                <a:lnTo>
                  <a:pt x="89280" y="44640"/>
                </a:lnTo>
                <a:lnTo>
                  <a:pt x="133921" y="44640"/>
                </a:lnTo>
                <a:lnTo>
                  <a:pt x="133921" y="40322"/>
                </a:lnTo>
                <a:lnTo>
                  <a:pt x="133210" y="38163"/>
                </a:lnTo>
                <a:lnTo>
                  <a:pt x="131406" y="36715"/>
                </a:lnTo>
                <a:lnTo>
                  <a:pt x="97205" y="2527"/>
                </a:lnTo>
                <a:lnTo>
                  <a:pt x="95757" y="723"/>
                </a:lnTo>
                <a:lnTo>
                  <a:pt x="935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38504" y="3481897"/>
            <a:ext cx="156654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Revisar escrituras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100" spc="-7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boletos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9148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59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9148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59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8292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79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39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8292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39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39"/>
                </a:lnTo>
                <a:lnTo>
                  <a:pt x="359594" y="135535"/>
                </a:lnTo>
                <a:lnTo>
                  <a:pt x="365760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59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65715" y="3465717"/>
            <a:ext cx="202565" cy="202565"/>
          </a:xfrm>
          <a:custGeom>
            <a:avLst/>
            <a:gdLst/>
            <a:ahLst/>
            <a:cxnLst/>
            <a:rect l="l" t="t" r="r" b="b"/>
            <a:pathLst>
              <a:path w="202564" h="202564">
                <a:moveTo>
                  <a:pt x="170284" y="145808"/>
                </a:moveTo>
                <a:lnTo>
                  <a:pt x="131762" y="145808"/>
                </a:lnTo>
                <a:lnTo>
                  <a:pt x="131762" y="154800"/>
                </a:lnTo>
                <a:lnTo>
                  <a:pt x="132841" y="157327"/>
                </a:lnTo>
                <a:lnTo>
                  <a:pt x="173888" y="198005"/>
                </a:lnTo>
                <a:lnTo>
                  <a:pt x="177482" y="201968"/>
                </a:lnTo>
                <a:lnTo>
                  <a:pt x="183248" y="201968"/>
                </a:lnTo>
                <a:lnTo>
                  <a:pt x="186842" y="198005"/>
                </a:lnTo>
                <a:lnTo>
                  <a:pt x="198005" y="186842"/>
                </a:lnTo>
                <a:lnTo>
                  <a:pt x="201968" y="183248"/>
                </a:lnTo>
                <a:lnTo>
                  <a:pt x="201968" y="177482"/>
                </a:lnTo>
                <a:lnTo>
                  <a:pt x="170284" y="145808"/>
                </a:lnTo>
                <a:close/>
              </a:path>
              <a:path w="202564" h="202564">
                <a:moveTo>
                  <a:pt x="81724" y="0"/>
                </a:moveTo>
                <a:lnTo>
                  <a:pt x="49816" y="6390"/>
                </a:lnTo>
                <a:lnTo>
                  <a:pt x="23850" y="23850"/>
                </a:lnTo>
                <a:lnTo>
                  <a:pt x="6390" y="49816"/>
                </a:lnTo>
                <a:lnTo>
                  <a:pt x="0" y="81724"/>
                </a:lnTo>
                <a:lnTo>
                  <a:pt x="6390" y="113419"/>
                </a:lnTo>
                <a:lnTo>
                  <a:pt x="23850" y="139276"/>
                </a:lnTo>
                <a:lnTo>
                  <a:pt x="49816" y="156696"/>
                </a:lnTo>
                <a:lnTo>
                  <a:pt x="81724" y="163080"/>
                </a:lnTo>
                <a:lnTo>
                  <a:pt x="95516" y="161899"/>
                </a:lnTo>
                <a:lnTo>
                  <a:pt x="108634" y="158492"/>
                </a:lnTo>
                <a:lnTo>
                  <a:pt x="120806" y="153061"/>
                </a:lnTo>
                <a:lnTo>
                  <a:pt x="131762" y="145808"/>
                </a:lnTo>
                <a:lnTo>
                  <a:pt x="170284" y="145808"/>
                </a:lnTo>
                <a:lnTo>
                  <a:pt x="162713" y="138239"/>
                </a:lnTo>
                <a:lnTo>
                  <a:pt x="81724" y="138239"/>
                </a:lnTo>
                <a:lnTo>
                  <a:pt x="59681" y="133763"/>
                </a:lnTo>
                <a:lnTo>
                  <a:pt x="41722" y="121592"/>
                </a:lnTo>
                <a:lnTo>
                  <a:pt x="29635" y="103617"/>
                </a:lnTo>
                <a:lnTo>
                  <a:pt x="25209" y="81724"/>
                </a:lnTo>
                <a:lnTo>
                  <a:pt x="29635" y="59681"/>
                </a:lnTo>
                <a:lnTo>
                  <a:pt x="41722" y="41722"/>
                </a:lnTo>
                <a:lnTo>
                  <a:pt x="59681" y="29635"/>
                </a:lnTo>
                <a:lnTo>
                  <a:pt x="81724" y="25209"/>
                </a:lnTo>
                <a:lnTo>
                  <a:pt x="140187" y="25209"/>
                </a:lnTo>
                <a:lnTo>
                  <a:pt x="139276" y="23850"/>
                </a:lnTo>
                <a:lnTo>
                  <a:pt x="113419" y="6390"/>
                </a:lnTo>
                <a:lnTo>
                  <a:pt x="81724" y="0"/>
                </a:lnTo>
                <a:close/>
              </a:path>
              <a:path w="202564" h="202564">
                <a:moveTo>
                  <a:pt x="140187" y="25209"/>
                </a:moveTo>
                <a:lnTo>
                  <a:pt x="81724" y="25209"/>
                </a:lnTo>
                <a:lnTo>
                  <a:pt x="103617" y="29635"/>
                </a:lnTo>
                <a:lnTo>
                  <a:pt x="121592" y="41722"/>
                </a:lnTo>
                <a:lnTo>
                  <a:pt x="133763" y="59681"/>
                </a:lnTo>
                <a:lnTo>
                  <a:pt x="138239" y="81724"/>
                </a:lnTo>
                <a:lnTo>
                  <a:pt x="133813" y="103617"/>
                </a:lnTo>
                <a:lnTo>
                  <a:pt x="121726" y="121592"/>
                </a:lnTo>
                <a:lnTo>
                  <a:pt x="103767" y="133763"/>
                </a:lnTo>
                <a:lnTo>
                  <a:pt x="81724" y="138239"/>
                </a:lnTo>
                <a:lnTo>
                  <a:pt x="162713" y="138239"/>
                </a:lnTo>
                <a:lnTo>
                  <a:pt x="157327" y="132841"/>
                </a:lnTo>
                <a:lnTo>
                  <a:pt x="154800" y="131762"/>
                </a:lnTo>
                <a:lnTo>
                  <a:pt x="145808" y="131762"/>
                </a:lnTo>
                <a:lnTo>
                  <a:pt x="153211" y="120806"/>
                </a:lnTo>
                <a:lnTo>
                  <a:pt x="158626" y="108634"/>
                </a:lnTo>
                <a:lnTo>
                  <a:pt x="161950" y="95516"/>
                </a:lnTo>
                <a:lnTo>
                  <a:pt x="163080" y="81724"/>
                </a:lnTo>
                <a:lnTo>
                  <a:pt x="156696" y="49816"/>
                </a:lnTo>
                <a:lnTo>
                  <a:pt x="140187" y="25209"/>
                </a:lnTo>
                <a:close/>
              </a:path>
              <a:path w="202564" h="202564">
                <a:moveTo>
                  <a:pt x="70205" y="98285"/>
                </a:moveTo>
                <a:lnTo>
                  <a:pt x="68402" y="98285"/>
                </a:lnTo>
                <a:lnTo>
                  <a:pt x="67322" y="99364"/>
                </a:lnTo>
                <a:lnTo>
                  <a:pt x="62649" y="103682"/>
                </a:lnTo>
                <a:lnTo>
                  <a:pt x="61569" y="105130"/>
                </a:lnTo>
                <a:lnTo>
                  <a:pt x="61569" y="107289"/>
                </a:lnTo>
                <a:lnTo>
                  <a:pt x="63004" y="108369"/>
                </a:lnTo>
                <a:lnTo>
                  <a:pt x="66598" y="111239"/>
                </a:lnTo>
                <a:lnTo>
                  <a:pt x="70929" y="112687"/>
                </a:lnTo>
                <a:lnTo>
                  <a:pt x="75247" y="113042"/>
                </a:lnTo>
                <a:lnTo>
                  <a:pt x="75247" y="120967"/>
                </a:lnTo>
                <a:lnTo>
                  <a:pt x="76682" y="122402"/>
                </a:lnTo>
                <a:lnTo>
                  <a:pt x="86398" y="122402"/>
                </a:lnTo>
                <a:lnTo>
                  <a:pt x="87845" y="120967"/>
                </a:lnTo>
                <a:lnTo>
                  <a:pt x="87845" y="113042"/>
                </a:lnTo>
                <a:lnTo>
                  <a:pt x="97205" y="112687"/>
                </a:lnTo>
                <a:lnTo>
                  <a:pt x="104762" y="104762"/>
                </a:lnTo>
                <a:lnTo>
                  <a:pt x="104762" y="100444"/>
                </a:lnTo>
                <a:lnTo>
                  <a:pt x="74523" y="100444"/>
                </a:lnTo>
                <a:lnTo>
                  <a:pt x="73088" y="100088"/>
                </a:lnTo>
                <a:lnTo>
                  <a:pt x="71285" y="99009"/>
                </a:lnTo>
                <a:lnTo>
                  <a:pt x="70205" y="98285"/>
                </a:lnTo>
                <a:close/>
              </a:path>
              <a:path w="202564" h="202564">
                <a:moveTo>
                  <a:pt x="92163" y="50406"/>
                </a:moveTo>
                <a:lnTo>
                  <a:pt x="66243" y="50406"/>
                </a:lnTo>
                <a:lnTo>
                  <a:pt x="58686" y="58318"/>
                </a:lnTo>
                <a:lnTo>
                  <a:pt x="58686" y="75958"/>
                </a:lnTo>
                <a:lnTo>
                  <a:pt x="63728" y="82803"/>
                </a:lnTo>
                <a:lnTo>
                  <a:pt x="88569" y="90360"/>
                </a:lnTo>
                <a:lnTo>
                  <a:pt x="90728" y="90728"/>
                </a:lnTo>
                <a:lnTo>
                  <a:pt x="92163" y="92887"/>
                </a:lnTo>
                <a:lnTo>
                  <a:pt x="92163" y="98285"/>
                </a:lnTo>
                <a:lnTo>
                  <a:pt x="90004" y="100444"/>
                </a:lnTo>
                <a:lnTo>
                  <a:pt x="104762" y="100444"/>
                </a:lnTo>
                <a:lnTo>
                  <a:pt x="104762" y="87490"/>
                </a:lnTo>
                <a:lnTo>
                  <a:pt x="99720" y="80289"/>
                </a:lnTo>
                <a:lnTo>
                  <a:pt x="74523" y="73088"/>
                </a:lnTo>
                <a:lnTo>
                  <a:pt x="72720" y="72364"/>
                </a:lnTo>
                <a:lnTo>
                  <a:pt x="71285" y="70205"/>
                </a:lnTo>
                <a:lnTo>
                  <a:pt x="71285" y="65163"/>
                </a:lnTo>
                <a:lnTo>
                  <a:pt x="73088" y="62649"/>
                </a:lnTo>
                <a:lnTo>
                  <a:pt x="97198" y="62649"/>
                </a:lnTo>
                <a:lnTo>
                  <a:pt x="100444" y="59410"/>
                </a:lnTo>
                <a:lnTo>
                  <a:pt x="101879" y="58318"/>
                </a:lnTo>
                <a:lnTo>
                  <a:pt x="101879" y="55803"/>
                </a:lnTo>
                <a:lnTo>
                  <a:pt x="100088" y="54724"/>
                </a:lnTo>
                <a:lnTo>
                  <a:pt x="96481" y="52209"/>
                </a:lnTo>
                <a:lnTo>
                  <a:pt x="92163" y="50406"/>
                </a:lnTo>
                <a:close/>
              </a:path>
              <a:path w="202564" h="202564">
                <a:moveTo>
                  <a:pt x="97198" y="62649"/>
                </a:moveTo>
                <a:lnTo>
                  <a:pt x="88569" y="62649"/>
                </a:lnTo>
                <a:lnTo>
                  <a:pt x="90360" y="63360"/>
                </a:lnTo>
                <a:lnTo>
                  <a:pt x="91808" y="64084"/>
                </a:lnTo>
                <a:lnTo>
                  <a:pt x="93243" y="65163"/>
                </a:lnTo>
                <a:lnTo>
                  <a:pt x="94678" y="65163"/>
                </a:lnTo>
                <a:lnTo>
                  <a:pt x="97198" y="62649"/>
                </a:lnTo>
                <a:close/>
              </a:path>
              <a:path w="202564" h="202564">
                <a:moveTo>
                  <a:pt x="86398" y="40678"/>
                </a:moveTo>
                <a:lnTo>
                  <a:pt x="76682" y="40678"/>
                </a:lnTo>
                <a:lnTo>
                  <a:pt x="75247" y="42125"/>
                </a:lnTo>
                <a:lnTo>
                  <a:pt x="75247" y="50406"/>
                </a:lnTo>
                <a:lnTo>
                  <a:pt x="87845" y="50406"/>
                </a:lnTo>
                <a:lnTo>
                  <a:pt x="87845" y="42125"/>
                </a:lnTo>
                <a:lnTo>
                  <a:pt x="86398" y="40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73144" y="3481897"/>
            <a:ext cx="148844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Tasaciones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100" spc="-7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comparables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612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59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60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26124" y="32914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59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60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1756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39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17564" y="33829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39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39"/>
                </a:lnTo>
                <a:lnTo>
                  <a:pt x="359594" y="135535"/>
                </a:lnTo>
                <a:lnTo>
                  <a:pt x="365759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79" y="365759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13322" y="3466086"/>
            <a:ext cx="175260" cy="200660"/>
          </a:xfrm>
          <a:custGeom>
            <a:avLst/>
            <a:gdLst/>
            <a:ahLst/>
            <a:cxnLst/>
            <a:rect l="l" t="t" r="r" b="b"/>
            <a:pathLst>
              <a:path w="175260" h="200660">
                <a:moveTo>
                  <a:pt x="87477" y="0"/>
                </a:moveTo>
                <a:lnTo>
                  <a:pt x="67963" y="3919"/>
                </a:lnTo>
                <a:lnTo>
                  <a:pt x="52062" y="14622"/>
                </a:lnTo>
                <a:lnTo>
                  <a:pt x="41359" y="30523"/>
                </a:lnTo>
                <a:lnTo>
                  <a:pt x="37439" y="50037"/>
                </a:lnTo>
                <a:lnTo>
                  <a:pt x="41359" y="69552"/>
                </a:lnTo>
                <a:lnTo>
                  <a:pt x="52062" y="85453"/>
                </a:lnTo>
                <a:lnTo>
                  <a:pt x="67963" y="96156"/>
                </a:lnTo>
                <a:lnTo>
                  <a:pt x="87477" y="100075"/>
                </a:lnTo>
                <a:lnTo>
                  <a:pt x="106992" y="96156"/>
                </a:lnTo>
                <a:lnTo>
                  <a:pt x="122893" y="85453"/>
                </a:lnTo>
                <a:lnTo>
                  <a:pt x="133595" y="69552"/>
                </a:lnTo>
                <a:lnTo>
                  <a:pt x="137515" y="50037"/>
                </a:lnTo>
                <a:lnTo>
                  <a:pt x="133595" y="30523"/>
                </a:lnTo>
                <a:lnTo>
                  <a:pt x="122893" y="14622"/>
                </a:lnTo>
                <a:lnTo>
                  <a:pt x="106992" y="3919"/>
                </a:lnTo>
                <a:lnTo>
                  <a:pt x="87477" y="0"/>
                </a:lnTo>
                <a:close/>
              </a:path>
              <a:path w="175260" h="200660">
                <a:moveTo>
                  <a:pt x="50037" y="112674"/>
                </a:moveTo>
                <a:lnTo>
                  <a:pt x="30523" y="117498"/>
                </a:lnTo>
                <a:lnTo>
                  <a:pt x="14622" y="128831"/>
                </a:lnTo>
                <a:lnTo>
                  <a:pt x="3919" y="145228"/>
                </a:lnTo>
                <a:lnTo>
                  <a:pt x="0" y="165239"/>
                </a:lnTo>
                <a:lnTo>
                  <a:pt x="0" y="181432"/>
                </a:lnTo>
                <a:lnTo>
                  <a:pt x="1456" y="188761"/>
                </a:lnTo>
                <a:lnTo>
                  <a:pt x="5445" y="194706"/>
                </a:lnTo>
                <a:lnTo>
                  <a:pt x="11390" y="198695"/>
                </a:lnTo>
                <a:lnTo>
                  <a:pt x="18719" y="200151"/>
                </a:lnTo>
                <a:lnTo>
                  <a:pt x="156235" y="200151"/>
                </a:lnTo>
                <a:lnTo>
                  <a:pt x="163564" y="198695"/>
                </a:lnTo>
                <a:lnTo>
                  <a:pt x="169510" y="194706"/>
                </a:lnTo>
                <a:lnTo>
                  <a:pt x="173498" y="188761"/>
                </a:lnTo>
                <a:lnTo>
                  <a:pt x="173738" y="187553"/>
                </a:lnTo>
                <a:lnTo>
                  <a:pt x="68757" y="187553"/>
                </a:lnTo>
                <a:lnTo>
                  <a:pt x="50037" y="112674"/>
                </a:lnTo>
                <a:close/>
              </a:path>
              <a:path w="175260" h="200660">
                <a:moveTo>
                  <a:pt x="106197" y="112674"/>
                </a:moveTo>
                <a:lnTo>
                  <a:pt x="68757" y="112674"/>
                </a:lnTo>
                <a:lnTo>
                  <a:pt x="81356" y="134632"/>
                </a:lnTo>
                <a:lnTo>
                  <a:pt x="68757" y="187553"/>
                </a:lnTo>
                <a:lnTo>
                  <a:pt x="106197" y="187553"/>
                </a:lnTo>
                <a:lnTo>
                  <a:pt x="93599" y="134632"/>
                </a:lnTo>
                <a:lnTo>
                  <a:pt x="106197" y="112674"/>
                </a:lnTo>
                <a:close/>
              </a:path>
              <a:path w="175260" h="200660">
                <a:moveTo>
                  <a:pt x="124917" y="112674"/>
                </a:moveTo>
                <a:lnTo>
                  <a:pt x="106197" y="187553"/>
                </a:lnTo>
                <a:lnTo>
                  <a:pt x="173738" y="187553"/>
                </a:lnTo>
                <a:lnTo>
                  <a:pt x="174955" y="181432"/>
                </a:lnTo>
                <a:lnTo>
                  <a:pt x="174955" y="165239"/>
                </a:lnTo>
                <a:lnTo>
                  <a:pt x="171035" y="145228"/>
                </a:lnTo>
                <a:lnTo>
                  <a:pt x="160332" y="128831"/>
                </a:lnTo>
                <a:lnTo>
                  <a:pt x="144431" y="117498"/>
                </a:lnTo>
                <a:lnTo>
                  <a:pt x="124917" y="112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07784" y="3481897"/>
            <a:ext cx="107251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Atención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al</a:t>
            </a:r>
            <a:r>
              <a:rPr sz="1100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cliente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684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60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684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60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828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4"/>
                </a:lnTo>
                <a:lnTo>
                  <a:pt x="91440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8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828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40" y="24472"/>
                </a:lnTo>
                <a:lnTo>
                  <a:pt x="135535" y="6164"/>
                </a:lnTo>
                <a:lnTo>
                  <a:pt x="182880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59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59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1444" y="4163036"/>
            <a:ext cx="200660" cy="178435"/>
          </a:xfrm>
          <a:custGeom>
            <a:avLst/>
            <a:gdLst/>
            <a:ahLst/>
            <a:cxnLst/>
            <a:rect l="l" t="t" r="r" b="b"/>
            <a:pathLst>
              <a:path w="200659" h="178435">
                <a:moveTo>
                  <a:pt x="79197" y="122402"/>
                </a:moveTo>
                <a:lnTo>
                  <a:pt x="33832" y="122402"/>
                </a:lnTo>
                <a:lnTo>
                  <a:pt x="33121" y="129603"/>
                </a:lnTo>
                <a:lnTo>
                  <a:pt x="33121" y="133565"/>
                </a:lnTo>
                <a:lnTo>
                  <a:pt x="33717" y="143685"/>
                </a:lnTo>
                <a:lnTo>
                  <a:pt x="47879" y="177850"/>
                </a:lnTo>
                <a:lnTo>
                  <a:pt x="77762" y="177850"/>
                </a:lnTo>
                <a:lnTo>
                  <a:pt x="83719" y="176107"/>
                </a:lnTo>
                <a:lnTo>
                  <a:pt x="87653" y="171730"/>
                </a:lnTo>
                <a:lnTo>
                  <a:pt x="88890" y="166004"/>
                </a:lnTo>
                <a:lnTo>
                  <a:pt x="86753" y="160210"/>
                </a:lnTo>
                <a:lnTo>
                  <a:pt x="82921" y="154272"/>
                </a:lnTo>
                <a:lnTo>
                  <a:pt x="80100" y="147831"/>
                </a:lnTo>
                <a:lnTo>
                  <a:pt x="78358" y="140918"/>
                </a:lnTo>
                <a:lnTo>
                  <a:pt x="77762" y="133565"/>
                </a:lnTo>
                <a:lnTo>
                  <a:pt x="77762" y="129603"/>
                </a:lnTo>
                <a:lnTo>
                  <a:pt x="78117" y="125641"/>
                </a:lnTo>
                <a:lnTo>
                  <a:pt x="79197" y="122402"/>
                </a:lnTo>
                <a:close/>
              </a:path>
              <a:path w="200659" h="178435">
                <a:moveTo>
                  <a:pt x="186474" y="0"/>
                </a:moveTo>
                <a:lnTo>
                  <a:pt x="175310" y="0"/>
                </a:lnTo>
                <a:lnTo>
                  <a:pt x="172796" y="723"/>
                </a:lnTo>
                <a:lnTo>
                  <a:pt x="170992" y="2527"/>
                </a:lnTo>
                <a:lnTo>
                  <a:pt x="141478" y="25920"/>
                </a:lnTo>
                <a:lnTo>
                  <a:pt x="129723" y="33805"/>
                </a:lnTo>
                <a:lnTo>
                  <a:pt x="116819" y="39560"/>
                </a:lnTo>
                <a:lnTo>
                  <a:pt x="103103" y="43087"/>
                </a:lnTo>
                <a:lnTo>
                  <a:pt x="88912" y="44284"/>
                </a:lnTo>
                <a:lnTo>
                  <a:pt x="22313" y="44284"/>
                </a:lnTo>
                <a:lnTo>
                  <a:pt x="13662" y="46051"/>
                </a:lnTo>
                <a:lnTo>
                  <a:pt x="6565" y="50857"/>
                </a:lnTo>
                <a:lnTo>
                  <a:pt x="1764" y="57958"/>
                </a:lnTo>
                <a:lnTo>
                  <a:pt x="0" y="66611"/>
                </a:lnTo>
                <a:lnTo>
                  <a:pt x="0" y="100088"/>
                </a:lnTo>
                <a:lnTo>
                  <a:pt x="1764" y="108740"/>
                </a:lnTo>
                <a:lnTo>
                  <a:pt x="6565" y="115836"/>
                </a:lnTo>
                <a:lnTo>
                  <a:pt x="13662" y="120637"/>
                </a:lnTo>
                <a:lnTo>
                  <a:pt x="22313" y="122402"/>
                </a:lnTo>
                <a:lnTo>
                  <a:pt x="88912" y="122402"/>
                </a:lnTo>
                <a:lnTo>
                  <a:pt x="103103" y="123600"/>
                </a:lnTo>
                <a:lnTo>
                  <a:pt x="141478" y="140766"/>
                </a:lnTo>
                <a:lnTo>
                  <a:pt x="171716" y="164884"/>
                </a:lnTo>
                <a:lnTo>
                  <a:pt x="172440" y="165239"/>
                </a:lnTo>
                <a:lnTo>
                  <a:pt x="173875" y="166319"/>
                </a:lnTo>
                <a:lnTo>
                  <a:pt x="176034" y="166687"/>
                </a:lnTo>
                <a:lnTo>
                  <a:pt x="186474" y="166687"/>
                </a:lnTo>
                <a:lnTo>
                  <a:pt x="189001" y="158762"/>
                </a:lnTo>
                <a:lnTo>
                  <a:pt x="189001" y="132486"/>
                </a:lnTo>
                <a:lnTo>
                  <a:pt x="166674" y="132486"/>
                </a:lnTo>
                <a:lnTo>
                  <a:pt x="155155" y="123482"/>
                </a:lnTo>
                <a:lnTo>
                  <a:pt x="140299" y="113451"/>
                </a:lnTo>
                <a:lnTo>
                  <a:pt x="124058" y="106118"/>
                </a:lnTo>
                <a:lnTo>
                  <a:pt x="106805" y="101618"/>
                </a:lnTo>
                <a:lnTo>
                  <a:pt x="88912" y="100088"/>
                </a:lnTo>
                <a:lnTo>
                  <a:pt x="88912" y="66611"/>
                </a:lnTo>
                <a:lnTo>
                  <a:pt x="140299" y="53393"/>
                </a:lnTo>
                <a:lnTo>
                  <a:pt x="166674" y="34201"/>
                </a:lnTo>
                <a:lnTo>
                  <a:pt x="189001" y="34201"/>
                </a:lnTo>
                <a:lnTo>
                  <a:pt x="189001" y="7924"/>
                </a:lnTo>
                <a:lnTo>
                  <a:pt x="186474" y="0"/>
                </a:lnTo>
                <a:close/>
              </a:path>
              <a:path w="200659" h="178435">
                <a:moveTo>
                  <a:pt x="189001" y="34201"/>
                </a:moveTo>
                <a:lnTo>
                  <a:pt x="166674" y="34201"/>
                </a:lnTo>
                <a:lnTo>
                  <a:pt x="166674" y="132486"/>
                </a:lnTo>
                <a:lnTo>
                  <a:pt x="189001" y="132486"/>
                </a:lnTo>
                <a:lnTo>
                  <a:pt x="189001" y="102603"/>
                </a:lnTo>
                <a:lnTo>
                  <a:pt x="195478" y="98640"/>
                </a:lnTo>
                <a:lnTo>
                  <a:pt x="200152" y="91440"/>
                </a:lnTo>
                <a:lnTo>
                  <a:pt x="200152" y="75247"/>
                </a:lnTo>
                <a:lnTo>
                  <a:pt x="195478" y="68046"/>
                </a:lnTo>
                <a:lnTo>
                  <a:pt x="189001" y="64084"/>
                </a:lnTo>
                <a:lnTo>
                  <a:pt x="189001" y="34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38504" y="4167697"/>
            <a:ext cx="160528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Avisos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portales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100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redes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9148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59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9148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60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59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8292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79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60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8292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19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60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19" y="341274"/>
                </a:lnTo>
                <a:lnTo>
                  <a:pt x="230214" y="359594"/>
                </a:lnTo>
                <a:lnTo>
                  <a:pt x="182879" y="365759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78682" y="4151886"/>
            <a:ext cx="175260" cy="200660"/>
          </a:xfrm>
          <a:custGeom>
            <a:avLst/>
            <a:gdLst/>
            <a:ahLst/>
            <a:cxnLst/>
            <a:rect l="l" t="t" r="r" b="b"/>
            <a:pathLst>
              <a:path w="175260" h="200660">
                <a:moveTo>
                  <a:pt x="156235" y="25196"/>
                </a:moveTo>
                <a:lnTo>
                  <a:pt x="18719" y="25196"/>
                </a:lnTo>
                <a:lnTo>
                  <a:pt x="11390" y="26653"/>
                </a:lnTo>
                <a:lnTo>
                  <a:pt x="5445" y="30641"/>
                </a:lnTo>
                <a:lnTo>
                  <a:pt x="1456" y="36587"/>
                </a:lnTo>
                <a:lnTo>
                  <a:pt x="0" y="43916"/>
                </a:lnTo>
                <a:lnTo>
                  <a:pt x="0" y="60477"/>
                </a:lnTo>
                <a:lnTo>
                  <a:pt x="2159" y="62636"/>
                </a:lnTo>
                <a:lnTo>
                  <a:pt x="172796" y="62636"/>
                </a:lnTo>
                <a:lnTo>
                  <a:pt x="174955" y="60477"/>
                </a:lnTo>
                <a:lnTo>
                  <a:pt x="174955" y="43916"/>
                </a:lnTo>
                <a:lnTo>
                  <a:pt x="173498" y="36587"/>
                </a:lnTo>
                <a:lnTo>
                  <a:pt x="169510" y="30641"/>
                </a:lnTo>
                <a:lnTo>
                  <a:pt x="163564" y="26653"/>
                </a:lnTo>
                <a:lnTo>
                  <a:pt x="156235" y="25196"/>
                </a:lnTo>
                <a:close/>
              </a:path>
              <a:path w="175260" h="200660">
                <a:moveTo>
                  <a:pt x="60477" y="0"/>
                </a:moveTo>
                <a:lnTo>
                  <a:pt x="39598" y="0"/>
                </a:lnTo>
                <a:lnTo>
                  <a:pt x="37439" y="2158"/>
                </a:lnTo>
                <a:lnTo>
                  <a:pt x="37439" y="25196"/>
                </a:lnTo>
                <a:lnTo>
                  <a:pt x="62636" y="25196"/>
                </a:lnTo>
                <a:lnTo>
                  <a:pt x="62636" y="2158"/>
                </a:lnTo>
                <a:lnTo>
                  <a:pt x="60477" y="0"/>
                </a:lnTo>
                <a:close/>
              </a:path>
              <a:path w="175260" h="200660">
                <a:moveTo>
                  <a:pt x="135356" y="0"/>
                </a:moveTo>
                <a:lnTo>
                  <a:pt x="114477" y="0"/>
                </a:lnTo>
                <a:lnTo>
                  <a:pt x="112318" y="2158"/>
                </a:lnTo>
                <a:lnTo>
                  <a:pt x="112318" y="25196"/>
                </a:lnTo>
                <a:lnTo>
                  <a:pt x="137515" y="25196"/>
                </a:lnTo>
                <a:lnTo>
                  <a:pt x="137515" y="2158"/>
                </a:lnTo>
                <a:lnTo>
                  <a:pt x="135356" y="0"/>
                </a:lnTo>
                <a:close/>
              </a:path>
              <a:path w="175260" h="200660">
                <a:moveTo>
                  <a:pt x="172796" y="75234"/>
                </a:moveTo>
                <a:lnTo>
                  <a:pt x="2159" y="75234"/>
                </a:lnTo>
                <a:lnTo>
                  <a:pt x="0" y="77038"/>
                </a:lnTo>
                <a:lnTo>
                  <a:pt x="0" y="181432"/>
                </a:lnTo>
                <a:lnTo>
                  <a:pt x="1456" y="188761"/>
                </a:lnTo>
                <a:lnTo>
                  <a:pt x="5445" y="194706"/>
                </a:lnTo>
                <a:lnTo>
                  <a:pt x="11390" y="198695"/>
                </a:lnTo>
                <a:lnTo>
                  <a:pt x="18719" y="200151"/>
                </a:lnTo>
                <a:lnTo>
                  <a:pt x="156235" y="200151"/>
                </a:lnTo>
                <a:lnTo>
                  <a:pt x="163564" y="198695"/>
                </a:lnTo>
                <a:lnTo>
                  <a:pt x="169510" y="194706"/>
                </a:lnTo>
                <a:lnTo>
                  <a:pt x="173498" y="188761"/>
                </a:lnTo>
                <a:lnTo>
                  <a:pt x="174955" y="181432"/>
                </a:lnTo>
                <a:lnTo>
                  <a:pt x="174955" y="176390"/>
                </a:lnTo>
                <a:lnTo>
                  <a:pt x="74155" y="176390"/>
                </a:lnTo>
                <a:lnTo>
                  <a:pt x="39954" y="142201"/>
                </a:lnTo>
                <a:lnTo>
                  <a:pt x="38163" y="140030"/>
                </a:lnTo>
                <a:lnTo>
                  <a:pt x="38163" y="137159"/>
                </a:lnTo>
                <a:lnTo>
                  <a:pt x="39954" y="135356"/>
                </a:lnTo>
                <a:lnTo>
                  <a:pt x="51117" y="124561"/>
                </a:lnTo>
                <a:lnTo>
                  <a:pt x="52920" y="122758"/>
                </a:lnTo>
                <a:lnTo>
                  <a:pt x="95922" y="122758"/>
                </a:lnTo>
                <a:lnTo>
                  <a:pt x="119151" y="99720"/>
                </a:lnTo>
                <a:lnTo>
                  <a:pt x="174955" y="99720"/>
                </a:lnTo>
                <a:lnTo>
                  <a:pt x="174955" y="77038"/>
                </a:lnTo>
                <a:lnTo>
                  <a:pt x="172796" y="75234"/>
                </a:lnTo>
                <a:close/>
              </a:path>
              <a:path w="175260" h="200660">
                <a:moveTo>
                  <a:pt x="174955" y="99720"/>
                </a:moveTo>
                <a:lnTo>
                  <a:pt x="122034" y="99720"/>
                </a:lnTo>
                <a:lnTo>
                  <a:pt x="136791" y="114477"/>
                </a:lnTo>
                <a:lnTo>
                  <a:pt x="136791" y="117360"/>
                </a:lnTo>
                <a:lnTo>
                  <a:pt x="135000" y="119151"/>
                </a:lnTo>
                <a:lnTo>
                  <a:pt x="77038" y="176390"/>
                </a:lnTo>
                <a:lnTo>
                  <a:pt x="174955" y="176390"/>
                </a:lnTo>
                <a:lnTo>
                  <a:pt x="174955" y="99720"/>
                </a:lnTo>
                <a:close/>
              </a:path>
              <a:path w="175260" h="200660">
                <a:moveTo>
                  <a:pt x="95922" y="122758"/>
                </a:moveTo>
                <a:lnTo>
                  <a:pt x="56159" y="122758"/>
                </a:lnTo>
                <a:lnTo>
                  <a:pt x="75958" y="142557"/>
                </a:lnTo>
                <a:lnTo>
                  <a:pt x="95922" y="12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73144" y="4167697"/>
            <a:ext cx="130238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Organización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100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agenda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2612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59" h="548639">
                <a:moveTo>
                  <a:pt x="259668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93915"/>
                </a:lnTo>
                <a:lnTo>
                  <a:pt x="15925" y="532569"/>
                </a:lnTo>
                <a:lnTo>
                  <a:pt x="54711" y="548639"/>
                </a:lnTo>
                <a:lnTo>
                  <a:pt x="2597035" y="548271"/>
                </a:lnTo>
                <a:lnTo>
                  <a:pt x="2635689" y="532345"/>
                </a:lnTo>
                <a:lnTo>
                  <a:pt x="2651760" y="493560"/>
                </a:lnTo>
                <a:lnTo>
                  <a:pt x="2651391" y="54711"/>
                </a:lnTo>
                <a:lnTo>
                  <a:pt x="2635465" y="16059"/>
                </a:lnTo>
                <a:lnTo>
                  <a:pt x="259668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26124" y="3977286"/>
            <a:ext cx="2651760" cy="548640"/>
          </a:xfrm>
          <a:custGeom>
            <a:avLst/>
            <a:gdLst/>
            <a:ahLst/>
            <a:cxnLst/>
            <a:rect l="l" t="t" r="r" b="b"/>
            <a:pathLst>
              <a:path w="2651759" h="548639">
                <a:moveTo>
                  <a:pt x="0" y="54711"/>
                </a:moveTo>
                <a:lnTo>
                  <a:pt x="466" y="47502"/>
                </a:lnTo>
                <a:lnTo>
                  <a:pt x="1843" y="40495"/>
                </a:lnTo>
                <a:lnTo>
                  <a:pt x="27355" y="7200"/>
                </a:lnTo>
                <a:lnTo>
                  <a:pt x="54711" y="0"/>
                </a:lnTo>
                <a:lnTo>
                  <a:pt x="2596680" y="0"/>
                </a:lnTo>
                <a:lnTo>
                  <a:pt x="2635465" y="16059"/>
                </a:lnTo>
                <a:lnTo>
                  <a:pt x="2651391" y="54711"/>
                </a:lnTo>
                <a:lnTo>
                  <a:pt x="2651760" y="493560"/>
                </a:lnTo>
                <a:lnTo>
                  <a:pt x="2651292" y="500768"/>
                </a:lnTo>
                <a:lnTo>
                  <a:pt x="2649912" y="507776"/>
                </a:lnTo>
                <a:lnTo>
                  <a:pt x="2624391" y="541070"/>
                </a:lnTo>
                <a:lnTo>
                  <a:pt x="54711" y="548639"/>
                </a:lnTo>
                <a:lnTo>
                  <a:pt x="15925" y="532569"/>
                </a:lnTo>
                <a:lnTo>
                  <a:pt x="0" y="493915"/>
                </a:lnTo>
                <a:lnTo>
                  <a:pt x="0" y="54711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1756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35" y="6164"/>
                </a:lnTo>
                <a:lnTo>
                  <a:pt x="91439" y="24472"/>
                </a:lnTo>
                <a:lnTo>
                  <a:pt x="53636" y="53636"/>
                </a:lnTo>
                <a:lnTo>
                  <a:pt x="24472" y="91440"/>
                </a:lnTo>
                <a:lnTo>
                  <a:pt x="6164" y="135535"/>
                </a:lnTo>
                <a:lnTo>
                  <a:pt x="0" y="182879"/>
                </a:lnTo>
                <a:lnTo>
                  <a:pt x="1546" y="206781"/>
                </a:lnTo>
                <a:lnTo>
                  <a:pt x="13817" y="252840"/>
                </a:lnTo>
                <a:lnTo>
                  <a:pt x="37874" y="294195"/>
                </a:lnTo>
                <a:lnTo>
                  <a:pt x="71559" y="327878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79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78"/>
                </a:lnTo>
                <a:lnTo>
                  <a:pt x="327878" y="294195"/>
                </a:lnTo>
                <a:lnTo>
                  <a:pt x="351936" y="252840"/>
                </a:lnTo>
                <a:lnTo>
                  <a:pt x="364212" y="206781"/>
                </a:lnTo>
                <a:lnTo>
                  <a:pt x="365759" y="182879"/>
                </a:lnTo>
                <a:lnTo>
                  <a:pt x="364212" y="158971"/>
                </a:lnTo>
                <a:lnTo>
                  <a:pt x="351936" y="112912"/>
                </a:lnTo>
                <a:lnTo>
                  <a:pt x="327878" y="71559"/>
                </a:lnTo>
                <a:lnTo>
                  <a:pt x="294195" y="37874"/>
                </a:lnTo>
                <a:lnTo>
                  <a:pt x="252840" y="13817"/>
                </a:lnTo>
                <a:lnTo>
                  <a:pt x="206781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17564" y="406872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1"/>
                </a:lnTo>
                <a:lnTo>
                  <a:pt x="6164" y="135535"/>
                </a:lnTo>
                <a:lnTo>
                  <a:pt x="24472" y="91440"/>
                </a:lnTo>
                <a:lnTo>
                  <a:pt x="53636" y="53636"/>
                </a:lnTo>
                <a:lnTo>
                  <a:pt x="91439" y="24472"/>
                </a:lnTo>
                <a:lnTo>
                  <a:pt x="135535" y="6164"/>
                </a:lnTo>
                <a:lnTo>
                  <a:pt x="182879" y="0"/>
                </a:lnTo>
                <a:lnTo>
                  <a:pt x="230214" y="6164"/>
                </a:lnTo>
                <a:lnTo>
                  <a:pt x="274320" y="24472"/>
                </a:lnTo>
                <a:lnTo>
                  <a:pt x="312116" y="53636"/>
                </a:lnTo>
                <a:lnTo>
                  <a:pt x="341274" y="91440"/>
                </a:lnTo>
                <a:lnTo>
                  <a:pt x="359594" y="135535"/>
                </a:lnTo>
                <a:lnTo>
                  <a:pt x="365759" y="182879"/>
                </a:lnTo>
                <a:lnTo>
                  <a:pt x="364212" y="206781"/>
                </a:lnTo>
                <a:lnTo>
                  <a:pt x="359594" y="230214"/>
                </a:lnTo>
                <a:lnTo>
                  <a:pt x="341274" y="274319"/>
                </a:lnTo>
                <a:lnTo>
                  <a:pt x="312116" y="312116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79" y="365759"/>
                </a:lnTo>
                <a:lnTo>
                  <a:pt x="135535" y="359594"/>
                </a:lnTo>
                <a:lnTo>
                  <a:pt x="91439" y="341274"/>
                </a:lnTo>
                <a:lnTo>
                  <a:pt x="53636" y="312116"/>
                </a:lnTo>
                <a:lnTo>
                  <a:pt x="24472" y="274319"/>
                </a:lnTo>
                <a:lnTo>
                  <a:pt x="6164" y="230214"/>
                </a:lnTo>
                <a:lnTo>
                  <a:pt x="1546" y="206781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00723" y="4172041"/>
            <a:ext cx="200660" cy="160020"/>
          </a:xfrm>
          <a:custGeom>
            <a:avLst/>
            <a:gdLst/>
            <a:ahLst/>
            <a:cxnLst/>
            <a:rect l="l" t="t" r="r" b="b"/>
            <a:pathLst>
              <a:path w="200660" h="160020">
                <a:moveTo>
                  <a:pt x="146875" y="0"/>
                </a:moveTo>
                <a:lnTo>
                  <a:pt x="93599" y="0"/>
                </a:lnTo>
                <a:lnTo>
                  <a:pt x="89992" y="3238"/>
                </a:lnTo>
                <a:lnTo>
                  <a:pt x="89992" y="29883"/>
                </a:lnTo>
                <a:lnTo>
                  <a:pt x="3238" y="29883"/>
                </a:lnTo>
                <a:lnTo>
                  <a:pt x="0" y="33121"/>
                </a:lnTo>
                <a:lnTo>
                  <a:pt x="0" y="155524"/>
                </a:lnTo>
                <a:lnTo>
                  <a:pt x="4673" y="159842"/>
                </a:lnTo>
                <a:lnTo>
                  <a:pt x="195478" y="159842"/>
                </a:lnTo>
                <a:lnTo>
                  <a:pt x="200151" y="155524"/>
                </a:lnTo>
                <a:lnTo>
                  <a:pt x="200151" y="129959"/>
                </a:lnTo>
                <a:lnTo>
                  <a:pt x="21589" y="129959"/>
                </a:lnTo>
                <a:lnTo>
                  <a:pt x="20154" y="128155"/>
                </a:lnTo>
                <a:lnTo>
                  <a:pt x="20154" y="111594"/>
                </a:lnTo>
                <a:lnTo>
                  <a:pt x="21589" y="109804"/>
                </a:lnTo>
                <a:lnTo>
                  <a:pt x="200151" y="109804"/>
                </a:lnTo>
                <a:lnTo>
                  <a:pt x="200151" y="100076"/>
                </a:lnTo>
                <a:lnTo>
                  <a:pt x="21589" y="100076"/>
                </a:lnTo>
                <a:lnTo>
                  <a:pt x="20154" y="98285"/>
                </a:lnTo>
                <a:lnTo>
                  <a:pt x="20154" y="81724"/>
                </a:lnTo>
                <a:lnTo>
                  <a:pt x="21589" y="79921"/>
                </a:lnTo>
                <a:lnTo>
                  <a:pt x="200151" y="79921"/>
                </a:lnTo>
                <a:lnTo>
                  <a:pt x="200151" y="69837"/>
                </a:lnTo>
                <a:lnTo>
                  <a:pt x="21589" y="69837"/>
                </a:lnTo>
                <a:lnTo>
                  <a:pt x="20154" y="68402"/>
                </a:lnTo>
                <a:lnTo>
                  <a:pt x="20154" y="51485"/>
                </a:lnTo>
                <a:lnTo>
                  <a:pt x="21589" y="50038"/>
                </a:lnTo>
                <a:lnTo>
                  <a:pt x="150113" y="50038"/>
                </a:lnTo>
                <a:lnTo>
                  <a:pt x="150113" y="39966"/>
                </a:lnTo>
                <a:lnTo>
                  <a:pt x="111594" y="39966"/>
                </a:lnTo>
                <a:lnTo>
                  <a:pt x="110159" y="38163"/>
                </a:lnTo>
                <a:lnTo>
                  <a:pt x="110159" y="21602"/>
                </a:lnTo>
                <a:lnTo>
                  <a:pt x="111594" y="19799"/>
                </a:lnTo>
                <a:lnTo>
                  <a:pt x="150113" y="19799"/>
                </a:lnTo>
                <a:lnTo>
                  <a:pt x="150113" y="3238"/>
                </a:lnTo>
                <a:lnTo>
                  <a:pt x="146875" y="0"/>
                </a:lnTo>
                <a:close/>
              </a:path>
              <a:path w="200660" h="160020">
                <a:moveTo>
                  <a:pt x="61556" y="109804"/>
                </a:moveTo>
                <a:lnTo>
                  <a:pt x="38519" y="109804"/>
                </a:lnTo>
                <a:lnTo>
                  <a:pt x="39954" y="111594"/>
                </a:lnTo>
                <a:lnTo>
                  <a:pt x="39954" y="128155"/>
                </a:lnTo>
                <a:lnTo>
                  <a:pt x="38519" y="129959"/>
                </a:lnTo>
                <a:lnTo>
                  <a:pt x="61556" y="129959"/>
                </a:lnTo>
                <a:lnTo>
                  <a:pt x="60121" y="128155"/>
                </a:lnTo>
                <a:lnTo>
                  <a:pt x="60121" y="111594"/>
                </a:lnTo>
                <a:lnTo>
                  <a:pt x="61556" y="109804"/>
                </a:lnTo>
                <a:close/>
              </a:path>
              <a:path w="200660" h="160020">
                <a:moveTo>
                  <a:pt x="161632" y="109804"/>
                </a:moveTo>
                <a:lnTo>
                  <a:pt x="78473" y="109804"/>
                </a:lnTo>
                <a:lnTo>
                  <a:pt x="79921" y="111594"/>
                </a:lnTo>
                <a:lnTo>
                  <a:pt x="79921" y="128155"/>
                </a:lnTo>
                <a:lnTo>
                  <a:pt x="78473" y="129959"/>
                </a:lnTo>
                <a:lnTo>
                  <a:pt x="161632" y="129959"/>
                </a:lnTo>
                <a:lnTo>
                  <a:pt x="160197" y="128155"/>
                </a:lnTo>
                <a:lnTo>
                  <a:pt x="160197" y="111594"/>
                </a:lnTo>
                <a:lnTo>
                  <a:pt x="161632" y="109804"/>
                </a:lnTo>
                <a:close/>
              </a:path>
              <a:path w="200660" h="160020">
                <a:moveTo>
                  <a:pt x="200151" y="109804"/>
                </a:moveTo>
                <a:lnTo>
                  <a:pt x="178562" y="109804"/>
                </a:lnTo>
                <a:lnTo>
                  <a:pt x="179997" y="111594"/>
                </a:lnTo>
                <a:lnTo>
                  <a:pt x="179997" y="128155"/>
                </a:lnTo>
                <a:lnTo>
                  <a:pt x="178562" y="129959"/>
                </a:lnTo>
                <a:lnTo>
                  <a:pt x="200151" y="129959"/>
                </a:lnTo>
                <a:lnTo>
                  <a:pt x="200151" y="109804"/>
                </a:lnTo>
                <a:close/>
              </a:path>
              <a:path w="200660" h="160020">
                <a:moveTo>
                  <a:pt x="61556" y="79921"/>
                </a:moveTo>
                <a:lnTo>
                  <a:pt x="38519" y="79921"/>
                </a:lnTo>
                <a:lnTo>
                  <a:pt x="39954" y="81724"/>
                </a:lnTo>
                <a:lnTo>
                  <a:pt x="39954" y="98285"/>
                </a:lnTo>
                <a:lnTo>
                  <a:pt x="38519" y="100076"/>
                </a:lnTo>
                <a:lnTo>
                  <a:pt x="61556" y="100076"/>
                </a:lnTo>
                <a:lnTo>
                  <a:pt x="60121" y="98285"/>
                </a:lnTo>
                <a:lnTo>
                  <a:pt x="60121" y="81724"/>
                </a:lnTo>
                <a:lnTo>
                  <a:pt x="61556" y="79921"/>
                </a:lnTo>
                <a:close/>
              </a:path>
              <a:path w="200660" h="160020">
                <a:moveTo>
                  <a:pt x="111594" y="79921"/>
                </a:moveTo>
                <a:lnTo>
                  <a:pt x="78473" y="79921"/>
                </a:lnTo>
                <a:lnTo>
                  <a:pt x="79921" y="81724"/>
                </a:lnTo>
                <a:lnTo>
                  <a:pt x="79921" y="98285"/>
                </a:lnTo>
                <a:lnTo>
                  <a:pt x="78473" y="100076"/>
                </a:lnTo>
                <a:lnTo>
                  <a:pt x="111594" y="100076"/>
                </a:lnTo>
                <a:lnTo>
                  <a:pt x="110159" y="98285"/>
                </a:lnTo>
                <a:lnTo>
                  <a:pt x="110159" y="81724"/>
                </a:lnTo>
                <a:lnTo>
                  <a:pt x="111594" y="79921"/>
                </a:lnTo>
                <a:close/>
              </a:path>
              <a:path w="200660" h="160020">
                <a:moveTo>
                  <a:pt x="161632" y="79921"/>
                </a:moveTo>
                <a:lnTo>
                  <a:pt x="128511" y="79921"/>
                </a:lnTo>
                <a:lnTo>
                  <a:pt x="129959" y="81724"/>
                </a:lnTo>
                <a:lnTo>
                  <a:pt x="129959" y="98285"/>
                </a:lnTo>
                <a:lnTo>
                  <a:pt x="128511" y="100076"/>
                </a:lnTo>
                <a:lnTo>
                  <a:pt x="161632" y="100076"/>
                </a:lnTo>
                <a:lnTo>
                  <a:pt x="160197" y="98285"/>
                </a:lnTo>
                <a:lnTo>
                  <a:pt x="160197" y="81724"/>
                </a:lnTo>
                <a:lnTo>
                  <a:pt x="161632" y="79921"/>
                </a:lnTo>
                <a:close/>
              </a:path>
              <a:path w="200660" h="160020">
                <a:moveTo>
                  <a:pt x="200151" y="79921"/>
                </a:moveTo>
                <a:lnTo>
                  <a:pt x="178562" y="79921"/>
                </a:lnTo>
                <a:lnTo>
                  <a:pt x="179997" y="81724"/>
                </a:lnTo>
                <a:lnTo>
                  <a:pt x="179997" y="98285"/>
                </a:lnTo>
                <a:lnTo>
                  <a:pt x="178562" y="100076"/>
                </a:lnTo>
                <a:lnTo>
                  <a:pt x="200151" y="100076"/>
                </a:lnTo>
                <a:lnTo>
                  <a:pt x="200151" y="79921"/>
                </a:lnTo>
                <a:close/>
              </a:path>
              <a:path w="200660" h="160020">
                <a:moveTo>
                  <a:pt x="61556" y="50038"/>
                </a:moveTo>
                <a:lnTo>
                  <a:pt x="38519" y="50038"/>
                </a:lnTo>
                <a:lnTo>
                  <a:pt x="39954" y="51485"/>
                </a:lnTo>
                <a:lnTo>
                  <a:pt x="39954" y="68402"/>
                </a:lnTo>
                <a:lnTo>
                  <a:pt x="38519" y="69837"/>
                </a:lnTo>
                <a:lnTo>
                  <a:pt x="61556" y="69837"/>
                </a:lnTo>
                <a:lnTo>
                  <a:pt x="60121" y="68402"/>
                </a:lnTo>
                <a:lnTo>
                  <a:pt x="60121" y="51485"/>
                </a:lnTo>
                <a:lnTo>
                  <a:pt x="61556" y="50038"/>
                </a:lnTo>
                <a:close/>
              </a:path>
              <a:path w="200660" h="160020">
                <a:moveTo>
                  <a:pt x="111594" y="50038"/>
                </a:moveTo>
                <a:lnTo>
                  <a:pt x="78473" y="50038"/>
                </a:lnTo>
                <a:lnTo>
                  <a:pt x="79921" y="51485"/>
                </a:lnTo>
                <a:lnTo>
                  <a:pt x="79921" y="68402"/>
                </a:lnTo>
                <a:lnTo>
                  <a:pt x="78473" y="69837"/>
                </a:lnTo>
                <a:lnTo>
                  <a:pt x="111594" y="69837"/>
                </a:lnTo>
                <a:lnTo>
                  <a:pt x="110159" y="68402"/>
                </a:lnTo>
                <a:lnTo>
                  <a:pt x="110159" y="51485"/>
                </a:lnTo>
                <a:lnTo>
                  <a:pt x="111594" y="50038"/>
                </a:lnTo>
                <a:close/>
              </a:path>
              <a:path w="200660" h="160020">
                <a:moveTo>
                  <a:pt x="150113" y="50038"/>
                </a:moveTo>
                <a:lnTo>
                  <a:pt x="128511" y="50038"/>
                </a:lnTo>
                <a:lnTo>
                  <a:pt x="129959" y="51485"/>
                </a:lnTo>
                <a:lnTo>
                  <a:pt x="129959" y="68402"/>
                </a:lnTo>
                <a:lnTo>
                  <a:pt x="128511" y="69837"/>
                </a:lnTo>
                <a:lnTo>
                  <a:pt x="200151" y="69837"/>
                </a:lnTo>
                <a:lnTo>
                  <a:pt x="200151" y="63360"/>
                </a:lnTo>
                <a:lnTo>
                  <a:pt x="196913" y="59766"/>
                </a:lnTo>
                <a:lnTo>
                  <a:pt x="150113" y="59766"/>
                </a:lnTo>
                <a:lnTo>
                  <a:pt x="150113" y="50038"/>
                </a:lnTo>
                <a:close/>
              </a:path>
              <a:path w="200660" h="160020">
                <a:moveTo>
                  <a:pt x="150113" y="19799"/>
                </a:moveTo>
                <a:lnTo>
                  <a:pt x="128511" y="19799"/>
                </a:lnTo>
                <a:lnTo>
                  <a:pt x="129959" y="21602"/>
                </a:lnTo>
                <a:lnTo>
                  <a:pt x="129959" y="38163"/>
                </a:lnTo>
                <a:lnTo>
                  <a:pt x="128511" y="39966"/>
                </a:lnTo>
                <a:lnTo>
                  <a:pt x="150113" y="39966"/>
                </a:lnTo>
                <a:lnTo>
                  <a:pt x="150113" y="19799"/>
                </a:lnTo>
                <a:close/>
              </a:path>
              <a:path w="200660" h="160020">
                <a:moveTo>
                  <a:pt x="32753" y="0"/>
                </a:moveTo>
                <a:lnTo>
                  <a:pt x="22313" y="0"/>
                </a:lnTo>
                <a:lnTo>
                  <a:pt x="20154" y="2159"/>
                </a:lnTo>
                <a:lnTo>
                  <a:pt x="20154" y="29883"/>
                </a:lnTo>
                <a:lnTo>
                  <a:pt x="34912" y="29883"/>
                </a:lnTo>
                <a:lnTo>
                  <a:pt x="34912" y="2159"/>
                </a:lnTo>
                <a:lnTo>
                  <a:pt x="32753" y="0"/>
                </a:lnTo>
                <a:close/>
              </a:path>
              <a:path w="200660" h="160020">
                <a:moveTo>
                  <a:pt x="67678" y="0"/>
                </a:moveTo>
                <a:lnTo>
                  <a:pt x="57238" y="0"/>
                </a:lnTo>
                <a:lnTo>
                  <a:pt x="55079" y="2159"/>
                </a:lnTo>
                <a:lnTo>
                  <a:pt x="55079" y="29883"/>
                </a:lnTo>
                <a:lnTo>
                  <a:pt x="70192" y="29883"/>
                </a:lnTo>
                <a:lnTo>
                  <a:pt x="70192" y="2159"/>
                </a:lnTo>
                <a:lnTo>
                  <a:pt x="676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707784" y="4167697"/>
            <a:ext cx="181673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Investigación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zonas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barrios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47305" y="4907961"/>
            <a:ext cx="60388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trodu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ión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439229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rgbClr val="003DA4"/>
                </a:solidFill>
              </a:rPr>
              <a:t>Anatomía </a:t>
            </a:r>
            <a:r>
              <a:rPr sz="2800" spc="-5" dirty="0">
                <a:solidFill>
                  <a:srgbClr val="003DA4"/>
                </a:solidFill>
              </a:rPr>
              <a:t>de un buen</a:t>
            </a:r>
            <a:r>
              <a:rPr sz="2800" spc="-25" dirty="0">
                <a:solidFill>
                  <a:srgbClr val="003DA4"/>
                </a:solidFill>
              </a:rPr>
              <a:t> </a:t>
            </a:r>
            <a:r>
              <a:rPr sz="2800" spc="-15" dirty="0">
                <a:solidFill>
                  <a:srgbClr val="003DA4"/>
                </a:solidFill>
              </a:rPr>
              <a:t>prompt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La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fórmula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simple que vas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usar siempre: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R · C · T ·</a:t>
            </a:r>
            <a:r>
              <a:rPr sz="1300" b="0" i="1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F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325526"/>
            <a:ext cx="1965960" cy="1828800"/>
          </a:xfrm>
          <a:custGeom>
            <a:avLst/>
            <a:gdLst/>
            <a:ahLst/>
            <a:cxnLst/>
            <a:rect l="l" t="t" r="r" b="b"/>
            <a:pathLst>
              <a:path w="1965960" h="182880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40" y="0"/>
                </a:lnTo>
                <a:lnTo>
                  <a:pt x="1874520" y="0"/>
                </a:lnTo>
                <a:lnTo>
                  <a:pt x="1920239" y="12230"/>
                </a:lnTo>
                <a:lnTo>
                  <a:pt x="1953717" y="45720"/>
                </a:lnTo>
                <a:lnTo>
                  <a:pt x="1965960" y="91439"/>
                </a:lnTo>
                <a:lnTo>
                  <a:pt x="1965960" y="1737359"/>
                </a:lnTo>
                <a:lnTo>
                  <a:pt x="1965161" y="1749359"/>
                </a:lnTo>
                <a:lnTo>
                  <a:pt x="1962810" y="1761024"/>
                </a:lnTo>
                <a:lnTo>
                  <a:pt x="1939278" y="1802109"/>
                </a:lnTo>
                <a:lnTo>
                  <a:pt x="1898189" y="1825645"/>
                </a:lnTo>
                <a:lnTo>
                  <a:pt x="1874520" y="1828800"/>
                </a:lnTo>
                <a:lnTo>
                  <a:pt x="91440" y="1828800"/>
                </a:lnTo>
                <a:lnTo>
                  <a:pt x="45720" y="1816557"/>
                </a:lnTo>
                <a:lnTo>
                  <a:pt x="12242" y="1783080"/>
                </a:lnTo>
                <a:lnTo>
                  <a:pt x="0" y="173735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534" y="1371119"/>
            <a:ext cx="1691639" cy="136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4800" b="1" dirty="0">
                <a:solidFill>
                  <a:srgbClr val="DB1C2E"/>
                </a:solidFill>
                <a:latin typeface="Calibri"/>
                <a:cs typeface="Calibri"/>
              </a:rPr>
              <a:t>R</a:t>
            </a:r>
            <a:endParaRPr sz="48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20"/>
              </a:spcBef>
            </a:pP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Rol</a:t>
            </a:r>
            <a:endParaRPr sz="1400" dirty="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415"/>
              </a:spcBef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Decile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Claude qué es. Ej: "Sos</a:t>
            </a:r>
            <a:r>
              <a:rPr sz="950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un  escribano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experto </a:t>
            </a:r>
            <a:r>
              <a:rPr sz="950" spc="-5" dirty="0" err="1">
                <a:solidFill>
                  <a:srgbClr val="5B6573"/>
                </a:solidFill>
                <a:latin typeface="Calibri"/>
                <a:cs typeface="Calibri"/>
              </a:rPr>
              <a:t>en</a:t>
            </a:r>
            <a:r>
              <a:rPr sz="950" spc="-4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lang="es-AR" sz="950" spc="-10" dirty="0">
                <a:solidFill>
                  <a:srgbClr val="5B6573"/>
                </a:solidFill>
                <a:latin typeface="Calibri"/>
                <a:cs typeface="Calibri"/>
              </a:rPr>
              <a:t>MENDOZA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".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6039" y="1325526"/>
            <a:ext cx="1965960" cy="1828800"/>
          </a:xfrm>
          <a:custGeom>
            <a:avLst/>
            <a:gdLst/>
            <a:ahLst/>
            <a:cxnLst/>
            <a:rect l="l" t="t" r="r" b="b"/>
            <a:pathLst>
              <a:path w="1965960" h="182880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40" y="0"/>
                </a:lnTo>
                <a:lnTo>
                  <a:pt x="1874520" y="0"/>
                </a:lnTo>
                <a:lnTo>
                  <a:pt x="1920239" y="12230"/>
                </a:lnTo>
                <a:lnTo>
                  <a:pt x="1953717" y="45720"/>
                </a:lnTo>
                <a:lnTo>
                  <a:pt x="1965960" y="91439"/>
                </a:lnTo>
                <a:lnTo>
                  <a:pt x="1965960" y="1737359"/>
                </a:lnTo>
                <a:lnTo>
                  <a:pt x="1965161" y="1749359"/>
                </a:lnTo>
                <a:lnTo>
                  <a:pt x="1962810" y="1761024"/>
                </a:lnTo>
                <a:lnTo>
                  <a:pt x="1939278" y="1802109"/>
                </a:lnTo>
                <a:lnTo>
                  <a:pt x="1898189" y="1825645"/>
                </a:lnTo>
                <a:lnTo>
                  <a:pt x="1874520" y="1828800"/>
                </a:lnTo>
                <a:lnTo>
                  <a:pt x="91440" y="1828800"/>
                </a:lnTo>
                <a:lnTo>
                  <a:pt x="45720" y="1816557"/>
                </a:lnTo>
                <a:lnTo>
                  <a:pt x="12242" y="1783080"/>
                </a:lnTo>
                <a:lnTo>
                  <a:pt x="0" y="173735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31223" y="1371119"/>
            <a:ext cx="1714500" cy="136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4800" b="1" dirty="0">
                <a:solidFill>
                  <a:srgbClr val="D97757"/>
                </a:solidFill>
                <a:latin typeface="Calibri"/>
                <a:cs typeface="Calibri"/>
              </a:rPr>
              <a:t>C</a:t>
            </a:r>
            <a:endParaRPr sz="4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Contexto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415"/>
              </a:spcBef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Datos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del caso.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Cliente, propiedad, 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situación,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zona,</a:t>
            </a:r>
            <a:r>
              <a:rPr sz="950" spc="-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presupuesto.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54879" y="1325526"/>
            <a:ext cx="1965960" cy="1828800"/>
          </a:xfrm>
          <a:custGeom>
            <a:avLst/>
            <a:gdLst/>
            <a:ahLst/>
            <a:cxnLst/>
            <a:rect l="l" t="t" r="r" b="b"/>
            <a:pathLst>
              <a:path w="1965959" h="182880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40" y="0"/>
                </a:lnTo>
                <a:lnTo>
                  <a:pt x="1874520" y="0"/>
                </a:lnTo>
                <a:lnTo>
                  <a:pt x="1920240" y="12230"/>
                </a:lnTo>
                <a:lnTo>
                  <a:pt x="1953717" y="45720"/>
                </a:lnTo>
                <a:lnTo>
                  <a:pt x="1965960" y="91439"/>
                </a:lnTo>
                <a:lnTo>
                  <a:pt x="1965960" y="1737359"/>
                </a:lnTo>
                <a:lnTo>
                  <a:pt x="1965161" y="1749359"/>
                </a:lnTo>
                <a:lnTo>
                  <a:pt x="1962810" y="1761024"/>
                </a:lnTo>
                <a:lnTo>
                  <a:pt x="1939278" y="1802109"/>
                </a:lnTo>
                <a:lnTo>
                  <a:pt x="1898189" y="1825645"/>
                </a:lnTo>
                <a:lnTo>
                  <a:pt x="1874520" y="1828800"/>
                </a:lnTo>
                <a:lnTo>
                  <a:pt x="91440" y="1828800"/>
                </a:lnTo>
                <a:lnTo>
                  <a:pt x="45720" y="1816557"/>
                </a:lnTo>
                <a:lnTo>
                  <a:pt x="12242" y="1783080"/>
                </a:lnTo>
                <a:lnTo>
                  <a:pt x="0" y="173735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96256" y="1371119"/>
            <a:ext cx="1681480" cy="136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sz="4800" b="1" dirty="0">
                <a:solidFill>
                  <a:srgbClr val="003DA4"/>
                </a:solidFill>
                <a:latin typeface="Calibri"/>
                <a:cs typeface="Calibri"/>
              </a:rPr>
              <a:t>T</a:t>
            </a:r>
            <a:endParaRPr sz="4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400" b="1" spc="-30" dirty="0">
                <a:solidFill>
                  <a:srgbClr val="191919"/>
                </a:solidFill>
                <a:latin typeface="Calibri"/>
                <a:cs typeface="Calibri"/>
              </a:rPr>
              <a:t>Tarea</a:t>
            </a:r>
            <a:endParaRPr sz="1400">
              <a:latin typeface="Calibri"/>
              <a:cs typeface="Calibri"/>
            </a:endParaRPr>
          </a:p>
          <a:p>
            <a:pPr marL="12700" marR="5080" indent="635" algn="ctr">
              <a:lnSpc>
                <a:spcPct val="100000"/>
              </a:lnSpc>
              <a:spcBef>
                <a:spcPts val="415"/>
              </a:spcBef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Qué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querés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que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haga. </a:t>
            </a:r>
            <a:r>
              <a:rPr sz="950" spc="-20" dirty="0">
                <a:solidFill>
                  <a:srgbClr val="5B6573"/>
                </a:solidFill>
                <a:latin typeface="Calibri"/>
                <a:cs typeface="Calibri"/>
              </a:rPr>
              <a:t>Resumir,  </a:t>
            </a:r>
            <a:r>
              <a:rPr sz="950" spc="-15" dirty="0">
                <a:solidFill>
                  <a:srgbClr val="5B6573"/>
                </a:solidFill>
                <a:latin typeface="Calibri"/>
                <a:cs typeface="Calibri"/>
              </a:rPr>
              <a:t>analizar, redactar, </a:t>
            </a:r>
            <a:r>
              <a:rPr sz="950" spc="-20" dirty="0">
                <a:solidFill>
                  <a:srgbClr val="5B6573"/>
                </a:solidFill>
                <a:latin typeface="Calibri"/>
                <a:cs typeface="Calibri"/>
              </a:rPr>
              <a:t>comparar,</a:t>
            </a:r>
            <a:r>
              <a:rPr sz="950" spc="-1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5B6573"/>
                </a:solidFill>
                <a:latin typeface="Calibri"/>
                <a:cs typeface="Calibri"/>
              </a:rPr>
              <a:t>listar.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03719" y="1325526"/>
            <a:ext cx="1965960" cy="1828800"/>
          </a:xfrm>
          <a:custGeom>
            <a:avLst/>
            <a:gdLst/>
            <a:ahLst/>
            <a:cxnLst/>
            <a:rect l="l" t="t" r="r" b="b"/>
            <a:pathLst>
              <a:path w="1965959" h="182880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39" y="0"/>
                </a:lnTo>
                <a:lnTo>
                  <a:pt x="1874520" y="0"/>
                </a:lnTo>
                <a:lnTo>
                  <a:pt x="1920239" y="12230"/>
                </a:lnTo>
                <a:lnTo>
                  <a:pt x="1953717" y="45720"/>
                </a:lnTo>
                <a:lnTo>
                  <a:pt x="1965959" y="91439"/>
                </a:lnTo>
                <a:lnTo>
                  <a:pt x="1965959" y="1737359"/>
                </a:lnTo>
                <a:lnTo>
                  <a:pt x="1965161" y="1749359"/>
                </a:lnTo>
                <a:lnTo>
                  <a:pt x="1962810" y="1761024"/>
                </a:lnTo>
                <a:lnTo>
                  <a:pt x="1939278" y="1802109"/>
                </a:lnTo>
                <a:lnTo>
                  <a:pt x="1898189" y="1825645"/>
                </a:lnTo>
                <a:lnTo>
                  <a:pt x="1874520" y="1828800"/>
                </a:lnTo>
                <a:lnTo>
                  <a:pt x="91439" y="1828800"/>
                </a:lnTo>
                <a:lnTo>
                  <a:pt x="45720" y="1816557"/>
                </a:lnTo>
                <a:lnTo>
                  <a:pt x="12242" y="1783080"/>
                </a:lnTo>
                <a:lnTo>
                  <a:pt x="0" y="173735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40422" y="1371119"/>
            <a:ext cx="1691005" cy="136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4800" b="1" dirty="0">
                <a:solidFill>
                  <a:srgbClr val="2E7C5B"/>
                </a:solidFill>
                <a:latin typeface="Calibri"/>
                <a:cs typeface="Calibri"/>
              </a:rPr>
              <a:t>F</a:t>
            </a:r>
            <a:endParaRPr sz="4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Formato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415"/>
              </a:spcBef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Cómo lo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querés. </a:t>
            </a:r>
            <a:r>
              <a:rPr sz="950" spc="-20" dirty="0">
                <a:solidFill>
                  <a:srgbClr val="5B6573"/>
                </a:solidFill>
                <a:latin typeface="Calibri"/>
                <a:cs typeface="Calibri"/>
              </a:rPr>
              <a:t>Tabla,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bullets,  email,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texto corto, lista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</a:t>
            </a:r>
            <a:r>
              <a:rPr sz="950" spc="-2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riesgos.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144" y="3382799"/>
            <a:ext cx="114935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003DA4"/>
                </a:solidFill>
                <a:latin typeface="Calibri"/>
                <a:cs typeface="Calibri"/>
              </a:rPr>
              <a:t>Ejemplo</a:t>
            </a:r>
            <a:r>
              <a:rPr sz="1200" b="1" spc="-90" dirty="0">
                <a:solidFill>
                  <a:srgbClr val="003DA4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003DA4"/>
                </a:solidFill>
                <a:latin typeface="Calibri"/>
                <a:cs typeface="Calibri"/>
              </a:rPr>
              <a:t>aplicado: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278" y="3576233"/>
            <a:ext cx="8442363" cy="1309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6476" y="3656877"/>
            <a:ext cx="8230234" cy="1097915"/>
          </a:xfrm>
          <a:custGeom>
            <a:avLst/>
            <a:gdLst/>
            <a:ahLst/>
            <a:cxnLst/>
            <a:rect l="l" t="t" r="r" b="b"/>
            <a:pathLst>
              <a:path w="8230234" h="1097914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40"/>
                </a:lnTo>
                <a:lnTo>
                  <a:pt x="0" y="1006208"/>
                </a:lnTo>
                <a:lnTo>
                  <a:pt x="798" y="1018208"/>
                </a:lnTo>
                <a:lnTo>
                  <a:pt x="18843" y="1061965"/>
                </a:lnTo>
                <a:lnTo>
                  <a:pt x="56512" y="1090656"/>
                </a:lnTo>
                <a:lnTo>
                  <a:pt x="91440" y="1097648"/>
                </a:lnTo>
                <a:lnTo>
                  <a:pt x="8138528" y="1097648"/>
                </a:lnTo>
                <a:lnTo>
                  <a:pt x="8184248" y="1085405"/>
                </a:lnTo>
                <a:lnTo>
                  <a:pt x="8217725" y="1051928"/>
                </a:lnTo>
                <a:lnTo>
                  <a:pt x="8229968" y="1006208"/>
                </a:lnTo>
                <a:lnTo>
                  <a:pt x="8229943" y="91440"/>
                </a:lnTo>
                <a:lnTo>
                  <a:pt x="8217725" y="46088"/>
                </a:lnTo>
                <a:lnTo>
                  <a:pt x="8184248" y="12598"/>
                </a:lnTo>
                <a:lnTo>
                  <a:pt x="813852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6476" y="3656877"/>
            <a:ext cx="8230234" cy="1097915"/>
          </a:xfrm>
          <a:custGeom>
            <a:avLst/>
            <a:gdLst/>
            <a:ahLst/>
            <a:cxnLst/>
            <a:rect l="l" t="t" r="r" b="b"/>
            <a:pathLst>
              <a:path w="8230234" h="1097914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8138528" y="368"/>
                </a:lnTo>
                <a:lnTo>
                  <a:pt x="8184248" y="12598"/>
                </a:lnTo>
                <a:lnTo>
                  <a:pt x="8217725" y="46088"/>
                </a:lnTo>
                <a:lnTo>
                  <a:pt x="8229968" y="91808"/>
                </a:lnTo>
                <a:lnTo>
                  <a:pt x="8229968" y="1006208"/>
                </a:lnTo>
                <a:lnTo>
                  <a:pt x="8229168" y="1018208"/>
                </a:lnTo>
                <a:lnTo>
                  <a:pt x="8226813" y="1029873"/>
                </a:lnTo>
                <a:lnTo>
                  <a:pt x="8203277" y="1070957"/>
                </a:lnTo>
                <a:lnTo>
                  <a:pt x="8162193" y="1094493"/>
                </a:lnTo>
                <a:lnTo>
                  <a:pt x="8138528" y="1097648"/>
                </a:lnTo>
                <a:lnTo>
                  <a:pt x="91440" y="1097648"/>
                </a:lnTo>
                <a:lnTo>
                  <a:pt x="45720" y="1085405"/>
                </a:lnTo>
                <a:lnTo>
                  <a:pt x="12242" y="1051928"/>
                </a:lnTo>
                <a:lnTo>
                  <a:pt x="0" y="1006208"/>
                </a:lnTo>
                <a:lnTo>
                  <a:pt x="368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844" y="3657246"/>
            <a:ext cx="64135" cy="1097280"/>
          </a:xfrm>
          <a:custGeom>
            <a:avLst/>
            <a:gdLst/>
            <a:ahLst/>
            <a:cxnLst/>
            <a:rect l="l" t="t" r="r" b="b"/>
            <a:pathLst>
              <a:path w="64134" h="1097279">
                <a:moveTo>
                  <a:pt x="63715" y="0"/>
                </a:moveTo>
                <a:lnTo>
                  <a:pt x="0" y="0"/>
                </a:lnTo>
                <a:lnTo>
                  <a:pt x="0" y="1096911"/>
                </a:lnTo>
                <a:lnTo>
                  <a:pt x="63715" y="10969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844" y="3657246"/>
            <a:ext cx="64135" cy="1097280"/>
          </a:xfrm>
          <a:custGeom>
            <a:avLst/>
            <a:gdLst/>
            <a:ahLst/>
            <a:cxnLst/>
            <a:rect l="l" t="t" r="r" b="b"/>
            <a:pathLst>
              <a:path w="64134" h="1097279">
                <a:moveTo>
                  <a:pt x="32029" y="1096911"/>
                </a:moveTo>
                <a:lnTo>
                  <a:pt x="0" y="1096911"/>
                </a:lnTo>
                <a:lnTo>
                  <a:pt x="0" y="0"/>
                </a:lnTo>
                <a:lnTo>
                  <a:pt x="63715" y="0"/>
                </a:lnTo>
                <a:lnTo>
                  <a:pt x="63715" y="1096911"/>
                </a:lnTo>
                <a:lnTo>
                  <a:pt x="32029" y="10969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2704" y="3783586"/>
            <a:ext cx="8242300" cy="1413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>
              <a:lnSpc>
                <a:spcPct val="100000"/>
              </a:lnSpc>
            </a:pP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Prompt completo </a:t>
            </a:r>
            <a:r>
              <a:rPr sz="1100" b="1" dirty="0">
                <a:solidFill>
                  <a:srgbClr val="D97757"/>
                </a:solidFill>
                <a:latin typeface="Calibri"/>
                <a:cs typeface="Calibri"/>
              </a:rPr>
              <a:t>(R · C · T ·</a:t>
            </a:r>
            <a:r>
              <a:rPr sz="1100" b="1" spc="-85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F)</a:t>
            </a:r>
            <a:endParaRPr sz="1100" dirty="0">
              <a:latin typeface="Calibri"/>
              <a:cs typeface="Calibri"/>
            </a:endParaRPr>
          </a:p>
          <a:p>
            <a:pPr marL="304800">
              <a:lnSpc>
                <a:spcPct val="100000"/>
              </a:lnSpc>
              <a:spcBef>
                <a:spcPts val="420"/>
              </a:spcBef>
            </a:pPr>
            <a:r>
              <a:rPr sz="950" spc="-45" dirty="0">
                <a:solidFill>
                  <a:srgbClr val="191919"/>
                </a:solidFill>
                <a:latin typeface="Lucida Console"/>
                <a:cs typeface="Lucida Console"/>
              </a:rPr>
              <a:t>[RO</a:t>
            </a:r>
            <a:r>
              <a:rPr sz="950" spc="-4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5" dirty="0">
                <a:solidFill>
                  <a:srgbClr val="191919"/>
                </a:solidFill>
                <a:latin typeface="Lucida Console"/>
                <a:cs typeface="Lucida Console"/>
              </a:rPr>
              <a:t>L]</a:t>
            </a:r>
            <a:r>
              <a:rPr sz="950" spc="-4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95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escribano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20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5" dirty="0">
                <a:solidFill>
                  <a:srgbClr val="191919"/>
                </a:solidFill>
                <a:latin typeface="Lucida Console"/>
                <a:cs typeface="Lucida Console"/>
              </a:rPr>
              <a:t>años</a:t>
            </a:r>
            <a:r>
              <a:rPr sz="95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5" dirty="0">
                <a:solidFill>
                  <a:srgbClr val="191919"/>
                </a:solidFill>
                <a:latin typeface="Lucida Console"/>
                <a:cs typeface="Lucida Console"/>
              </a:rPr>
              <a:t>experiencia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95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praventa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00" dirty="0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950" spc="-2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5" dirty="0">
                <a:solidFill>
                  <a:srgbClr val="191919"/>
                </a:solidFill>
                <a:latin typeface="Lucida Console"/>
                <a:cs typeface="Lucida Console"/>
              </a:rPr>
              <a:t>uebles</a:t>
            </a:r>
            <a:r>
              <a:rPr sz="950" spc="-3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950" spc="55" dirty="0">
                <a:solidFill>
                  <a:srgbClr val="191919"/>
                </a:solidFill>
                <a:latin typeface="Lucida Console"/>
                <a:cs typeface="Lucida Console"/>
              </a:rPr>
              <a:t>Mendoza</a:t>
            </a:r>
            <a:r>
              <a:rPr sz="950" spc="5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950" dirty="0">
              <a:latin typeface="Lucida Console"/>
              <a:cs typeface="Lucida Console"/>
            </a:endParaRPr>
          </a:p>
          <a:p>
            <a:pPr marL="304800" marR="704215">
              <a:lnSpc>
                <a:spcPct val="100000"/>
              </a:lnSpc>
            </a:pPr>
            <a:r>
              <a:rPr sz="950" spc="-105" dirty="0">
                <a:solidFill>
                  <a:srgbClr val="191919"/>
                </a:solidFill>
                <a:latin typeface="Lucida Console"/>
                <a:cs typeface="Lucida Console"/>
              </a:rPr>
              <a:t>[C</a:t>
            </a:r>
            <a:r>
              <a:rPr sz="95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950" spc="-4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950" spc="-4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TEXTO</a:t>
            </a:r>
            <a:r>
              <a:rPr sz="950" spc="-4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]</a:t>
            </a:r>
            <a:r>
              <a:rPr sz="950" spc="-4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Te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paso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una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10" dirty="0">
                <a:solidFill>
                  <a:srgbClr val="191919"/>
                </a:solidFill>
                <a:latin typeface="Lucida Console"/>
                <a:cs typeface="Lucida Console"/>
              </a:rPr>
              <a:t>escritura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departamento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95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950" spc="-95" dirty="0" err="1">
                <a:solidFill>
                  <a:srgbClr val="191919"/>
                </a:solidFill>
                <a:latin typeface="Lucida Console"/>
                <a:cs typeface="Lucida Console"/>
              </a:rPr>
              <a:t>Maipu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sz="95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Vendedor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persona</a:t>
            </a:r>
            <a:r>
              <a:rPr sz="95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25" dirty="0" err="1">
                <a:solidFill>
                  <a:srgbClr val="191919"/>
                </a:solidFill>
                <a:latin typeface="Lucida Console"/>
                <a:cs typeface="Lucida Console"/>
              </a:rPr>
              <a:t>física.C</a:t>
            </a:r>
            <a:r>
              <a:rPr sz="95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om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prador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950" spc="-145" dirty="0" err="1">
                <a:solidFill>
                  <a:srgbClr val="191919"/>
                </a:solidFill>
                <a:latin typeface="Lucida Console"/>
                <a:cs typeface="Lucida Console"/>
              </a:rPr>
              <a:t>atrim</a:t>
            </a:r>
            <a:r>
              <a:rPr sz="95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onio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. 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[TAREA]</a:t>
            </a:r>
            <a:r>
              <a:rPr sz="95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40" dirty="0">
                <a:solidFill>
                  <a:srgbClr val="191919"/>
                </a:solidFill>
                <a:latin typeface="Lucida Console"/>
                <a:cs typeface="Lucida Console"/>
              </a:rPr>
              <a:t>Identificá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riesgos</a:t>
            </a:r>
            <a:r>
              <a:rPr sz="950" spc="-3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legales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deudas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gravám</a:t>
            </a:r>
            <a:r>
              <a:rPr sz="95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enes</a:t>
            </a:r>
            <a:r>
              <a:rPr sz="950" spc="-3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cláusulas</a:t>
            </a:r>
            <a:r>
              <a:rPr sz="950" spc="-3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0" dirty="0">
                <a:solidFill>
                  <a:srgbClr val="191919"/>
                </a:solidFill>
                <a:latin typeface="Lucida Console"/>
                <a:cs typeface="Lucida Console"/>
              </a:rPr>
              <a:t>inusuales.</a:t>
            </a:r>
            <a:endParaRPr sz="950" dirty="0">
              <a:latin typeface="Lucida Console"/>
              <a:cs typeface="Lucida Console"/>
            </a:endParaRPr>
          </a:p>
          <a:p>
            <a:pPr marL="304800">
              <a:lnSpc>
                <a:spcPct val="100000"/>
              </a:lnSpc>
            </a:pP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[FO</a:t>
            </a:r>
            <a:r>
              <a:rPr sz="950" spc="-3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35" dirty="0">
                <a:solidFill>
                  <a:srgbClr val="191919"/>
                </a:solidFill>
                <a:latin typeface="Lucida Console"/>
                <a:cs typeface="Lucida Console"/>
              </a:rPr>
              <a:t>RM</a:t>
            </a:r>
            <a:r>
              <a:rPr sz="95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ATO</a:t>
            </a:r>
            <a:r>
              <a:rPr sz="950" spc="-3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]</a:t>
            </a:r>
            <a:r>
              <a:rPr sz="950" spc="-4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D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evuelvem</a:t>
            </a:r>
            <a:r>
              <a:rPr lang="es-AR"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950" spc="-2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lang="es-AR"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una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00" dirty="0">
                <a:solidFill>
                  <a:srgbClr val="191919"/>
                </a:solidFill>
                <a:latin typeface="Lucida Console"/>
                <a:cs typeface="Lucida Console"/>
              </a:rPr>
              <a:t>tabla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con:</a:t>
            </a:r>
            <a:endParaRPr lang="es-AR" sz="950" dirty="0">
              <a:solidFill>
                <a:srgbClr val="191919"/>
              </a:solidFill>
              <a:latin typeface="Lucida Console"/>
              <a:cs typeface="Lucida Console"/>
            </a:endParaRPr>
          </a:p>
          <a:p>
            <a:pPr marL="304800">
              <a:lnSpc>
                <a:spcPct val="100000"/>
              </a:lnSpc>
            </a:pP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H</a:t>
            </a:r>
            <a:r>
              <a:rPr sz="950" spc="-43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alazgo</a:t>
            </a:r>
            <a:r>
              <a:rPr lang="es-AR"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,  </a:t>
            </a:r>
            <a:r>
              <a:rPr sz="95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Riesgo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30" dirty="0">
                <a:solidFill>
                  <a:srgbClr val="191919"/>
                </a:solidFill>
                <a:latin typeface="Lucida Console"/>
                <a:cs typeface="Lucida Console"/>
              </a:rPr>
              <a:t>(Alto/M</a:t>
            </a:r>
            <a:r>
              <a:rPr sz="95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edio/Bajo)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·</a:t>
            </a:r>
            <a:r>
              <a:rPr lang="es-AR" sz="9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Recom</a:t>
            </a:r>
            <a:r>
              <a:rPr sz="950" spc="-35" dirty="0" err="1">
                <a:solidFill>
                  <a:srgbClr val="191919"/>
                </a:solidFill>
                <a:latin typeface="Lucida Console"/>
                <a:cs typeface="Lucida Console"/>
              </a:rPr>
              <a:t>endación</a:t>
            </a:r>
            <a:r>
              <a:rPr sz="950" spc="-3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95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741159" algn="l"/>
              </a:tabLst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spc="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	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Cómo escribir</a:t>
            </a:r>
            <a:r>
              <a:rPr sz="900" i="1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prompts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07221" y="4892219"/>
            <a:ext cx="8382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7644" y="2"/>
            <a:ext cx="2286000" cy="2743200"/>
          </a:xfrm>
          <a:custGeom>
            <a:avLst/>
            <a:gdLst/>
            <a:ahLst/>
            <a:cxnLst/>
            <a:rect l="l" t="t" r="r" b="b"/>
            <a:pathLst>
              <a:path w="2286000" h="2743200">
                <a:moveTo>
                  <a:pt x="117720" y="0"/>
                </a:moveTo>
                <a:lnTo>
                  <a:pt x="91350" y="79227"/>
                </a:lnTo>
                <a:lnTo>
                  <a:pt x="76881" y="128294"/>
                </a:lnTo>
                <a:lnTo>
                  <a:pt x="63639" y="177702"/>
                </a:lnTo>
                <a:lnTo>
                  <a:pt x="51629" y="227430"/>
                </a:lnTo>
                <a:lnTo>
                  <a:pt x="40858" y="277453"/>
                </a:lnTo>
                <a:lnTo>
                  <a:pt x="31331" y="327748"/>
                </a:lnTo>
                <a:lnTo>
                  <a:pt x="23055" y="378291"/>
                </a:lnTo>
                <a:lnTo>
                  <a:pt x="16036" y="429059"/>
                </a:lnTo>
                <a:lnTo>
                  <a:pt x="10279" y="480028"/>
                </a:lnTo>
                <a:lnTo>
                  <a:pt x="5791" y="531174"/>
                </a:lnTo>
                <a:lnTo>
                  <a:pt x="2577" y="582475"/>
                </a:lnTo>
                <a:lnTo>
                  <a:pt x="645" y="633906"/>
                </a:lnTo>
                <a:lnTo>
                  <a:pt x="0" y="685444"/>
                </a:lnTo>
                <a:lnTo>
                  <a:pt x="645" y="736980"/>
                </a:lnTo>
                <a:lnTo>
                  <a:pt x="2577" y="788410"/>
                </a:lnTo>
                <a:lnTo>
                  <a:pt x="5791" y="839711"/>
                </a:lnTo>
                <a:lnTo>
                  <a:pt x="10279" y="890858"/>
                </a:lnTo>
                <a:lnTo>
                  <a:pt x="16036" y="941829"/>
                </a:lnTo>
                <a:lnTo>
                  <a:pt x="23055" y="992600"/>
                </a:lnTo>
                <a:lnTo>
                  <a:pt x="31331" y="1043147"/>
                </a:lnTo>
                <a:lnTo>
                  <a:pt x="40858" y="1093449"/>
                </a:lnTo>
                <a:lnTo>
                  <a:pt x="51629" y="1143480"/>
                </a:lnTo>
                <a:lnTo>
                  <a:pt x="63639" y="1193219"/>
                </a:lnTo>
                <a:lnTo>
                  <a:pt x="76881" y="1242641"/>
                </a:lnTo>
                <a:lnTo>
                  <a:pt x="91350" y="1291723"/>
                </a:lnTo>
                <a:lnTo>
                  <a:pt x="107039" y="1340442"/>
                </a:lnTo>
                <a:lnTo>
                  <a:pt x="123942" y="1388775"/>
                </a:lnTo>
                <a:lnTo>
                  <a:pt x="142053" y="1436697"/>
                </a:lnTo>
                <a:lnTo>
                  <a:pt x="161367" y="1484187"/>
                </a:lnTo>
                <a:lnTo>
                  <a:pt x="181877" y="1531220"/>
                </a:lnTo>
                <a:lnTo>
                  <a:pt x="203576" y="1577774"/>
                </a:lnTo>
                <a:lnTo>
                  <a:pt x="226460" y="1623824"/>
                </a:lnTo>
                <a:lnTo>
                  <a:pt x="250521" y="1669348"/>
                </a:lnTo>
                <a:lnTo>
                  <a:pt x="275755" y="1714322"/>
                </a:lnTo>
                <a:lnTo>
                  <a:pt x="302059" y="1758602"/>
                </a:lnTo>
                <a:lnTo>
                  <a:pt x="329429" y="1802149"/>
                </a:lnTo>
                <a:lnTo>
                  <a:pt x="357847" y="1844946"/>
                </a:lnTo>
                <a:lnTo>
                  <a:pt x="387295" y="1886976"/>
                </a:lnTo>
                <a:lnTo>
                  <a:pt x="417757" y="1928220"/>
                </a:lnTo>
                <a:lnTo>
                  <a:pt x="449215" y="1968662"/>
                </a:lnTo>
                <a:lnTo>
                  <a:pt x="481651" y="2008283"/>
                </a:lnTo>
                <a:lnTo>
                  <a:pt x="515049" y="2047067"/>
                </a:lnTo>
                <a:lnTo>
                  <a:pt x="549392" y="2084996"/>
                </a:lnTo>
                <a:lnTo>
                  <a:pt x="584661" y="2122053"/>
                </a:lnTo>
                <a:lnTo>
                  <a:pt x="620841" y="2158219"/>
                </a:lnTo>
                <a:lnTo>
                  <a:pt x="657912" y="2193477"/>
                </a:lnTo>
                <a:lnTo>
                  <a:pt x="695860" y="2227811"/>
                </a:lnTo>
                <a:lnTo>
                  <a:pt x="734665" y="2261202"/>
                </a:lnTo>
                <a:lnTo>
                  <a:pt x="774311" y="2293632"/>
                </a:lnTo>
                <a:lnTo>
                  <a:pt x="814780" y="2325086"/>
                </a:lnTo>
                <a:lnTo>
                  <a:pt x="856056" y="2355544"/>
                </a:lnTo>
                <a:lnTo>
                  <a:pt x="898121" y="2384989"/>
                </a:lnTo>
                <a:lnTo>
                  <a:pt x="940958" y="2413405"/>
                </a:lnTo>
                <a:lnTo>
                  <a:pt x="984549" y="2440773"/>
                </a:lnTo>
                <a:lnTo>
                  <a:pt x="1028877" y="2467076"/>
                </a:lnTo>
                <a:lnTo>
                  <a:pt x="1073803" y="2492310"/>
                </a:lnTo>
                <a:lnTo>
                  <a:pt x="1119283" y="2516371"/>
                </a:lnTo>
                <a:lnTo>
                  <a:pt x="1165293" y="2539255"/>
                </a:lnTo>
                <a:lnTo>
                  <a:pt x="1211811" y="2560955"/>
                </a:lnTo>
                <a:lnTo>
                  <a:pt x="1258812" y="2581466"/>
                </a:lnTo>
                <a:lnTo>
                  <a:pt x="1306273" y="2600780"/>
                </a:lnTo>
                <a:lnTo>
                  <a:pt x="1354171" y="2618892"/>
                </a:lnTo>
                <a:lnTo>
                  <a:pt x="1402482" y="2635796"/>
                </a:lnTo>
                <a:lnTo>
                  <a:pt x="1451183" y="2651486"/>
                </a:lnTo>
                <a:lnTo>
                  <a:pt x="1500249" y="2665955"/>
                </a:lnTo>
                <a:lnTo>
                  <a:pt x="1549658" y="2679198"/>
                </a:lnTo>
                <a:lnTo>
                  <a:pt x="1599386" y="2691209"/>
                </a:lnTo>
                <a:lnTo>
                  <a:pt x="1649409" y="2701981"/>
                </a:lnTo>
                <a:lnTo>
                  <a:pt x="1699704" y="2711509"/>
                </a:lnTo>
                <a:lnTo>
                  <a:pt x="1750247" y="2719786"/>
                </a:lnTo>
                <a:lnTo>
                  <a:pt x="1801014" y="2726806"/>
                </a:lnTo>
                <a:lnTo>
                  <a:pt x="1851983" y="2732563"/>
                </a:lnTo>
                <a:lnTo>
                  <a:pt x="1903130" y="2737052"/>
                </a:lnTo>
                <a:lnTo>
                  <a:pt x="1954430" y="2740266"/>
                </a:lnTo>
                <a:lnTo>
                  <a:pt x="2005861" y="2742198"/>
                </a:lnTo>
                <a:lnTo>
                  <a:pt x="2057400" y="2742844"/>
                </a:lnTo>
                <a:lnTo>
                  <a:pt x="2108936" y="2742198"/>
                </a:lnTo>
                <a:lnTo>
                  <a:pt x="2160366" y="2740266"/>
                </a:lnTo>
                <a:lnTo>
                  <a:pt x="2211666" y="2737052"/>
                </a:lnTo>
                <a:lnTo>
                  <a:pt x="2262814" y="2732563"/>
                </a:lnTo>
                <a:lnTo>
                  <a:pt x="2286000" y="2729944"/>
                </a:lnTo>
                <a:lnTo>
                  <a:pt x="117720" y="0"/>
                </a:lnTo>
                <a:close/>
              </a:path>
            </a:pathLst>
          </a:custGeom>
          <a:solidFill>
            <a:srgbClr val="DB1C2E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7644" y="2"/>
            <a:ext cx="118110" cy="685800"/>
          </a:xfrm>
          <a:custGeom>
            <a:avLst/>
            <a:gdLst/>
            <a:ahLst/>
            <a:cxnLst/>
            <a:rect l="l" t="t" r="r" b="b"/>
            <a:pathLst>
              <a:path w="118109" h="685800">
                <a:moveTo>
                  <a:pt x="0" y="685444"/>
                </a:moveTo>
                <a:lnTo>
                  <a:pt x="645" y="633906"/>
                </a:lnTo>
                <a:lnTo>
                  <a:pt x="2577" y="582475"/>
                </a:lnTo>
                <a:lnTo>
                  <a:pt x="5791" y="531174"/>
                </a:lnTo>
                <a:lnTo>
                  <a:pt x="10279" y="480028"/>
                </a:lnTo>
                <a:lnTo>
                  <a:pt x="16036" y="429059"/>
                </a:lnTo>
                <a:lnTo>
                  <a:pt x="23055" y="378291"/>
                </a:lnTo>
                <a:lnTo>
                  <a:pt x="31331" y="327748"/>
                </a:lnTo>
                <a:lnTo>
                  <a:pt x="40858" y="277453"/>
                </a:lnTo>
                <a:lnTo>
                  <a:pt x="51629" y="227430"/>
                </a:lnTo>
                <a:lnTo>
                  <a:pt x="63639" y="177702"/>
                </a:lnTo>
                <a:lnTo>
                  <a:pt x="76881" y="128294"/>
                </a:lnTo>
                <a:lnTo>
                  <a:pt x="91350" y="79227"/>
                </a:lnTo>
                <a:lnTo>
                  <a:pt x="107039" y="30527"/>
                </a:lnTo>
                <a:lnTo>
                  <a:pt x="11772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7644" y="685446"/>
            <a:ext cx="2286000" cy="2057400"/>
          </a:xfrm>
          <a:custGeom>
            <a:avLst/>
            <a:gdLst/>
            <a:ahLst/>
            <a:cxnLst/>
            <a:rect l="l" t="t" r="r" b="b"/>
            <a:pathLst>
              <a:path w="2286000" h="2057400">
                <a:moveTo>
                  <a:pt x="2286000" y="2044500"/>
                </a:moveTo>
                <a:lnTo>
                  <a:pt x="2211666" y="2051608"/>
                </a:lnTo>
                <a:lnTo>
                  <a:pt x="2160366" y="2054821"/>
                </a:lnTo>
                <a:lnTo>
                  <a:pt x="2108936" y="2056754"/>
                </a:lnTo>
                <a:lnTo>
                  <a:pt x="2057400" y="2057399"/>
                </a:lnTo>
                <a:lnTo>
                  <a:pt x="2005861" y="2056754"/>
                </a:lnTo>
                <a:lnTo>
                  <a:pt x="1954430" y="2054821"/>
                </a:lnTo>
                <a:lnTo>
                  <a:pt x="1903130" y="2051608"/>
                </a:lnTo>
                <a:lnTo>
                  <a:pt x="1851983" y="2047119"/>
                </a:lnTo>
                <a:lnTo>
                  <a:pt x="1801014" y="2041362"/>
                </a:lnTo>
                <a:lnTo>
                  <a:pt x="1750247" y="2034341"/>
                </a:lnTo>
                <a:lnTo>
                  <a:pt x="1699704" y="2026064"/>
                </a:lnTo>
                <a:lnTo>
                  <a:pt x="1649409" y="2016537"/>
                </a:lnTo>
                <a:lnTo>
                  <a:pt x="1599386" y="2005765"/>
                </a:lnTo>
                <a:lnTo>
                  <a:pt x="1549658" y="1993754"/>
                </a:lnTo>
                <a:lnTo>
                  <a:pt x="1500249" y="1980511"/>
                </a:lnTo>
                <a:lnTo>
                  <a:pt x="1451183" y="1966041"/>
                </a:lnTo>
                <a:lnTo>
                  <a:pt x="1402482" y="1950351"/>
                </a:lnTo>
                <a:lnTo>
                  <a:pt x="1354171" y="1933447"/>
                </a:lnTo>
                <a:lnTo>
                  <a:pt x="1306273" y="1915335"/>
                </a:lnTo>
                <a:lnTo>
                  <a:pt x="1258812" y="1896021"/>
                </a:lnTo>
                <a:lnTo>
                  <a:pt x="1211811" y="1875511"/>
                </a:lnTo>
                <a:lnTo>
                  <a:pt x="1165293" y="1853811"/>
                </a:lnTo>
                <a:lnTo>
                  <a:pt x="1119283" y="1830927"/>
                </a:lnTo>
                <a:lnTo>
                  <a:pt x="1073803" y="1806865"/>
                </a:lnTo>
                <a:lnTo>
                  <a:pt x="1028877" y="1781632"/>
                </a:lnTo>
                <a:lnTo>
                  <a:pt x="984549" y="1755329"/>
                </a:lnTo>
                <a:lnTo>
                  <a:pt x="940958" y="1727961"/>
                </a:lnTo>
                <a:lnTo>
                  <a:pt x="898121" y="1699545"/>
                </a:lnTo>
                <a:lnTo>
                  <a:pt x="856056" y="1670099"/>
                </a:lnTo>
                <a:lnTo>
                  <a:pt x="814780" y="1639641"/>
                </a:lnTo>
                <a:lnTo>
                  <a:pt x="774311" y="1608188"/>
                </a:lnTo>
                <a:lnTo>
                  <a:pt x="734665" y="1575757"/>
                </a:lnTo>
                <a:lnTo>
                  <a:pt x="695860" y="1542366"/>
                </a:lnTo>
                <a:lnTo>
                  <a:pt x="657912" y="1508033"/>
                </a:lnTo>
                <a:lnTo>
                  <a:pt x="620841" y="1472774"/>
                </a:lnTo>
                <a:lnTo>
                  <a:pt x="584661" y="1436608"/>
                </a:lnTo>
                <a:lnTo>
                  <a:pt x="549392" y="1399552"/>
                </a:lnTo>
                <a:lnTo>
                  <a:pt x="515049" y="1361623"/>
                </a:lnTo>
                <a:lnTo>
                  <a:pt x="481651" y="1322839"/>
                </a:lnTo>
                <a:lnTo>
                  <a:pt x="449215" y="1283217"/>
                </a:lnTo>
                <a:lnTo>
                  <a:pt x="417757" y="1242776"/>
                </a:lnTo>
                <a:lnTo>
                  <a:pt x="387295" y="1201531"/>
                </a:lnTo>
                <a:lnTo>
                  <a:pt x="357847" y="1159502"/>
                </a:lnTo>
                <a:lnTo>
                  <a:pt x="329429" y="1116705"/>
                </a:lnTo>
                <a:lnTo>
                  <a:pt x="302059" y="1073157"/>
                </a:lnTo>
                <a:lnTo>
                  <a:pt x="275755" y="1028877"/>
                </a:lnTo>
                <a:lnTo>
                  <a:pt x="250521" y="983903"/>
                </a:lnTo>
                <a:lnTo>
                  <a:pt x="226460" y="938380"/>
                </a:lnTo>
                <a:lnTo>
                  <a:pt x="203576" y="892329"/>
                </a:lnTo>
                <a:lnTo>
                  <a:pt x="181877" y="845776"/>
                </a:lnTo>
                <a:lnTo>
                  <a:pt x="161367" y="798743"/>
                </a:lnTo>
                <a:lnTo>
                  <a:pt x="142053" y="751253"/>
                </a:lnTo>
                <a:lnTo>
                  <a:pt x="123942" y="703330"/>
                </a:lnTo>
                <a:lnTo>
                  <a:pt x="107039" y="654998"/>
                </a:lnTo>
                <a:lnTo>
                  <a:pt x="91350" y="606279"/>
                </a:lnTo>
                <a:lnTo>
                  <a:pt x="76881" y="557196"/>
                </a:lnTo>
                <a:lnTo>
                  <a:pt x="63639" y="507774"/>
                </a:lnTo>
                <a:lnTo>
                  <a:pt x="51629" y="458036"/>
                </a:lnTo>
                <a:lnTo>
                  <a:pt x="40858" y="408004"/>
                </a:lnTo>
                <a:lnTo>
                  <a:pt x="31331" y="357703"/>
                </a:lnTo>
                <a:lnTo>
                  <a:pt x="23055" y="307155"/>
                </a:lnTo>
                <a:lnTo>
                  <a:pt x="16036" y="256384"/>
                </a:lnTo>
                <a:lnTo>
                  <a:pt x="10279" y="205414"/>
                </a:lnTo>
                <a:lnTo>
                  <a:pt x="5791" y="154266"/>
                </a:lnTo>
                <a:lnTo>
                  <a:pt x="2577" y="102966"/>
                </a:lnTo>
                <a:lnTo>
                  <a:pt x="645" y="51536"/>
                </a:lnTo>
                <a:lnTo>
                  <a:pt x="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72044" y="2285646"/>
            <a:ext cx="1371600" cy="2743200"/>
          </a:xfrm>
          <a:custGeom>
            <a:avLst/>
            <a:gdLst/>
            <a:ahLst/>
            <a:cxnLst/>
            <a:rect l="l" t="t" r="r" b="b"/>
            <a:pathLst>
              <a:path w="1371600" h="2743200">
                <a:moveTo>
                  <a:pt x="1371600" y="0"/>
                </a:moveTo>
                <a:lnTo>
                  <a:pt x="1320065" y="967"/>
                </a:lnTo>
                <a:lnTo>
                  <a:pt x="1268715" y="3860"/>
                </a:lnTo>
                <a:lnTo>
                  <a:pt x="1217601" y="8664"/>
                </a:lnTo>
                <a:lnTo>
                  <a:pt x="1166775" y="15365"/>
                </a:lnTo>
                <a:lnTo>
                  <a:pt x="1116289" y="23949"/>
                </a:lnTo>
                <a:lnTo>
                  <a:pt x="1066195" y="34401"/>
                </a:lnTo>
                <a:lnTo>
                  <a:pt x="1016546" y="46709"/>
                </a:lnTo>
                <a:lnTo>
                  <a:pt x="967392" y="60856"/>
                </a:lnTo>
                <a:lnTo>
                  <a:pt x="918787" y="76829"/>
                </a:lnTo>
                <a:lnTo>
                  <a:pt x="870781" y="94615"/>
                </a:lnTo>
                <a:lnTo>
                  <a:pt x="823428" y="114197"/>
                </a:lnTo>
                <a:lnTo>
                  <a:pt x="776778" y="135564"/>
                </a:lnTo>
                <a:lnTo>
                  <a:pt x="730885" y="158700"/>
                </a:lnTo>
                <a:lnTo>
                  <a:pt x="685800" y="183591"/>
                </a:lnTo>
                <a:lnTo>
                  <a:pt x="641679" y="210232"/>
                </a:lnTo>
                <a:lnTo>
                  <a:pt x="598676" y="238444"/>
                </a:lnTo>
                <a:lnTo>
                  <a:pt x="556829" y="268190"/>
                </a:lnTo>
                <a:lnTo>
                  <a:pt x="516176" y="299431"/>
                </a:lnTo>
                <a:lnTo>
                  <a:pt x="476753" y="332131"/>
                </a:lnTo>
                <a:lnTo>
                  <a:pt x="438600" y="366251"/>
                </a:lnTo>
                <a:lnTo>
                  <a:pt x="401753" y="401753"/>
                </a:lnTo>
                <a:lnTo>
                  <a:pt x="366251" y="438600"/>
                </a:lnTo>
                <a:lnTo>
                  <a:pt x="332131" y="476753"/>
                </a:lnTo>
                <a:lnTo>
                  <a:pt x="299431" y="516176"/>
                </a:lnTo>
                <a:lnTo>
                  <a:pt x="268190" y="556829"/>
                </a:lnTo>
                <a:lnTo>
                  <a:pt x="238444" y="598676"/>
                </a:lnTo>
                <a:lnTo>
                  <a:pt x="210232" y="641679"/>
                </a:lnTo>
                <a:lnTo>
                  <a:pt x="183591" y="685800"/>
                </a:lnTo>
                <a:lnTo>
                  <a:pt x="158700" y="730885"/>
                </a:lnTo>
                <a:lnTo>
                  <a:pt x="135564" y="776778"/>
                </a:lnTo>
                <a:lnTo>
                  <a:pt x="114197" y="823428"/>
                </a:lnTo>
                <a:lnTo>
                  <a:pt x="94614" y="870781"/>
                </a:lnTo>
                <a:lnTo>
                  <a:pt x="76829" y="918787"/>
                </a:lnTo>
                <a:lnTo>
                  <a:pt x="60856" y="967392"/>
                </a:lnTo>
                <a:lnTo>
                  <a:pt x="46709" y="1016546"/>
                </a:lnTo>
                <a:lnTo>
                  <a:pt x="34401" y="1066195"/>
                </a:lnTo>
                <a:lnTo>
                  <a:pt x="23949" y="1116289"/>
                </a:lnTo>
                <a:lnTo>
                  <a:pt x="15365" y="1166775"/>
                </a:lnTo>
                <a:lnTo>
                  <a:pt x="8664" y="1217601"/>
                </a:lnTo>
                <a:lnTo>
                  <a:pt x="3860" y="1268715"/>
                </a:lnTo>
                <a:lnTo>
                  <a:pt x="967" y="1320065"/>
                </a:lnTo>
                <a:lnTo>
                  <a:pt x="0" y="1371600"/>
                </a:lnTo>
                <a:lnTo>
                  <a:pt x="967" y="1423131"/>
                </a:lnTo>
                <a:lnTo>
                  <a:pt x="3860" y="1474479"/>
                </a:lnTo>
                <a:lnTo>
                  <a:pt x="8664" y="1525592"/>
                </a:lnTo>
                <a:lnTo>
                  <a:pt x="15365" y="1576416"/>
                </a:lnTo>
                <a:lnTo>
                  <a:pt x="23949" y="1626901"/>
                </a:lnTo>
                <a:lnTo>
                  <a:pt x="34401" y="1676994"/>
                </a:lnTo>
                <a:lnTo>
                  <a:pt x="46709" y="1726644"/>
                </a:lnTo>
                <a:lnTo>
                  <a:pt x="60856" y="1775798"/>
                </a:lnTo>
                <a:lnTo>
                  <a:pt x="76829" y="1824404"/>
                </a:lnTo>
                <a:lnTo>
                  <a:pt x="94615" y="1872410"/>
                </a:lnTo>
                <a:lnTo>
                  <a:pt x="114197" y="1919765"/>
                </a:lnTo>
                <a:lnTo>
                  <a:pt x="135564" y="1966416"/>
                </a:lnTo>
                <a:lnTo>
                  <a:pt x="158700" y="2012312"/>
                </a:lnTo>
                <a:lnTo>
                  <a:pt x="183591" y="2057400"/>
                </a:lnTo>
                <a:lnTo>
                  <a:pt x="210232" y="2101517"/>
                </a:lnTo>
                <a:lnTo>
                  <a:pt x="238444" y="2144518"/>
                </a:lnTo>
                <a:lnTo>
                  <a:pt x="268190" y="2186363"/>
                </a:lnTo>
                <a:lnTo>
                  <a:pt x="299431" y="2227015"/>
                </a:lnTo>
                <a:lnTo>
                  <a:pt x="332131" y="2266437"/>
                </a:lnTo>
                <a:lnTo>
                  <a:pt x="366251" y="2304589"/>
                </a:lnTo>
                <a:lnTo>
                  <a:pt x="401753" y="2341435"/>
                </a:lnTo>
                <a:lnTo>
                  <a:pt x="438600" y="2376937"/>
                </a:lnTo>
                <a:lnTo>
                  <a:pt x="476753" y="2411056"/>
                </a:lnTo>
                <a:lnTo>
                  <a:pt x="516176" y="2443755"/>
                </a:lnTo>
                <a:lnTo>
                  <a:pt x="556829" y="2474997"/>
                </a:lnTo>
                <a:lnTo>
                  <a:pt x="598676" y="2504742"/>
                </a:lnTo>
                <a:lnTo>
                  <a:pt x="641679" y="2532955"/>
                </a:lnTo>
                <a:lnTo>
                  <a:pt x="685800" y="2559596"/>
                </a:lnTo>
                <a:lnTo>
                  <a:pt x="730885" y="2584489"/>
                </a:lnTo>
                <a:lnTo>
                  <a:pt x="776778" y="2607627"/>
                </a:lnTo>
                <a:lnTo>
                  <a:pt x="823428" y="2628995"/>
                </a:lnTo>
                <a:lnTo>
                  <a:pt x="870781" y="2648580"/>
                </a:lnTo>
                <a:lnTo>
                  <a:pt x="918787" y="2666366"/>
                </a:lnTo>
                <a:lnTo>
                  <a:pt x="967392" y="2682341"/>
                </a:lnTo>
                <a:lnTo>
                  <a:pt x="1016546" y="2696489"/>
                </a:lnTo>
                <a:lnTo>
                  <a:pt x="1066195" y="2708797"/>
                </a:lnTo>
                <a:lnTo>
                  <a:pt x="1116289" y="2719250"/>
                </a:lnTo>
                <a:lnTo>
                  <a:pt x="1166775" y="2727834"/>
                </a:lnTo>
                <a:lnTo>
                  <a:pt x="1217601" y="2734535"/>
                </a:lnTo>
                <a:lnTo>
                  <a:pt x="1268715" y="2739339"/>
                </a:lnTo>
                <a:lnTo>
                  <a:pt x="1320065" y="2742232"/>
                </a:lnTo>
                <a:lnTo>
                  <a:pt x="1371600" y="2743200"/>
                </a:lnTo>
                <a:lnTo>
                  <a:pt x="1371600" y="0"/>
                </a:lnTo>
                <a:close/>
              </a:path>
            </a:pathLst>
          </a:custGeom>
          <a:solidFill>
            <a:srgbClr val="D9775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2044" y="2285646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1371600"/>
                </a:moveTo>
                <a:lnTo>
                  <a:pt x="967" y="1320065"/>
                </a:lnTo>
                <a:lnTo>
                  <a:pt x="3860" y="1268715"/>
                </a:lnTo>
                <a:lnTo>
                  <a:pt x="8664" y="1217601"/>
                </a:lnTo>
                <a:lnTo>
                  <a:pt x="15365" y="1166775"/>
                </a:lnTo>
                <a:lnTo>
                  <a:pt x="23949" y="1116289"/>
                </a:lnTo>
                <a:lnTo>
                  <a:pt x="34401" y="1066195"/>
                </a:lnTo>
                <a:lnTo>
                  <a:pt x="46709" y="1016546"/>
                </a:lnTo>
                <a:lnTo>
                  <a:pt x="60856" y="967392"/>
                </a:lnTo>
                <a:lnTo>
                  <a:pt x="76829" y="918787"/>
                </a:lnTo>
                <a:lnTo>
                  <a:pt x="94614" y="870781"/>
                </a:lnTo>
                <a:lnTo>
                  <a:pt x="114197" y="823428"/>
                </a:lnTo>
                <a:lnTo>
                  <a:pt x="135564" y="776778"/>
                </a:lnTo>
                <a:lnTo>
                  <a:pt x="158700" y="730885"/>
                </a:lnTo>
                <a:lnTo>
                  <a:pt x="183591" y="685800"/>
                </a:lnTo>
                <a:lnTo>
                  <a:pt x="210232" y="641679"/>
                </a:lnTo>
                <a:lnTo>
                  <a:pt x="238444" y="598676"/>
                </a:lnTo>
                <a:lnTo>
                  <a:pt x="268190" y="556829"/>
                </a:lnTo>
                <a:lnTo>
                  <a:pt x="299431" y="516176"/>
                </a:lnTo>
                <a:lnTo>
                  <a:pt x="332131" y="476753"/>
                </a:lnTo>
                <a:lnTo>
                  <a:pt x="366251" y="438600"/>
                </a:lnTo>
                <a:lnTo>
                  <a:pt x="401753" y="401753"/>
                </a:lnTo>
                <a:lnTo>
                  <a:pt x="438600" y="366251"/>
                </a:lnTo>
                <a:lnTo>
                  <a:pt x="476753" y="332131"/>
                </a:lnTo>
                <a:lnTo>
                  <a:pt x="516176" y="299431"/>
                </a:lnTo>
                <a:lnTo>
                  <a:pt x="556829" y="268190"/>
                </a:lnTo>
                <a:lnTo>
                  <a:pt x="598676" y="238444"/>
                </a:lnTo>
                <a:lnTo>
                  <a:pt x="641679" y="210232"/>
                </a:lnTo>
                <a:lnTo>
                  <a:pt x="685800" y="183591"/>
                </a:lnTo>
                <a:lnTo>
                  <a:pt x="730885" y="158700"/>
                </a:lnTo>
                <a:lnTo>
                  <a:pt x="776778" y="135564"/>
                </a:lnTo>
                <a:lnTo>
                  <a:pt x="823428" y="114197"/>
                </a:lnTo>
                <a:lnTo>
                  <a:pt x="870781" y="94615"/>
                </a:lnTo>
                <a:lnTo>
                  <a:pt x="918787" y="76829"/>
                </a:lnTo>
                <a:lnTo>
                  <a:pt x="967392" y="60856"/>
                </a:lnTo>
                <a:lnTo>
                  <a:pt x="1016546" y="46709"/>
                </a:lnTo>
                <a:lnTo>
                  <a:pt x="1066195" y="34401"/>
                </a:lnTo>
                <a:lnTo>
                  <a:pt x="1116289" y="23949"/>
                </a:lnTo>
                <a:lnTo>
                  <a:pt x="1166775" y="15365"/>
                </a:lnTo>
                <a:lnTo>
                  <a:pt x="1217601" y="8664"/>
                </a:lnTo>
                <a:lnTo>
                  <a:pt x="1268715" y="3860"/>
                </a:lnTo>
                <a:lnTo>
                  <a:pt x="1320065" y="967"/>
                </a:lnTo>
                <a:lnTo>
                  <a:pt x="137160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72044" y="3657246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1371600" y="1371600"/>
                </a:moveTo>
                <a:lnTo>
                  <a:pt x="1320065" y="1370632"/>
                </a:lnTo>
                <a:lnTo>
                  <a:pt x="1268715" y="1367739"/>
                </a:lnTo>
                <a:lnTo>
                  <a:pt x="1217601" y="1362935"/>
                </a:lnTo>
                <a:lnTo>
                  <a:pt x="1166775" y="1356234"/>
                </a:lnTo>
                <a:lnTo>
                  <a:pt x="1116289" y="1347650"/>
                </a:lnTo>
                <a:lnTo>
                  <a:pt x="1066195" y="1337197"/>
                </a:lnTo>
                <a:lnTo>
                  <a:pt x="1016546" y="1324889"/>
                </a:lnTo>
                <a:lnTo>
                  <a:pt x="967392" y="1310741"/>
                </a:lnTo>
                <a:lnTo>
                  <a:pt x="918787" y="1294766"/>
                </a:lnTo>
                <a:lnTo>
                  <a:pt x="870781" y="1276980"/>
                </a:lnTo>
                <a:lnTo>
                  <a:pt x="823428" y="1257395"/>
                </a:lnTo>
                <a:lnTo>
                  <a:pt x="776778" y="1236027"/>
                </a:lnTo>
                <a:lnTo>
                  <a:pt x="730885" y="1212889"/>
                </a:lnTo>
                <a:lnTo>
                  <a:pt x="685800" y="1187996"/>
                </a:lnTo>
                <a:lnTo>
                  <a:pt x="641679" y="1161355"/>
                </a:lnTo>
                <a:lnTo>
                  <a:pt x="598676" y="1133142"/>
                </a:lnTo>
                <a:lnTo>
                  <a:pt x="556829" y="1103397"/>
                </a:lnTo>
                <a:lnTo>
                  <a:pt x="516176" y="1072155"/>
                </a:lnTo>
                <a:lnTo>
                  <a:pt x="476753" y="1039456"/>
                </a:lnTo>
                <a:lnTo>
                  <a:pt x="438600" y="1005337"/>
                </a:lnTo>
                <a:lnTo>
                  <a:pt x="401753" y="969835"/>
                </a:lnTo>
                <a:lnTo>
                  <a:pt x="366251" y="932989"/>
                </a:lnTo>
                <a:lnTo>
                  <a:pt x="332131" y="894837"/>
                </a:lnTo>
                <a:lnTo>
                  <a:pt x="299431" y="855415"/>
                </a:lnTo>
                <a:lnTo>
                  <a:pt x="268190" y="814763"/>
                </a:lnTo>
                <a:lnTo>
                  <a:pt x="238444" y="772918"/>
                </a:lnTo>
                <a:lnTo>
                  <a:pt x="210232" y="729917"/>
                </a:lnTo>
                <a:lnTo>
                  <a:pt x="183591" y="685800"/>
                </a:lnTo>
                <a:lnTo>
                  <a:pt x="158700" y="640712"/>
                </a:lnTo>
                <a:lnTo>
                  <a:pt x="135564" y="594816"/>
                </a:lnTo>
                <a:lnTo>
                  <a:pt x="114197" y="548165"/>
                </a:lnTo>
                <a:lnTo>
                  <a:pt x="94615" y="500810"/>
                </a:lnTo>
                <a:lnTo>
                  <a:pt x="76829" y="452804"/>
                </a:lnTo>
                <a:lnTo>
                  <a:pt x="60856" y="404198"/>
                </a:lnTo>
                <a:lnTo>
                  <a:pt x="46709" y="355044"/>
                </a:lnTo>
                <a:lnTo>
                  <a:pt x="34401" y="305394"/>
                </a:lnTo>
                <a:lnTo>
                  <a:pt x="23949" y="255301"/>
                </a:lnTo>
                <a:lnTo>
                  <a:pt x="15365" y="204816"/>
                </a:lnTo>
                <a:lnTo>
                  <a:pt x="8664" y="153992"/>
                </a:lnTo>
                <a:lnTo>
                  <a:pt x="3860" y="102879"/>
                </a:lnTo>
                <a:lnTo>
                  <a:pt x="967" y="51531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3414" y="4907961"/>
            <a:ext cx="10477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01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Documentos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4144" y="1736968"/>
            <a:ext cx="4550410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20" dirty="0"/>
              <a:t>Lectura </a:t>
            </a:r>
            <a:r>
              <a:rPr sz="4000" spc="-5" dirty="0"/>
              <a:t>de </a:t>
            </a:r>
            <a:r>
              <a:rPr sz="4000" spc="-15" dirty="0"/>
              <a:t>escrituras  </a:t>
            </a:r>
            <a:r>
              <a:rPr sz="4000" dirty="0"/>
              <a:t>y </a:t>
            </a:r>
            <a:r>
              <a:rPr sz="4000" spc="-15" dirty="0"/>
              <a:t>documentos</a:t>
            </a:r>
            <a:r>
              <a:rPr sz="4000" spc="-85" dirty="0"/>
              <a:t> </a:t>
            </a:r>
            <a:r>
              <a:rPr sz="4000" spc="-15" dirty="0"/>
              <a:t>legales</a:t>
            </a:r>
            <a:endParaRPr sz="4000"/>
          </a:p>
        </p:txBody>
      </p:sp>
      <p:sp>
        <p:nvSpPr>
          <p:cNvPr id="11" name="object 11"/>
          <p:cNvSpPr txBox="1"/>
          <p:nvPr/>
        </p:nvSpPr>
        <p:spPr>
          <a:xfrm>
            <a:off x="444144" y="3626842"/>
            <a:ext cx="35579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De 45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minutos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a 5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minutos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16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documento.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144" y="4083928"/>
            <a:ext cx="90360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0"/>
              </a:lnSpc>
            </a:pPr>
            <a:r>
              <a:rPr sz="2800" b="1" spc="-5" dirty="0">
                <a:solidFill>
                  <a:srgbClr val="D97757"/>
                </a:solidFill>
                <a:latin typeface="Calibri"/>
                <a:cs typeface="Calibri"/>
              </a:rPr>
              <a:t>30</a:t>
            </a:r>
            <a:r>
              <a:rPr sz="2800" b="1" spc="-4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pág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07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leídas en</a:t>
            </a:r>
            <a:r>
              <a:rPr sz="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segundos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5824" y="4083928"/>
            <a:ext cx="87693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0"/>
              </a:lnSpc>
            </a:pPr>
            <a:r>
              <a:rPr sz="2800" b="1" dirty="0">
                <a:solidFill>
                  <a:srgbClr val="D97757"/>
                </a:solidFill>
                <a:latin typeface="Calibri"/>
                <a:cs typeface="Calibri"/>
              </a:rPr>
              <a:t>0</a:t>
            </a:r>
            <a:r>
              <a:rPr sz="2800" b="1" spc="-4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$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070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costo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consulta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67504" y="4083928"/>
            <a:ext cx="90106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0"/>
              </a:lnSpc>
            </a:pPr>
            <a:r>
              <a:rPr sz="2800" b="1" spc="-5" dirty="0">
                <a:solidFill>
                  <a:srgbClr val="D97757"/>
                </a:solidFill>
                <a:latin typeface="Calibri"/>
                <a:cs typeface="Calibri"/>
              </a:rPr>
              <a:t>100</a:t>
            </a:r>
            <a:r>
              <a:rPr sz="2800" b="1" spc="-4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07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texto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analizado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471297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1.1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10" dirty="0">
                <a:solidFill>
                  <a:srgbClr val="003DA4"/>
                </a:solidFill>
              </a:rPr>
              <a:t>Analizar </a:t>
            </a:r>
            <a:r>
              <a:rPr sz="2800" spc="-5" dirty="0">
                <a:solidFill>
                  <a:srgbClr val="003DA4"/>
                </a:solidFill>
              </a:rPr>
              <a:t>una</a:t>
            </a:r>
            <a:r>
              <a:rPr sz="2800" spc="-30" dirty="0">
                <a:solidFill>
                  <a:srgbClr val="003DA4"/>
                </a:solidFill>
              </a:rPr>
              <a:t> </a:t>
            </a:r>
            <a:r>
              <a:rPr sz="2800" spc="-15" dirty="0">
                <a:solidFill>
                  <a:srgbClr val="003DA4"/>
                </a:solidFill>
              </a:rPr>
              <a:t>escritura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Empezamos con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un prompt simple, después lo</a:t>
            </a:r>
            <a:r>
              <a:rPr sz="1300" b="0" i="1" spc="-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mejoramos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634" y="1199148"/>
            <a:ext cx="4144314" cy="1583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38401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12230" y="1325880"/>
                </a:lnTo>
                <a:lnTo>
                  <a:pt x="45720" y="1359357"/>
                </a:lnTo>
                <a:lnTo>
                  <a:pt x="91439" y="1371600"/>
                </a:lnTo>
                <a:lnTo>
                  <a:pt x="3840480" y="1371231"/>
                </a:lnTo>
                <a:lnTo>
                  <a:pt x="3886200" y="1359001"/>
                </a:lnTo>
                <a:lnTo>
                  <a:pt x="3919677" y="1325511"/>
                </a:lnTo>
                <a:lnTo>
                  <a:pt x="3931920" y="1279791"/>
                </a:lnTo>
                <a:lnTo>
                  <a:pt x="3931551" y="91440"/>
                </a:lnTo>
                <a:lnTo>
                  <a:pt x="3919321" y="45720"/>
                </a:lnTo>
                <a:lnTo>
                  <a:pt x="3885831" y="12230"/>
                </a:lnTo>
                <a:lnTo>
                  <a:pt x="384011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3840111" y="0"/>
                </a:lnTo>
                <a:lnTo>
                  <a:pt x="3885831" y="12230"/>
                </a:lnTo>
                <a:lnTo>
                  <a:pt x="3919321" y="45720"/>
                </a:lnTo>
                <a:lnTo>
                  <a:pt x="3931551" y="91440"/>
                </a:lnTo>
                <a:lnTo>
                  <a:pt x="3931920" y="1279791"/>
                </a:lnTo>
                <a:lnTo>
                  <a:pt x="3931119" y="1291798"/>
                </a:lnTo>
                <a:lnTo>
                  <a:pt x="3928765" y="1303466"/>
                </a:lnTo>
                <a:lnTo>
                  <a:pt x="3905229" y="1344552"/>
                </a:lnTo>
                <a:lnTo>
                  <a:pt x="3864144" y="1368083"/>
                </a:lnTo>
                <a:lnTo>
                  <a:pt x="91439" y="1371600"/>
                </a:lnTo>
                <a:lnTo>
                  <a:pt x="45720" y="1359357"/>
                </a:lnTo>
                <a:lnTo>
                  <a:pt x="12230" y="1325880"/>
                </a:lnTo>
                <a:lnTo>
                  <a:pt x="0" y="128016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63715" y="0"/>
                </a:moveTo>
                <a:lnTo>
                  <a:pt x="0" y="0"/>
                </a:lnTo>
                <a:lnTo>
                  <a:pt x="0" y="1371231"/>
                </a:lnTo>
                <a:lnTo>
                  <a:pt x="63715" y="137123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32029" y="1371231"/>
                </a:moveTo>
                <a:lnTo>
                  <a:pt x="0" y="1371231"/>
                </a:lnTo>
                <a:lnTo>
                  <a:pt x="0" y="0"/>
                </a:lnTo>
                <a:lnTo>
                  <a:pt x="63715" y="0"/>
                </a:lnTo>
                <a:lnTo>
                  <a:pt x="63715" y="1371231"/>
                </a:lnTo>
                <a:lnTo>
                  <a:pt x="32029" y="137123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434" y="1199148"/>
            <a:ext cx="4327194" cy="35038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1644" y="1087998"/>
            <a:ext cx="4114800" cy="3291840"/>
          </a:xfrm>
          <a:custGeom>
            <a:avLst/>
            <a:gdLst/>
            <a:ahLst/>
            <a:cxnLst/>
            <a:rect l="l" t="t" r="r" b="b"/>
            <a:pathLst>
              <a:path w="4114800" h="3291840">
                <a:moveTo>
                  <a:pt x="40229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3200400"/>
                </a:lnTo>
                <a:lnTo>
                  <a:pt x="12230" y="3246120"/>
                </a:lnTo>
                <a:lnTo>
                  <a:pt x="45720" y="3279597"/>
                </a:lnTo>
                <a:lnTo>
                  <a:pt x="91440" y="3291840"/>
                </a:lnTo>
                <a:lnTo>
                  <a:pt x="4023360" y="3291471"/>
                </a:lnTo>
                <a:lnTo>
                  <a:pt x="4069079" y="3279241"/>
                </a:lnTo>
                <a:lnTo>
                  <a:pt x="4102557" y="3245751"/>
                </a:lnTo>
                <a:lnTo>
                  <a:pt x="4114800" y="3200031"/>
                </a:lnTo>
                <a:lnTo>
                  <a:pt x="4114431" y="91440"/>
                </a:lnTo>
                <a:lnTo>
                  <a:pt x="4102201" y="45720"/>
                </a:lnTo>
                <a:lnTo>
                  <a:pt x="4068711" y="12230"/>
                </a:lnTo>
                <a:lnTo>
                  <a:pt x="40229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1644" y="1279806"/>
            <a:ext cx="4114800" cy="3291840"/>
          </a:xfrm>
          <a:custGeom>
            <a:avLst/>
            <a:gdLst/>
            <a:ahLst/>
            <a:cxnLst/>
            <a:rect l="l" t="t" r="r" b="b"/>
            <a:pathLst>
              <a:path w="4114800" h="3291840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20"/>
                </a:lnTo>
                <a:lnTo>
                  <a:pt x="4114431" y="91440"/>
                </a:lnTo>
                <a:lnTo>
                  <a:pt x="4114800" y="3200031"/>
                </a:lnTo>
                <a:lnTo>
                  <a:pt x="4113999" y="3212038"/>
                </a:lnTo>
                <a:lnTo>
                  <a:pt x="4111645" y="3223706"/>
                </a:lnTo>
                <a:lnTo>
                  <a:pt x="4088109" y="3264792"/>
                </a:lnTo>
                <a:lnTo>
                  <a:pt x="4047024" y="3288323"/>
                </a:lnTo>
                <a:lnTo>
                  <a:pt x="91440" y="3291840"/>
                </a:lnTo>
                <a:lnTo>
                  <a:pt x="45720" y="3279597"/>
                </a:lnTo>
                <a:lnTo>
                  <a:pt x="12230" y="3246120"/>
                </a:lnTo>
                <a:lnTo>
                  <a:pt x="0" y="320040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1644" y="1279806"/>
            <a:ext cx="64135" cy="3291840"/>
          </a:xfrm>
          <a:custGeom>
            <a:avLst/>
            <a:gdLst/>
            <a:ahLst/>
            <a:cxnLst/>
            <a:rect l="l" t="t" r="r" b="b"/>
            <a:pathLst>
              <a:path w="64135" h="3291840">
                <a:moveTo>
                  <a:pt x="63715" y="0"/>
                </a:moveTo>
                <a:lnTo>
                  <a:pt x="0" y="0"/>
                </a:lnTo>
                <a:lnTo>
                  <a:pt x="0" y="3291471"/>
                </a:lnTo>
                <a:lnTo>
                  <a:pt x="63715" y="329147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1644" y="1279806"/>
            <a:ext cx="64135" cy="3291840"/>
          </a:xfrm>
          <a:custGeom>
            <a:avLst/>
            <a:gdLst/>
            <a:ahLst/>
            <a:cxnLst/>
            <a:rect l="l" t="t" r="r" b="b"/>
            <a:pathLst>
              <a:path w="64135" h="3291840">
                <a:moveTo>
                  <a:pt x="32029" y="3291471"/>
                </a:moveTo>
                <a:lnTo>
                  <a:pt x="0" y="3291471"/>
                </a:lnTo>
                <a:lnTo>
                  <a:pt x="0" y="0"/>
                </a:lnTo>
                <a:lnTo>
                  <a:pt x="63715" y="0"/>
                </a:lnTo>
                <a:lnTo>
                  <a:pt x="63715" y="3291471"/>
                </a:lnTo>
                <a:lnTo>
                  <a:pt x="32029" y="329147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60174" y="1127125"/>
            <a:ext cx="3756089" cy="3170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Prompt COMPLETO</a:t>
            </a:r>
            <a:r>
              <a:rPr sz="1100" b="1" spc="-7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(recomendado)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sz="100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191919"/>
                </a:solidFill>
                <a:latin typeface="Lucida Console"/>
                <a:cs typeface="Lucida Console"/>
              </a:rPr>
              <a:t>escribano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experto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spc="-2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praventa 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uebles</a:t>
            </a:r>
            <a:r>
              <a:rPr sz="1000" spc="-3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Argentina.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 marR="45720">
              <a:lnSpc>
                <a:spcPct val="100000"/>
              </a:lnSpc>
              <a:spcBef>
                <a:spcPts val="5"/>
              </a:spcBef>
            </a:pPr>
            <a:r>
              <a:rPr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Te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5" dirty="0">
                <a:solidFill>
                  <a:srgbClr val="191919"/>
                </a:solidFill>
                <a:latin typeface="Lucida Console"/>
                <a:cs typeface="Lucida Console"/>
              </a:rPr>
              <a:t>paso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65" dirty="0">
                <a:solidFill>
                  <a:srgbClr val="191919"/>
                </a:solidFill>
                <a:latin typeface="Lucida Console"/>
                <a:cs typeface="Lucida Console"/>
              </a:rPr>
              <a:t>la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20" dirty="0">
                <a:solidFill>
                  <a:srgbClr val="191919"/>
                </a:solidFill>
                <a:latin typeface="Lucida Console"/>
                <a:cs typeface="Lucida Console"/>
              </a:rPr>
              <a:t>escritura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departam</a:t>
            </a:r>
            <a:r>
              <a:rPr sz="100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ento</a:t>
            </a:r>
            <a:r>
              <a:rPr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lang="es-AR"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D</a:t>
            </a:r>
            <a:r>
              <a:rPr sz="100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atos</a:t>
            </a:r>
            <a:r>
              <a:rPr sz="1000" spc="-4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5" dirty="0">
                <a:solidFill>
                  <a:srgbClr val="191919"/>
                </a:solidFill>
                <a:latin typeface="Lucida Console"/>
                <a:cs typeface="Lucida Console"/>
              </a:rPr>
              <a:t>delcaso: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30" dirty="0">
                <a:solidFill>
                  <a:srgbClr val="191919"/>
                </a:solidFill>
                <a:latin typeface="Lucida Console"/>
                <a:cs typeface="Lucida Console"/>
              </a:rPr>
              <a:t>-U</a:t>
            </a:r>
            <a:r>
              <a:rPr sz="1000" spc="-5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bicación:[zona]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solidFill>
                  <a:srgbClr val="191919"/>
                </a:solidFill>
                <a:latin typeface="Lucida Console"/>
                <a:cs typeface="Lucida Console"/>
              </a:rPr>
              <a:t>-Vendedor:[persona</a:t>
            </a:r>
            <a:r>
              <a:rPr sz="1000" spc="-4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80" dirty="0">
                <a:solidFill>
                  <a:srgbClr val="191919"/>
                </a:solidFill>
                <a:latin typeface="Lucida Console"/>
                <a:cs typeface="Lucida Console"/>
              </a:rPr>
              <a:t>física </a:t>
            </a:r>
            <a:r>
              <a:rPr sz="1000" spc="40" dirty="0">
                <a:solidFill>
                  <a:srgbClr val="191919"/>
                </a:solidFill>
                <a:latin typeface="Lucida Console"/>
                <a:cs typeface="Lucida Console"/>
              </a:rPr>
              <a:t>/SA]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91919"/>
                </a:solidFill>
                <a:latin typeface="Lucida Console"/>
                <a:cs typeface="Lucida Console"/>
              </a:rPr>
              <a:t>-Com</a:t>
            </a: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prador:[</a:t>
            </a:r>
            <a:r>
              <a:rPr sz="100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150" dirty="0" err="1">
                <a:solidFill>
                  <a:srgbClr val="191919"/>
                </a:solidFill>
                <a:latin typeface="Lucida Console"/>
                <a:cs typeface="Lucida Console"/>
              </a:rPr>
              <a:t>atrim</a:t>
            </a:r>
            <a:r>
              <a:rPr sz="100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0" dirty="0">
                <a:solidFill>
                  <a:srgbClr val="191919"/>
                </a:solidFill>
                <a:latin typeface="Lucida Console"/>
                <a:cs typeface="Lucida Console"/>
              </a:rPr>
              <a:t>onio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0" dirty="0">
                <a:solidFill>
                  <a:srgbClr val="191919"/>
                </a:solidFill>
                <a:latin typeface="Lucida Console"/>
                <a:cs typeface="Lucida Console"/>
              </a:rPr>
              <a:t>/individuo]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-Form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5" dirty="0">
                <a:solidFill>
                  <a:srgbClr val="191919"/>
                </a:solidFill>
                <a:latin typeface="Lucida Console"/>
                <a:cs typeface="Lucida Console"/>
              </a:rPr>
              <a:t>pago:[contado</a:t>
            </a:r>
            <a:r>
              <a:rPr sz="100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/hipoteca]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P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f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v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220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endParaRPr sz="1000" dirty="0">
              <a:latin typeface="Lucida Console"/>
              <a:cs typeface="Lucida Console"/>
            </a:endParaRPr>
          </a:p>
          <a:p>
            <a:pPr marL="132715" marR="315595" indent="-120014">
              <a:lnSpc>
                <a:spcPct val="100000"/>
              </a:lnSpc>
              <a:buAutoNum type="arabicPeriod"/>
              <a:tabLst>
                <a:tab pos="173355" algn="l"/>
              </a:tabLst>
            </a:pP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Resum</a:t>
            </a:r>
            <a:r>
              <a:rPr sz="100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íen</a:t>
            </a:r>
            <a:r>
              <a:rPr sz="100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5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líneas</a:t>
            </a:r>
            <a:r>
              <a:rPr sz="100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10" dirty="0">
                <a:solidFill>
                  <a:srgbClr val="191919"/>
                </a:solidFill>
                <a:latin typeface="Lucida Console"/>
                <a:cs typeface="Lucida Console"/>
              </a:rPr>
              <a:t>las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 err="1">
                <a:solidFill>
                  <a:srgbClr val="191919"/>
                </a:solidFill>
                <a:latin typeface="Lucida Console"/>
                <a:cs typeface="Lucida Console"/>
              </a:rPr>
              <a:t>condiciones</a:t>
            </a:r>
            <a:r>
              <a:rPr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principales</a:t>
            </a:r>
            <a:r>
              <a:rPr sz="100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65" dirty="0">
                <a:solidFill>
                  <a:srgbClr val="191919"/>
                </a:solidFill>
                <a:latin typeface="Lucida Console"/>
                <a:cs typeface="Lucida Console"/>
              </a:rPr>
              <a:t>la</a:t>
            </a:r>
            <a:r>
              <a:rPr sz="100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operación.</a:t>
            </a:r>
            <a:endParaRPr sz="1000" dirty="0">
              <a:latin typeface="Lucida Console"/>
              <a:cs typeface="Lucida Console"/>
            </a:endParaRPr>
          </a:p>
          <a:p>
            <a:pPr marL="132715" marR="495300" indent="-120014">
              <a:lnSpc>
                <a:spcPct val="100000"/>
              </a:lnSpc>
              <a:buAutoNum type="arabicPeriod"/>
              <a:tabLst>
                <a:tab pos="173355" algn="l"/>
              </a:tabLst>
            </a:pPr>
            <a:r>
              <a:rPr sz="1000" spc="-145" dirty="0">
                <a:solidFill>
                  <a:srgbClr val="191919"/>
                </a:solidFill>
                <a:latin typeface="Lucida Console"/>
                <a:cs typeface="Lucida Console"/>
              </a:rPr>
              <a:t>Identificá </a:t>
            </a:r>
            <a:r>
              <a:rPr sz="1000" spc="-15" dirty="0">
                <a:solidFill>
                  <a:srgbClr val="191919"/>
                </a:solidFill>
                <a:latin typeface="Lucida Console"/>
                <a:cs typeface="Lucida Console"/>
              </a:rPr>
              <a:t>deudas,gravám</a:t>
            </a:r>
            <a:r>
              <a:rPr sz="1000" spc="-4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5" dirty="0">
                <a:solidFill>
                  <a:srgbClr val="191919"/>
                </a:solidFill>
                <a:latin typeface="Lucida Console"/>
                <a:cs typeface="Lucida Console"/>
              </a:rPr>
              <a:t>enes, 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em</a:t>
            </a:r>
            <a:r>
              <a:rPr sz="100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30" dirty="0">
                <a:solidFill>
                  <a:srgbClr val="191919"/>
                </a:solidFill>
                <a:latin typeface="Lucida Console"/>
                <a:cs typeface="Lucida Console"/>
              </a:rPr>
              <a:t>bargos</a:t>
            </a:r>
            <a:r>
              <a:rPr sz="100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5" dirty="0">
                <a:solidFill>
                  <a:srgbClr val="191919"/>
                </a:solidFill>
                <a:latin typeface="Lucida Console"/>
                <a:cs typeface="Lucida Console"/>
              </a:rPr>
              <a:t>servidum</a:t>
            </a:r>
            <a:r>
              <a:rPr sz="100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bres.</a:t>
            </a:r>
            <a:endParaRPr sz="1000" dirty="0">
              <a:latin typeface="Lucida Console"/>
              <a:cs typeface="Lucida Console"/>
            </a:endParaRPr>
          </a:p>
          <a:p>
            <a:pPr marL="12700" marR="48260">
              <a:lnSpc>
                <a:spcPct val="100000"/>
              </a:lnSpc>
              <a:buAutoNum type="arabicPeriod"/>
              <a:tabLst>
                <a:tab pos="173355" algn="l"/>
              </a:tabLst>
            </a:pP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arcá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5" dirty="0">
                <a:solidFill>
                  <a:srgbClr val="191919"/>
                </a:solidFill>
                <a:latin typeface="Lucida Console"/>
                <a:cs typeface="Lucida Console"/>
              </a:rPr>
              <a:t>cláusulas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5" dirty="0">
                <a:solidFill>
                  <a:srgbClr val="191919"/>
                </a:solidFill>
                <a:latin typeface="Lucida Console"/>
                <a:cs typeface="Lucida Console"/>
              </a:rPr>
              <a:t>inusuales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riesgosas</a:t>
            </a:r>
            <a:r>
              <a:rPr sz="1000" spc="-7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lang="es-AR" sz="1000" spc="-75" dirty="0">
              <a:solidFill>
                <a:srgbClr val="191919"/>
              </a:solidFill>
              <a:latin typeface="Lucida Console"/>
              <a:cs typeface="Lucida Console"/>
            </a:endParaRPr>
          </a:p>
          <a:p>
            <a:pPr marL="12700" marR="48260">
              <a:lnSpc>
                <a:spcPct val="100000"/>
              </a:lnSpc>
              <a:tabLst>
                <a:tab pos="173355" algn="l"/>
              </a:tabLst>
            </a:pPr>
            <a:r>
              <a:rPr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4.Listá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10" dirty="0">
                <a:solidFill>
                  <a:srgbClr val="191919"/>
                </a:solidFill>
                <a:latin typeface="Lucida Console"/>
                <a:cs typeface="Lucida Console"/>
              </a:rPr>
              <a:t>los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docum</a:t>
            </a:r>
            <a:r>
              <a:rPr sz="100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entos</a:t>
            </a:r>
            <a:r>
              <a:rPr sz="100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35" dirty="0" err="1">
                <a:solidFill>
                  <a:srgbClr val="191919"/>
                </a:solidFill>
                <a:latin typeface="Lucida Console"/>
                <a:cs typeface="Lucida Console"/>
              </a:rPr>
              <a:t>faltan</a:t>
            </a:r>
            <a:r>
              <a:rPr lang="es-AR" sz="1000" spc="-1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conviene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pedir</a:t>
            </a:r>
            <a:r>
              <a:rPr sz="100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al</a:t>
            </a:r>
            <a:r>
              <a:rPr lang="es-AR"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escribano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Times New Roman"/>
              <a:cs typeface="Times New Roman"/>
            </a:endParaRPr>
          </a:p>
          <a:p>
            <a:pPr marL="12700" marR="8953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D</a:t>
            </a:r>
            <a:r>
              <a:rPr sz="1000" spc="-4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evolvem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todo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20" dirty="0">
                <a:solidFill>
                  <a:srgbClr val="191919"/>
                </a:solidFill>
                <a:latin typeface="Lucida Console"/>
                <a:cs typeface="Lucida Console"/>
              </a:rPr>
              <a:t>form</a:t>
            </a:r>
            <a:r>
              <a:rPr sz="100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5" dirty="0">
                <a:solidFill>
                  <a:srgbClr val="191919"/>
                </a:solidFill>
                <a:latin typeface="Lucida Console"/>
                <a:cs typeface="Lucida Console"/>
              </a:rPr>
              <a:t>ato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tabla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con </a:t>
            </a:r>
            <a:r>
              <a:rPr lang="es-AR"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co</a:t>
            </a: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lum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nas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endParaRPr lang="es-AR" sz="1000" spc="-5" dirty="0">
              <a:solidFill>
                <a:srgbClr val="191919"/>
              </a:solidFill>
              <a:latin typeface="Lucida Console"/>
              <a:cs typeface="Lucida Console"/>
            </a:endParaRPr>
          </a:p>
          <a:p>
            <a:pPr marL="12700" marR="8953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H</a:t>
            </a:r>
            <a:r>
              <a:rPr sz="1000" spc="-4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alazgo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20" dirty="0">
                <a:solidFill>
                  <a:srgbClr val="191919"/>
                </a:solidFill>
                <a:latin typeface="Lucida Console"/>
                <a:cs typeface="Lucida Console"/>
              </a:rPr>
              <a:t>|R</a:t>
            </a:r>
            <a:r>
              <a:rPr sz="1000" spc="-5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0" dirty="0">
                <a:solidFill>
                  <a:srgbClr val="191919"/>
                </a:solidFill>
                <a:latin typeface="Lucida Console"/>
                <a:cs typeface="Lucida Console"/>
              </a:rPr>
              <a:t>iesgo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|Acción.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6844" y="2788922"/>
            <a:ext cx="3931920" cy="1980320"/>
          </a:xfrm>
          <a:custGeom>
            <a:avLst/>
            <a:gdLst/>
            <a:ahLst/>
            <a:cxnLst/>
            <a:rect l="l" t="t" r="r" b="b"/>
            <a:pathLst>
              <a:path w="3931920" h="1783079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46"/>
                </a:lnTo>
                <a:lnTo>
                  <a:pt x="73075" y="0"/>
                </a:lnTo>
                <a:lnTo>
                  <a:pt x="3858475" y="0"/>
                </a:lnTo>
                <a:lnTo>
                  <a:pt x="3903153" y="15104"/>
                </a:lnTo>
                <a:lnTo>
                  <a:pt x="3929122" y="54357"/>
                </a:lnTo>
                <a:lnTo>
                  <a:pt x="3931551" y="73075"/>
                </a:lnTo>
                <a:lnTo>
                  <a:pt x="3931920" y="1709635"/>
                </a:lnTo>
                <a:lnTo>
                  <a:pt x="3931312" y="1719275"/>
                </a:lnTo>
                <a:lnTo>
                  <a:pt x="3929489" y="1728676"/>
                </a:lnTo>
                <a:lnTo>
                  <a:pt x="3903209" y="1767670"/>
                </a:lnTo>
                <a:lnTo>
                  <a:pt x="3858831" y="1782724"/>
                </a:lnTo>
                <a:lnTo>
                  <a:pt x="73075" y="1783079"/>
                </a:lnTo>
                <a:lnTo>
                  <a:pt x="28398" y="1767975"/>
                </a:lnTo>
                <a:lnTo>
                  <a:pt x="2428" y="1728722"/>
                </a:lnTo>
                <a:lnTo>
                  <a:pt x="0" y="1710004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C8A1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C8A1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4436" y="3018957"/>
            <a:ext cx="211454" cy="226060"/>
          </a:xfrm>
          <a:custGeom>
            <a:avLst/>
            <a:gdLst/>
            <a:ahLst/>
            <a:cxnLst/>
            <a:rect l="l" t="t" r="r" b="b"/>
            <a:pathLst>
              <a:path w="211455" h="226060">
                <a:moveTo>
                  <a:pt x="108369" y="0"/>
                </a:moveTo>
                <a:lnTo>
                  <a:pt x="102603" y="0"/>
                </a:lnTo>
                <a:lnTo>
                  <a:pt x="100088" y="723"/>
                </a:lnTo>
                <a:lnTo>
                  <a:pt x="97561" y="1803"/>
                </a:lnTo>
                <a:lnTo>
                  <a:pt x="12966" y="36728"/>
                </a:lnTo>
                <a:lnTo>
                  <a:pt x="5041" y="40322"/>
                </a:lnTo>
                <a:lnTo>
                  <a:pt x="0" y="47878"/>
                </a:lnTo>
                <a:lnTo>
                  <a:pt x="0" y="56527"/>
                </a:lnTo>
                <a:lnTo>
                  <a:pt x="8607" y="116648"/>
                </a:lnTo>
                <a:lnTo>
                  <a:pt x="31053" y="165428"/>
                </a:lnTo>
                <a:lnTo>
                  <a:pt x="62273" y="201519"/>
                </a:lnTo>
                <a:lnTo>
                  <a:pt x="97205" y="223570"/>
                </a:lnTo>
                <a:lnTo>
                  <a:pt x="102603" y="225729"/>
                </a:lnTo>
                <a:lnTo>
                  <a:pt x="108369" y="225729"/>
                </a:lnTo>
                <a:lnTo>
                  <a:pt x="113398" y="223570"/>
                </a:lnTo>
                <a:lnTo>
                  <a:pt x="144592" y="204606"/>
                </a:lnTo>
                <a:lnTo>
                  <a:pt x="152119" y="196570"/>
                </a:lnTo>
                <a:lnTo>
                  <a:pt x="105486" y="196570"/>
                </a:lnTo>
                <a:lnTo>
                  <a:pt x="105486" y="28803"/>
                </a:lnTo>
                <a:lnTo>
                  <a:pt x="178891" y="28803"/>
                </a:lnTo>
                <a:lnTo>
                  <a:pt x="113766" y="1803"/>
                </a:lnTo>
                <a:lnTo>
                  <a:pt x="110883" y="723"/>
                </a:lnTo>
                <a:lnTo>
                  <a:pt x="108369" y="0"/>
                </a:lnTo>
                <a:close/>
              </a:path>
              <a:path w="211455" h="226060">
                <a:moveTo>
                  <a:pt x="178891" y="28803"/>
                </a:moveTo>
                <a:lnTo>
                  <a:pt x="105486" y="28803"/>
                </a:lnTo>
                <a:lnTo>
                  <a:pt x="182879" y="61201"/>
                </a:lnTo>
                <a:lnTo>
                  <a:pt x="176003" y="107563"/>
                </a:lnTo>
                <a:lnTo>
                  <a:pt x="159170" y="146164"/>
                </a:lnTo>
                <a:lnTo>
                  <a:pt x="134843" y="176126"/>
                </a:lnTo>
                <a:lnTo>
                  <a:pt x="105486" y="196570"/>
                </a:lnTo>
                <a:lnTo>
                  <a:pt x="152119" y="196570"/>
                </a:lnTo>
                <a:lnTo>
                  <a:pt x="176356" y="170691"/>
                </a:lnTo>
                <a:lnTo>
                  <a:pt x="201032" y="121454"/>
                </a:lnTo>
                <a:lnTo>
                  <a:pt x="210959" y="56527"/>
                </a:lnTo>
                <a:lnTo>
                  <a:pt x="210959" y="47878"/>
                </a:lnTo>
                <a:lnTo>
                  <a:pt x="205917" y="40322"/>
                </a:lnTo>
                <a:lnTo>
                  <a:pt x="198005" y="36728"/>
                </a:lnTo>
                <a:lnTo>
                  <a:pt x="178891" y="288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 </a:t>
            </a:r>
            <a:r>
              <a:rPr spc="-10" dirty="0"/>
              <a:t>CORTO </a:t>
            </a:r>
            <a:r>
              <a:rPr spc="-5" dirty="0"/>
              <a:t>(3</a:t>
            </a:r>
            <a:r>
              <a:rPr spc="-30" dirty="0"/>
              <a:t> </a:t>
            </a:r>
            <a:r>
              <a:rPr spc="-5" dirty="0"/>
              <a:t>segundos)</a:t>
            </a:r>
          </a:p>
          <a:p>
            <a:pPr marL="168910">
              <a:lnSpc>
                <a:spcPct val="100000"/>
              </a:lnSpc>
              <a:spcBef>
                <a:spcPts val="420"/>
              </a:spcBef>
            </a:pPr>
            <a:r>
              <a:rPr b="0" spc="-60" dirty="0">
                <a:solidFill>
                  <a:srgbClr val="191919"/>
                </a:solidFill>
                <a:latin typeface="Lucida Console"/>
                <a:cs typeface="Lucida Console"/>
              </a:rPr>
              <a:t>Adjuntá</a:t>
            </a:r>
            <a:r>
              <a:rPr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80" dirty="0">
                <a:solidFill>
                  <a:srgbClr val="191919"/>
                </a:solidFill>
                <a:latin typeface="Lucida Console"/>
                <a:cs typeface="Lucida Console"/>
              </a:rPr>
              <a:t>la</a:t>
            </a:r>
            <a:r>
              <a:rPr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25" dirty="0">
                <a:solidFill>
                  <a:srgbClr val="191919"/>
                </a:solidFill>
                <a:latin typeface="Lucida Console"/>
                <a:cs typeface="Lucida Console"/>
              </a:rPr>
              <a:t>escritura</a:t>
            </a:r>
            <a:r>
              <a:rPr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b="0" spc="-3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30" dirty="0">
                <a:solidFill>
                  <a:srgbClr val="191919"/>
                </a:solidFill>
                <a:latin typeface="Lucida Console"/>
                <a:cs typeface="Lucida Console"/>
              </a:rPr>
              <a:t>escribí: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b="0" spc="-130" dirty="0">
              <a:solidFill>
                <a:srgbClr val="191919"/>
              </a:solidFill>
              <a:latin typeface="Lucida Console"/>
              <a:cs typeface="Lucida Console"/>
            </a:endParaRPr>
          </a:p>
          <a:p>
            <a:pPr marL="168910" marR="525145">
              <a:lnSpc>
                <a:spcPct val="100000"/>
              </a:lnSpc>
            </a:pPr>
            <a:r>
              <a:rPr b="0" spc="-85" dirty="0">
                <a:solidFill>
                  <a:srgbClr val="191919"/>
                </a:solidFill>
                <a:latin typeface="Lucida Console"/>
                <a:cs typeface="Lucida Console"/>
              </a:rPr>
              <a:t>"Revisá</a:t>
            </a:r>
            <a:r>
              <a:rPr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80" dirty="0">
                <a:solidFill>
                  <a:srgbClr val="191919"/>
                </a:solidFill>
                <a:latin typeface="Lucida Console"/>
                <a:cs typeface="Lucida Console"/>
              </a:rPr>
              <a:t>esta</a:t>
            </a:r>
            <a:r>
              <a:rPr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25" dirty="0">
                <a:solidFill>
                  <a:srgbClr val="191919"/>
                </a:solidFill>
                <a:latin typeface="Lucida Console"/>
                <a:cs typeface="Lucida Console"/>
              </a:rPr>
              <a:t>escritura</a:t>
            </a:r>
            <a:r>
              <a:rPr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decim</a:t>
            </a:r>
            <a:r>
              <a:rPr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si</a:t>
            </a:r>
            <a:r>
              <a:rPr lang="es-AR" b="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5" dirty="0">
                <a:solidFill>
                  <a:srgbClr val="191919"/>
                </a:solidFill>
                <a:latin typeface="Lucida Console"/>
                <a:cs typeface="Lucida Console"/>
              </a:rPr>
              <a:t>hay</a:t>
            </a:r>
            <a:r>
              <a:rPr b="0" spc="-3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60" dirty="0">
                <a:solidFill>
                  <a:srgbClr val="191919"/>
                </a:solidFill>
                <a:latin typeface="Lucida Console"/>
                <a:cs typeface="Lucida Console"/>
              </a:rPr>
              <a:t>algún  </a:t>
            </a:r>
            <a:r>
              <a:rPr b="0" spc="-105" dirty="0">
                <a:solidFill>
                  <a:srgbClr val="191919"/>
                </a:solidFill>
                <a:latin typeface="Lucida Console"/>
                <a:cs typeface="Lucida Console"/>
              </a:rPr>
              <a:t>riesgo</a:t>
            </a:r>
            <a:r>
              <a:rPr b="0" spc="-3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b="0" spc="-3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00" dirty="0">
                <a:solidFill>
                  <a:srgbClr val="191919"/>
                </a:solidFill>
                <a:latin typeface="Lucida Console"/>
                <a:cs typeface="Lucida Console"/>
              </a:rPr>
              <a:t>cláusula</a:t>
            </a:r>
            <a:r>
              <a:rPr b="0" spc="-3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b="0" spc="-120" dirty="0">
                <a:solidFill>
                  <a:srgbClr val="191919"/>
                </a:solidFill>
                <a:latin typeface="Lucida Console"/>
                <a:cs typeface="Lucida Console"/>
              </a:rPr>
              <a:t>rara."</a:t>
            </a: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653415">
              <a:lnSpc>
                <a:spcPct val="100000"/>
              </a:lnSpc>
            </a:pPr>
            <a:r>
              <a:rPr sz="1200" spc="-125" dirty="0">
                <a:solidFill>
                  <a:srgbClr val="C8A127"/>
                </a:solidFill>
                <a:latin typeface="Yu Gothic"/>
                <a:cs typeface="Yu Gothic"/>
              </a:rPr>
              <a:t>⚠ </a:t>
            </a:r>
            <a:r>
              <a:rPr sz="1200" spc="-5" dirty="0">
                <a:solidFill>
                  <a:srgbClr val="C8A127"/>
                </a:solidFill>
              </a:rPr>
              <a:t>Buena</a:t>
            </a:r>
            <a:r>
              <a:rPr sz="1200" spc="-30" dirty="0">
                <a:solidFill>
                  <a:srgbClr val="C8A127"/>
                </a:solidFill>
              </a:rPr>
              <a:t> </a:t>
            </a:r>
            <a:r>
              <a:rPr sz="1200" spc="-10" dirty="0">
                <a:solidFill>
                  <a:srgbClr val="C8A127"/>
                </a:solidFill>
              </a:rPr>
              <a:t>práctica</a:t>
            </a:r>
            <a:endParaRPr sz="1200" dirty="0">
              <a:latin typeface="Yu Gothic"/>
              <a:cs typeface="Yu Gothic"/>
            </a:endParaRPr>
          </a:p>
          <a:p>
            <a:pPr marL="653415" marR="939165">
              <a:lnSpc>
                <a:spcPct val="100000"/>
              </a:lnSpc>
              <a:spcBef>
                <a:spcPts val="355"/>
              </a:spcBef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subas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escrituras con datos personales 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clientes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a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herramientas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que no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estén  aprobadas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por</a:t>
            </a:r>
            <a:r>
              <a:rPr sz="1050" b="0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REMAX.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653415">
              <a:lnSpc>
                <a:spcPts val="1260"/>
              </a:lnSpc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Antes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compartir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un</a:t>
            </a:r>
            <a:r>
              <a:rPr sz="1050" b="0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documento:</a:t>
            </a:r>
            <a:endParaRPr sz="1050" dirty="0">
              <a:latin typeface="Calibri"/>
              <a:cs typeface="Calibri"/>
            </a:endParaRPr>
          </a:p>
          <a:p>
            <a:pPr marL="713105" indent="-59690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15" dirty="0">
                <a:solidFill>
                  <a:srgbClr val="191919"/>
                </a:solidFill>
                <a:latin typeface="Calibri"/>
                <a:cs typeface="Calibri"/>
              </a:rPr>
              <a:t>Verificá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que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tenés autorización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del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cliente.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Si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tenés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dudas,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anonimizá DNIs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y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20" dirty="0">
                <a:solidFill>
                  <a:srgbClr val="191919"/>
                </a:solidFill>
                <a:latin typeface="Calibri"/>
                <a:cs typeface="Calibri"/>
              </a:rPr>
              <a:t>CUITs.</a:t>
            </a:r>
            <a:endParaRPr sz="1050" dirty="0">
              <a:latin typeface="Calibri"/>
              <a:cs typeface="Calibri"/>
            </a:endParaRPr>
          </a:p>
          <a:p>
            <a:pPr marL="713105" marR="652780" indent="-59690">
              <a:lnSpc>
                <a:spcPct val="100000"/>
              </a:lnSpc>
              <a:buChar char="•"/>
              <a:tabLst>
                <a:tab pos="749935" algn="l"/>
              </a:tabLst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Siempre validá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el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resultado con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un escribano 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antes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tomar</a:t>
            </a:r>
            <a:r>
              <a:rPr sz="1050" b="0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decisiones.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03414" y="4907961"/>
            <a:ext cx="10477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01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Documentos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309308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003DA4"/>
                </a:solidFill>
              </a:rPr>
              <a:t>Así </a:t>
            </a:r>
            <a:r>
              <a:rPr sz="2800" spc="-5" dirty="0">
                <a:solidFill>
                  <a:srgbClr val="003DA4"/>
                </a:solidFill>
              </a:rPr>
              <a:t>se </a:t>
            </a:r>
            <a:r>
              <a:rPr sz="2800" spc="-15" dirty="0">
                <a:solidFill>
                  <a:srgbClr val="003DA4"/>
                </a:solidFill>
              </a:rPr>
              <a:t>ve </a:t>
            </a:r>
            <a:r>
              <a:rPr sz="2800" spc="-5" dirty="0">
                <a:solidFill>
                  <a:srgbClr val="003DA4"/>
                </a:solidFill>
              </a:rPr>
              <a:t>en</a:t>
            </a:r>
            <a:r>
              <a:rPr sz="2800" spc="-6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Claude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Captura simulada del análisis de una</a:t>
            </a:r>
            <a:r>
              <a:rPr sz="1300" b="0" i="1" spc="-6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escritura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5081" y="1265391"/>
            <a:ext cx="8493124" cy="36007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371602"/>
            <a:ext cx="8229600" cy="3337560"/>
          </a:xfrm>
          <a:custGeom>
            <a:avLst/>
            <a:gdLst/>
            <a:ahLst/>
            <a:cxnLst/>
            <a:rect l="l" t="t" r="r" b="b"/>
            <a:pathLst>
              <a:path w="8229600" h="3337560">
                <a:moveTo>
                  <a:pt x="8156155" y="0"/>
                </a:moveTo>
                <a:lnTo>
                  <a:pt x="73075" y="0"/>
                </a:lnTo>
                <a:lnTo>
                  <a:pt x="63649" y="607"/>
                </a:lnTo>
                <a:lnTo>
                  <a:pt x="21458" y="21285"/>
                </a:lnTo>
                <a:lnTo>
                  <a:pt x="607" y="63443"/>
                </a:lnTo>
                <a:lnTo>
                  <a:pt x="0" y="73075"/>
                </a:lnTo>
                <a:lnTo>
                  <a:pt x="0" y="3264484"/>
                </a:lnTo>
                <a:lnTo>
                  <a:pt x="15041" y="3308854"/>
                </a:lnTo>
                <a:lnTo>
                  <a:pt x="54041" y="3335131"/>
                </a:lnTo>
                <a:lnTo>
                  <a:pt x="73075" y="3337560"/>
                </a:lnTo>
                <a:lnTo>
                  <a:pt x="8156511" y="3337204"/>
                </a:lnTo>
                <a:lnTo>
                  <a:pt x="8200889" y="3322150"/>
                </a:lnTo>
                <a:lnTo>
                  <a:pt x="8227169" y="3283156"/>
                </a:lnTo>
                <a:lnTo>
                  <a:pt x="8229600" y="3264115"/>
                </a:lnTo>
                <a:lnTo>
                  <a:pt x="8229231" y="73075"/>
                </a:lnTo>
                <a:lnTo>
                  <a:pt x="821419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371602"/>
            <a:ext cx="8229600" cy="3337560"/>
          </a:xfrm>
          <a:custGeom>
            <a:avLst/>
            <a:gdLst/>
            <a:ahLst/>
            <a:cxnLst/>
            <a:rect l="l" t="t" r="r" b="b"/>
            <a:pathLst>
              <a:path w="8229600" h="33375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46"/>
                </a:lnTo>
                <a:lnTo>
                  <a:pt x="73075" y="0"/>
                </a:lnTo>
                <a:lnTo>
                  <a:pt x="8156155" y="0"/>
                </a:lnTo>
                <a:lnTo>
                  <a:pt x="8200833" y="15104"/>
                </a:lnTo>
                <a:lnTo>
                  <a:pt x="8226802" y="54357"/>
                </a:lnTo>
                <a:lnTo>
                  <a:pt x="8229231" y="73075"/>
                </a:lnTo>
                <a:lnTo>
                  <a:pt x="8229600" y="3264115"/>
                </a:lnTo>
                <a:lnTo>
                  <a:pt x="8228992" y="3273755"/>
                </a:lnTo>
                <a:lnTo>
                  <a:pt x="8227169" y="3283156"/>
                </a:lnTo>
                <a:lnTo>
                  <a:pt x="8200889" y="3322150"/>
                </a:lnTo>
                <a:lnTo>
                  <a:pt x="8156511" y="3337204"/>
                </a:lnTo>
                <a:lnTo>
                  <a:pt x="73075" y="3337560"/>
                </a:lnTo>
                <a:lnTo>
                  <a:pt x="28398" y="3322455"/>
                </a:lnTo>
                <a:lnTo>
                  <a:pt x="2428" y="3283202"/>
                </a:lnTo>
                <a:lnTo>
                  <a:pt x="0" y="3264484"/>
                </a:lnTo>
                <a:lnTo>
                  <a:pt x="0" y="73075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371602"/>
            <a:ext cx="8229600" cy="255904"/>
          </a:xfrm>
          <a:custGeom>
            <a:avLst/>
            <a:gdLst/>
            <a:ahLst/>
            <a:cxnLst/>
            <a:rect l="l" t="t" r="r" b="b"/>
            <a:pathLst>
              <a:path w="8229600" h="255905">
                <a:moveTo>
                  <a:pt x="8229231" y="0"/>
                </a:moveTo>
                <a:lnTo>
                  <a:pt x="0" y="0"/>
                </a:lnTo>
                <a:lnTo>
                  <a:pt x="0" y="255600"/>
                </a:lnTo>
                <a:lnTo>
                  <a:pt x="8229231" y="255600"/>
                </a:lnTo>
                <a:lnTo>
                  <a:pt x="8229231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6844" y="1371602"/>
            <a:ext cx="8229600" cy="255904"/>
          </a:xfrm>
          <a:custGeom>
            <a:avLst/>
            <a:gdLst/>
            <a:ahLst/>
            <a:cxnLst/>
            <a:rect l="l" t="t" r="r" b="b"/>
            <a:pathLst>
              <a:path w="8229600" h="255905">
                <a:moveTo>
                  <a:pt x="4114800" y="255600"/>
                </a:moveTo>
                <a:lnTo>
                  <a:pt x="0" y="255600"/>
                </a:lnTo>
                <a:lnTo>
                  <a:pt x="0" y="0"/>
                </a:lnTo>
                <a:lnTo>
                  <a:pt x="8229231" y="0"/>
                </a:lnTo>
                <a:lnTo>
                  <a:pt x="8229231" y="255600"/>
                </a:lnTo>
                <a:lnTo>
                  <a:pt x="4114800" y="25560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700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50393" y="0"/>
                </a:moveTo>
                <a:lnTo>
                  <a:pt x="14800" y="14451"/>
                </a:lnTo>
                <a:lnTo>
                  <a:pt x="0" y="50037"/>
                </a:lnTo>
                <a:lnTo>
                  <a:pt x="410" y="56561"/>
                </a:lnTo>
                <a:lnTo>
                  <a:pt x="19746" y="89972"/>
                </a:lnTo>
                <a:lnTo>
                  <a:pt x="50393" y="100444"/>
                </a:lnTo>
                <a:lnTo>
                  <a:pt x="56855" y="99983"/>
                </a:lnTo>
                <a:lnTo>
                  <a:pt x="89970" y="80695"/>
                </a:lnTo>
                <a:lnTo>
                  <a:pt x="100431" y="50037"/>
                </a:lnTo>
                <a:lnTo>
                  <a:pt x="100021" y="43522"/>
                </a:lnTo>
                <a:lnTo>
                  <a:pt x="80684" y="10116"/>
                </a:lnTo>
                <a:lnTo>
                  <a:pt x="50393" y="0"/>
                </a:lnTo>
                <a:close/>
              </a:path>
            </a:pathLst>
          </a:custGeom>
          <a:solidFill>
            <a:srgbClr val="DF6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700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0" y="50037"/>
                </a:moveTo>
                <a:lnTo>
                  <a:pt x="410" y="43522"/>
                </a:lnTo>
                <a:lnTo>
                  <a:pt x="1663" y="37039"/>
                </a:lnTo>
                <a:lnTo>
                  <a:pt x="25196" y="6489"/>
                </a:lnTo>
                <a:lnTo>
                  <a:pt x="50393" y="0"/>
                </a:lnTo>
                <a:lnTo>
                  <a:pt x="89970" y="19393"/>
                </a:lnTo>
                <a:lnTo>
                  <a:pt x="100431" y="50037"/>
                </a:lnTo>
                <a:lnTo>
                  <a:pt x="100021" y="56561"/>
                </a:lnTo>
                <a:lnTo>
                  <a:pt x="98767" y="63047"/>
                </a:lnTo>
                <a:lnTo>
                  <a:pt x="75234" y="93599"/>
                </a:lnTo>
                <a:lnTo>
                  <a:pt x="50393" y="100444"/>
                </a:lnTo>
                <a:lnTo>
                  <a:pt x="14800" y="85637"/>
                </a:lnTo>
                <a:lnTo>
                  <a:pt x="410" y="56561"/>
                </a:lnTo>
                <a:lnTo>
                  <a:pt x="0" y="50037"/>
                </a:lnTo>
                <a:close/>
              </a:path>
            </a:pathLst>
          </a:custGeom>
          <a:ln w="12599">
            <a:solidFill>
              <a:srgbClr val="DF65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416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50393" y="0"/>
                </a:moveTo>
                <a:lnTo>
                  <a:pt x="14800" y="14451"/>
                </a:lnTo>
                <a:lnTo>
                  <a:pt x="0" y="50037"/>
                </a:lnTo>
                <a:lnTo>
                  <a:pt x="410" y="56561"/>
                </a:lnTo>
                <a:lnTo>
                  <a:pt x="19746" y="89972"/>
                </a:lnTo>
                <a:lnTo>
                  <a:pt x="50393" y="100444"/>
                </a:lnTo>
                <a:lnTo>
                  <a:pt x="56855" y="99983"/>
                </a:lnTo>
                <a:lnTo>
                  <a:pt x="89970" y="80695"/>
                </a:lnTo>
                <a:lnTo>
                  <a:pt x="100431" y="50037"/>
                </a:lnTo>
                <a:lnTo>
                  <a:pt x="100021" y="43522"/>
                </a:lnTo>
                <a:lnTo>
                  <a:pt x="80684" y="10116"/>
                </a:lnTo>
                <a:lnTo>
                  <a:pt x="50393" y="0"/>
                </a:lnTo>
                <a:close/>
              </a:path>
            </a:pathLst>
          </a:custGeom>
          <a:solidFill>
            <a:srgbClr val="F1C1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416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0" y="50037"/>
                </a:moveTo>
                <a:lnTo>
                  <a:pt x="410" y="43522"/>
                </a:lnTo>
                <a:lnTo>
                  <a:pt x="1663" y="37039"/>
                </a:lnTo>
                <a:lnTo>
                  <a:pt x="25196" y="6489"/>
                </a:lnTo>
                <a:lnTo>
                  <a:pt x="50393" y="0"/>
                </a:lnTo>
                <a:lnTo>
                  <a:pt x="89970" y="19393"/>
                </a:lnTo>
                <a:lnTo>
                  <a:pt x="100431" y="50037"/>
                </a:lnTo>
                <a:lnTo>
                  <a:pt x="100021" y="56561"/>
                </a:lnTo>
                <a:lnTo>
                  <a:pt x="98767" y="63047"/>
                </a:lnTo>
                <a:lnTo>
                  <a:pt x="75234" y="93599"/>
                </a:lnTo>
                <a:lnTo>
                  <a:pt x="50393" y="100444"/>
                </a:lnTo>
                <a:lnTo>
                  <a:pt x="14800" y="85637"/>
                </a:lnTo>
                <a:lnTo>
                  <a:pt x="410" y="56561"/>
                </a:lnTo>
                <a:lnTo>
                  <a:pt x="0" y="50037"/>
                </a:lnTo>
                <a:close/>
              </a:path>
            </a:pathLst>
          </a:custGeom>
          <a:ln w="12599">
            <a:solidFill>
              <a:srgbClr val="F1C1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132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50393" y="0"/>
                </a:moveTo>
                <a:lnTo>
                  <a:pt x="14800" y="14451"/>
                </a:lnTo>
                <a:lnTo>
                  <a:pt x="0" y="50037"/>
                </a:lnTo>
                <a:lnTo>
                  <a:pt x="410" y="56561"/>
                </a:lnTo>
                <a:lnTo>
                  <a:pt x="19746" y="89972"/>
                </a:lnTo>
                <a:lnTo>
                  <a:pt x="50393" y="100444"/>
                </a:lnTo>
                <a:lnTo>
                  <a:pt x="56855" y="99983"/>
                </a:lnTo>
                <a:lnTo>
                  <a:pt x="89970" y="80695"/>
                </a:lnTo>
                <a:lnTo>
                  <a:pt x="100431" y="50037"/>
                </a:lnTo>
                <a:lnTo>
                  <a:pt x="100021" y="43522"/>
                </a:lnTo>
                <a:lnTo>
                  <a:pt x="80684" y="10116"/>
                </a:lnTo>
                <a:lnTo>
                  <a:pt x="50393" y="0"/>
                </a:lnTo>
                <a:close/>
              </a:path>
            </a:pathLst>
          </a:custGeom>
          <a:solidFill>
            <a:srgbClr val="79C7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1324" y="1444677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0" y="50037"/>
                </a:moveTo>
                <a:lnTo>
                  <a:pt x="410" y="43522"/>
                </a:lnTo>
                <a:lnTo>
                  <a:pt x="1663" y="37039"/>
                </a:lnTo>
                <a:lnTo>
                  <a:pt x="25196" y="6489"/>
                </a:lnTo>
                <a:lnTo>
                  <a:pt x="50393" y="0"/>
                </a:lnTo>
                <a:lnTo>
                  <a:pt x="89970" y="19393"/>
                </a:lnTo>
                <a:lnTo>
                  <a:pt x="100431" y="50037"/>
                </a:lnTo>
                <a:lnTo>
                  <a:pt x="100021" y="56561"/>
                </a:lnTo>
                <a:lnTo>
                  <a:pt x="98767" y="63047"/>
                </a:lnTo>
                <a:lnTo>
                  <a:pt x="75234" y="93599"/>
                </a:lnTo>
                <a:lnTo>
                  <a:pt x="50393" y="100444"/>
                </a:lnTo>
                <a:lnTo>
                  <a:pt x="14800" y="85637"/>
                </a:lnTo>
                <a:lnTo>
                  <a:pt x="410" y="56561"/>
                </a:lnTo>
                <a:lnTo>
                  <a:pt x="0" y="50037"/>
                </a:lnTo>
                <a:close/>
              </a:path>
            </a:pathLst>
          </a:custGeom>
          <a:ln w="12599">
            <a:solidFill>
              <a:srgbClr val="79C7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2604" y="1737361"/>
            <a:ext cx="7498080" cy="594360"/>
          </a:xfrm>
          <a:custGeom>
            <a:avLst/>
            <a:gdLst/>
            <a:ahLst/>
            <a:cxnLst/>
            <a:rect l="l" t="t" r="r" b="b"/>
            <a:pathLst>
              <a:path w="7498080" h="594360">
                <a:moveTo>
                  <a:pt x="742463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7424991" y="594004"/>
                </a:lnTo>
                <a:lnTo>
                  <a:pt x="7469369" y="578900"/>
                </a:lnTo>
                <a:lnTo>
                  <a:pt x="7495649" y="539956"/>
                </a:lnTo>
                <a:lnTo>
                  <a:pt x="7498080" y="520915"/>
                </a:lnTo>
                <a:lnTo>
                  <a:pt x="7497711" y="73075"/>
                </a:lnTo>
                <a:lnTo>
                  <a:pt x="7482620" y="28705"/>
                </a:lnTo>
                <a:lnTo>
                  <a:pt x="7443670" y="2428"/>
                </a:lnTo>
                <a:lnTo>
                  <a:pt x="7424635" y="0"/>
                </a:lnTo>
                <a:close/>
              </a:path>
            </a:pathLst>
          </a:custGeom>
          <a:solidFill>
            <a:srgbClr val="F4E5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2604" y="1737361"/>
            <a:ext cx="7498080" cy="594360"/>
          </a:xfrm>
          <a:custGeom>
            <a:avLst/>
            <a:gdLst/>
            <a:ahLst/>
            <a:cxnLst/>
            <a:rect l="l" t="t" r="r" b="b"/>
            <a:pathLst>
              <a:path w="749808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7424635" y="0"/>
                </a:lnTo>
                <a:lnTo>
                  <a:pt x="7469163" y="15104"/>
                </a:lnTo>
                <a:lnTo>
                  <a:pt x="7495282" y="54224"/>
                </a:lnTo>
                <a:lnTo>
                  <a:pt x="7497711" y="73075"/>
                </a:lnTo>
                <a:lnTo>
                  <a:pt x="7498080" y="520915"/>
                </a:lnTo>
                <a:lnTo>
                  <a:pt x="7497472" y="530555"/>
                </a:lnTo>
                <a:lnTo>
                  <a:pt x="7495649" y="539956"/>
                </a:lnTo>
                <a:lnTo>
                  <a:pt x="7469369" y="578900"/>
                </a:lnTo>
                <a:lnTo>
                  <a:pt x="742499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12599">
            <a:solidFill>
              <a:srgbClr val="F4E5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9904" y="1440537"/>
            <a:ext cx="7489190" cy="2926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484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Asistente</a:t>
            </a:r>
            <a:r>
              <a:rPr sz="900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solidFill>
                  <a:srgbClr val="D97757"/>
                </a:solidFill>
                <a:latin typeface="Calibri"/>
                <a:cs typeface="Calibri"/>
              </a:rPr>
              <a:t>Tú</a:t>
            </a:r>
            <a:endParaRPr sz="900" dirty="0">
              <a:latin typeface="Calibri"/>
              <a:cs typeface="Calibri"/>
            </a:endParaRPr>
          </a:p>
          <a:p>
            <a:pPr marL="103505" marR="432434">
              <a:lnSpc>
                <a:spcPct val="100000"/>
              </a:lnSpc>
              <a:spcBef>
                <a:spcPts val="30"/>
              </a:spcBef>
            </a:pP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Adjunto escritura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del </a:t>
            </a:r>
            <a:r>
              <a:rPr sz="950" spc="-10" dirty="0" err="1">
                <a:solidFill>
                  <a:srgbClr val="191919"/>
                </a:solidFill>
                <a:latin typeface="Calibri"/>
                <a:cs typeface="Calibri"/>
              </a:rPr>
              <a:t>depto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es-AR" sz="950" spc="-35" dirty="0">
                <a:solidFill>
                  <a:srgbClr val="191919"/>
                </a:solidFill>
                <a:latin typeface="Calibri"/>
                <a:cs typeface="Calibri"/>
              </a:rPr>
              <a:t>dirección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, </a:t>
            </a:r>
            <a:r>
              <a:rPr lang="es-AR" sz="950" spc="-5" dirty="0">
                <a:solidFill>
                  <a:srgbClr val="191919"/>
                </a:solidFill>
                <a:latin typeface="Calibri"/>
                <a:cs typeface="Calibri"/>
              </a:rPr>
              <a:t>Mendoza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.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Vendedor: persona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física.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Comprador: matrimonio con hipoteca </a:t>
            </a:r>
            <a:r>
              <a:rPr sz="950" spc="-15" dirty="0">
                <a:solidFill>
                  <a:srgbClr val="191919"/>
                </a:solidFill>
                <a:latin typeface="Calibri"/>
                <a:cs typeface="Calibri"/>
              </a:rPr>
              <a:t>BBVA.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Resumime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las 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condiciones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principales </a:t>
            </a:r>
            <a:r>
              <a:rPr sz="950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marcame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riesgos en</a:t>
            </a:r>
            <a:r>
              <a:rPr sz="950" spc="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tabla.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b="1" spc="-5" dirty="0">
                <a:solidFill>
                  <a:srgbClr val="003DA4"/>
                </a:solidFill>
                <a:latin typeface="Calibri"/>
                <a:cs typeface="Calibri"/>
              </a:rPr>
              <a:t>Claude</a:t>
            </a:r>
            <a:endParaRPr sz="900" dirty="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105"/>
              </a:spcBef>
              <a:buFont typeface="Segoe UI Emoji"/>
              <a:buChar char="✓"/>
              <a:tabLst>
                <a:tab pos="134620" algn="l"/>
              </a:tabLst>
            </a:pP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Resumen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 la operación (5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líneas)</a:t>
            </a:r>
            <a:endParaRPr sz="900" dirty="0">
              <a:latin typeface="Calibri"/>
              <a:cs typeface="Calibri"/>
            </a:endParaRPr>
          </a:p>
          <a:p>
            <a:pPr marL="12700" marR="5080" indent="76835">
              <a:lnSpc>
                <a:spcPct val="100000"/>
              </a:lnSpc>
            </a:pP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Compraventa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 unidad funcional con cochera, valor USD 145.000 en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efectivo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+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saldo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a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escriturar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contra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hipoteca </a:t>
            </a:r>
            <a:r>
              <a:rPr sz="900" spc="-15" dirty="0">
                <a:solidFill>
                  <a:srgbClr val="191919"/>
                </a:solidFill>
                <a:latin typeface="Calibri"/>
                <a:cs typeface="Calibri"/>
              </a:rPr>
              <a:t>BBVA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por USD 35.000.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Plazo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 escrituración:  30</a:t>
            </a:r>
            <a:r>
              <a:rPr sz="900" spc="-10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días.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430" dirty="0">
                <a:solidFill>
                  <a:srgbClr val="191919"/>
                </a:solidFill>
                <a:latin typeface="Segoe UI Emoji"/>
                <a:cs typeface="Segoe UI Emoji"/>
              </a:rPr>
              <a:t>⚠</a:t>
            </a:r>
            <a:r>
              <a:rPr sz="900" spc="-70" dirty="0">
                <a:solidFill>
                  <a:srgbClr val="191919"/>
                </a:solidFill>
                <a:latin typeface="Segoe UI Emoji"/>
                <a:cs typeface="Segoe UI Emoj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Hallazgos detectados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—</a:t>
            </a:r>
            <a:r>
              <a:rPr sz="900" spc="-4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15" dirty="0">
                <a:solidFill>
                  <a:srgbClr val="191919"/>
                </a:solidFill>
                <a:latin typeface="Calibri"/>
                <a:cs typeface="Calibri"/>
              </a:rPr>
              <a:t>Tabla</a:t>
            </a:r>
            <a:endParaRPr sz="900" dirty="0">
              <a:latin typeface="Calibri"/>
              <a:cs typeface="Calibri"/>
            </a:endParaRPr>
          </a:p>
          <a:p>
            <a:pPr marL="172720" indent="-83185">
              <a:lnSpc>
                <a:spcPct val="100000"/>
              </a:lnSpc>
              <a:buChar char="•"/>
              <a:tabLst>
                <a:tab pos="173355" algn="l"/>
                <a:tab pos="1978025" algn="l"/>
              </a:tabLst>
            </a:pP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Embargo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trabado por AFIP</a:t>
            </a:r>
            <a:r>
              <a:rPr sz="900" spc="5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en</a:t>
            </a:r>
            <a:r>
              <a:rPr sz="900" spc="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2021	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Riesgo </a:t>
            </a:r>
            <a:r>
              <a:rPr sz="900" spc="-25" dirty="0">
                <a:solidFill>
                  <a:srgbClr val="191919"/>
                </a:solidFill>
                <a:latin typeface="Calibri"/>
                <a:cs typeface="Calibri"/>
              </a:rPr>
              <a:t>ALTO    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Pedir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certificado de</a:t>
            </a:r>
            <a:r>
              <a:rPr sz="900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levantamiento</a:t>
            </a:r>
            <a:endParaRPr sz="900" dirty="0">
              <a:latin typeface="Calibri"/>
              <a:cs typeface="Calibri"/>
            </a:endParaRPr>
          </a:p>
          <a:p>
            <a:pPr marL="172720" indent="-83185">
              <a:lnSpc>
                <a:spcPct val="100000"/>
              </a:lnSpc>
              <a:buChar char="•"/>
              <a:tabLst>
                <a:tab pos="173355" algn="l"/>
                <a:tab pos="1988185" algn="l"/>
              </a:tabLst>
            </a:pP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Expensas</a:t>
            </a:r>
            <a:r>
              <a:rPr sz="900" spc="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extraordinarias</a:t>
            </a:r>
            <a:r>
              <a:rPr sz="900" spc="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adeudadas	|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Riesgo MEDIO  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Solicitar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libre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deuda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al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consorcio</a:t>
            </a:r>
            <a:endParaRPr sz="900" dirty="0">
              <a:latin typeface="Calibri"/>
              <a:cs typeface="Calibri"/>
            </a:endParaRPr>
          </a:p>
          <a:p>
            <a:pPr marL="172720" indent="-83185">
              <a:lnSpc>
                <a:spcPct val="100000"/>
              </a:lnSpc>
              <a:buChar char="•"/>
              <a:tabLst>
                <a:tab pos="173355" algn="l"/>
                <a:tab pos="1859280" algn="l"/>
              </a:tabLst>
            </a:pP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Cláusula 7°:</a:t>
            </a:r>
            <a:r>
              <a:rPr sz="900" spc="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penalidad</a:t>
            </a:r>
            <a:r>
              <a:rPr sz="900" spc="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asimétrica	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Riesgo MEDIO  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Renegociar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con escribano de la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otra</a:t>
            </a:r>
            <a:r>
              <a:rPr sz="900" spc="3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parte</a:t>
            </a:r>
            <a:endParaRPr sz="900" dirty="0">
              <a:latin typeface="Calibri"/>
              <a:cs typeface="Calibri"/>
            </a:endParaRPr>
          </a:p>
          <a:p>
            <a:pPr marL="172720" indent="-83185">
              <a:lnSpc>
                <a:spcPct val="100000"/>
              </a:lnSpc>
              <a:buChar char="•"/>
              <a:tabLst>
                <a:tab pos="173355" algn="l"/>
              </a:tabLst>
            </a:pP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Falta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certificado de dominio actualizado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Riesgo BAJO 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|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Pedir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antes de</a:t>
            </a:r>
            <a:r>
              <a:rPr sz="900" spc="3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escriturar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📄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Documentos que conviene</a:t>
            </a:r>
            <a:r>
              <a:rPr sz="900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pedir</a:t>
            </a:r>
            <a:endParaRPr sz="900" dirty="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</a:pP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Plano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aprobado, reglamento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 copropiedad, último </a:t>
            </a:r>
            <a:r>
              <a:rPr sz="900" dirty="0">
                <a:solidFill>
                  <a:srgbClr val="191919"/>
                </a:solidFill>
                <a:latin typeface="Calibri"/>
                <a:cs typeface="Calibri"/>
              </a:rPr>
              <a:t>ABL </a:t>
            </a:r>
            <a:r>
              <a:rPr sz="900" spc="-10" dirty="0">
                <a:solidFill>
                  <a:srgbClr val="191919"/>
                </a:solidFill>
                <a:latin typeface="Calibri"/>
                <a:cs typeface="Calibri"/>
              </a:rPr>
              <a:t>pago, libre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deuda de</a:t>
            </a:r>
            <a:r>
              <a:rPr sz="900" spc="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191919"/>
                </a:solidFill>
                <a:latin typeface="Calibri"/>
                <a:cs typeface="Calibri"/>
              </a:rPr>
              <a:t>expensas.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03414" y="4907961"/>
            <a:ext cx="10477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01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Documentos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614362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rgbClr val="003DA4"/>
                </a:solidFill>
              </a:rPr>
              <a:t>Otros </a:t>
            </a:r>
            <a:r>
              <a:rPr sz="2800" spc="-10" dirty="0">
                <a:solidFill>
                  <a:srgbClr val="003DA4"/>
                </a:solidFill>
              </a:rPr>
              <a:t>documentos </a:t>
            </a:r>
            <a:r>
              <a:rPr sz="2800" spc="-5" dirty="0">
                <a:solidFill>
                  <a:srgbClr val="003DA4"/>
                </a:solidFill>
              </a:rPr>
              <a:t>que Claude puede</a:t>
            </a:r>
            <a:r>
              <a:rPr sz="2800" spc="-4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leer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No es solo escrituras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—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todo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lo que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tengas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en PDF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o</a:t>
            </a:r>
            <a:r>
              <a:rPr sz="1300" b="0" i="1" spc="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5" dirty="0">
                <a:solidFill>
                  <a:srgbClr val="5B6573"/>
                </a:solidFill>
                <a:latin typeface="Calibri"/>
                <a:cs typeface="Calibri"/>
              </a:rPr>
              <a:t>foto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76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69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69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69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1" y="1487073"/>
                </a:lnTo>
                <a:lnTo>
                  <a:pt x="2689520" y="1528157"/>
                </a:lnTo>
                <a:lnTo>
                  <a:pt x="2648434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359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80" h="412114">
                <a:moveTo>
                  <a:pt x="205917" y="0"/>
                </a:moveTo>
                <a:lnTo>
                  <a:pt x="152547" y="7107"/>
                </a:lnTo>
                <a:lnTo>
                  <a:pt x="102958" y="27711"/>
                </a:lnTo>
                <a:lnTo>
                  <a:pt x="60345" y="60344"/>
                </a:lnTo>
                <a:lnTo>
                  <a:pt x="27724" y="102958"/>
                </a:lnTo>
                <a:lnTo>
                  <a:pt x="6975" y="152680"/>
                </a:lnTo>
                <a:lnTo>
                  <a:pt x="0" y="205917"/>
                </a:lnTo>
                <a:lnTo>
                  <a:pt x="1749" y="232785"/>
                </a:lnTo>
                <a:lnTo>
                  <a:pt x="15644" y="284638"/>
                </a:lnTo>
                <a:lnTo>
                  <a:pt x="42667" y="331313"/>
                </a:lnTo>
                <a:lnTo>
                  <a:pt x="80521" y="369168"/>
                </a:lnTo>
                <a:lnTo>
                  <a:pt x="127145" y="396040"/>
                </a:lnTo>
                <a:lnTo>
                  <a:pt x="178895" y="410036"/>
                </a:lnTo>
                <a:lnTo>
                  <a:pt x="205917" y="411835"/>
                </a:lnTo>
                <a:lnTo>
                  <a:pt x="232734" y="410036"/>
                </a:lnTo>
                <a:lnTo>
                  <a:pt x="284340" y="396040"/>
                </a:lnTo>
                <a:lnTo>
                  <a:pt x="330958" y="369168"/>
                </a:lnTo>
                <a:lnTo>
                  <a:pt x="368812" y="331313"/>
                </a:lnTo>
                <a:lnTo>
                  <a:pt x="395835" y="284638"/>
                </a:lnTo>
                <a:lnTo>
                  <a:pt x="409730" y="232785"/>
                </a:lnTo>
                <a:lnTo>
                  <a:pt x="411480" y="205917"/>
                </a:lnTo>
                <a:lnTo>
                  <a:pt x="409730" y="179045"/>
                </a:lnTo>
                <a:lnTo>
                  <a:pt x="395835" y="127195"/>
                </a:lnTo>
                <a:lnTo>
                  <a:pt x="368812" y="80521"/>
                </a:lnTo>
                <a:lnTo>
                  <a:pt x="330958" y="42662"/>
                </a:lnTo>
                <a:lnTo>
                  <a:pt x="284340" y="15789"/>
                </a:lnTo>
                <a:lnTo>
                  <a:pt x="232734" y="1799"/>
                </a:lnTo>
                <a:lnTo>
                  <a:pt x="205917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359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80" h="412114">
                <a:moveTo>
                  <a:pt x="0" y="205917"/>
                </a:moveTo>
                <a:lnTo>
                  <a:pt x="1749" y="179045"/>
                </a:lnTo>
                <a:lnTo>
                  <a:pt x="6975" y="152680"/>
                </a:lnTo>
                <a:lnTo>
                  <a:pt x="27724" y="102958"/>
                </a:lnTo>
                <a:lnTo>
                  <a:pt x="60345" y="60344"/>
                </a:lnTo>
                <a:lnTo>
                  <a:pt x="102958" y="27711"/>
                </a:lnTo>
                <a:lnTo>
                  <a:pt x="152547" y="7107"/>
                </a:lnTo>
                <a:lnTo>
                  <a:pt x="205917" y="0"/>
                </a:lnTo>
                <a:lnTo>
                  <a:pt x="258976" y="7107"/>
                </a:lnTo>
                <a:lnTo>
                  <a:pt x="308521" y="27711"/>
                </a:lnTo>
                <a:lnTo>
                  <a:pt x="351134" y="60344"/>
                </a:lnTo>
                <a:lnTo>
                  <a:pt x="383755" y="102958"/>
                </a:lnTo>
                <a:lnTo>
                  <a:pt x="404504" y="152680"/>
                </a:lnTo>
                <a:lnTo>
                  <a:pt x="411480" y="205917"/>
                </a:lnTo>
                <a:lnTo>
                  <a:pt x="409730" y="232785"/>
                </a:lnTo>
                <a:lnTo>
                  <a:pt x="404504" y="259149"/>
                </a:lnTo>
                <a:lnTo>
                  <a:pt x="383755" y="308876"/>
                </a:lnTo>
                <a:lnTo>
                  <a:pt x="351134" y="351489"/>
                </a:lnTo>
                <a:lnTo>
                  <a:pt x="308521" y="384111"/>
                </a:lnTo>
                <a:lnTo>
                  <a:pt x="258976" y="404726"/>
                </a:lnTo>
                <a:lnTo>
                  <a:pt x="205917" y="411835"/>
                </a:lnTo>
                <a:lnTo>
                  <a:pt x="152547" y="404726"/>
                </a:lnTo>
                <a:lnTo>
                  <a:pt x="102958" y="384111"/>
                </a:lnTo>
                <a:lnTo>
                  <a:pt x="60345" y="351489"/>
                </a:lnTo>
                <a:lnTo>
                  <a:pt x="27724" y="308876"/>
                </a:lnTo>
                <a:lnTo>
                  <a:pt x="6975" y="259149"/>
                </a:lnTo>
                <a:lnTo>
                  <a:pt x="1749" y="232785"/>
                </a:lnTo>
                <a:lnTo>
                  <a:pt x="0" y="205917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879" y="1568159"/>
            <a:ext cx="227329" cy="201295"/>
          </a:xfrm>
          <a:custGeom>
            <a:avLst/>
            <a:gdLst/>
            <a:ahLst/>
            <a:cxnLst/>
            <a:rect l="l" t="t" r="r" b="b"/>
            <a:pathLst>
              <a:path w="227330" h="201294">
                <a:moveTo>
                  <a:pt x="87845" y="0"/>
                </a:moveTo>
                <a:lnTo>
                  <a:pt x="4317" y="0"/>
                </a:lnTo>
                <a:lnTo>
                  <a:pt x="0" y="4317"/>
                </a:lnTo>
                <a:lnTo>
                  <a:pt x="0" y="196557"/>
                </a:lnTo>
                <a:lnTo>
                  <a:pt x="4317" y="200875"/>
                </a:lnTo>
                <a:lnTo>
                  <a:pt x="146519" y="200875"/>
                </a:lnTo>
                <a:lnTo>
                  <a:pt x="150837" y="196557"/>
                </a:lnTo>
                <a:lnTo>
                  <a:pt x="150837" y="177482"/>
                </a:lnTo>
                <a:lnTo>
                  <a:pt x="72364" y="177482"/>
                </a:lnTo>
                <a:lnTo>
                  <a:pt x="64795" y="176758"/>
                </a:lnTo>
                <a:lnTo>
                  <a:pt x="64437" y="175679"/>
                </a:lnTo>
                <a:lnTo>
                  <a:pt x="28079" y="175679"/>
                </a:lnTo>
                <a:lnTo>
                  <a:pt x="25196" y="173164"/>
                </a:lnTo>
                <a:lnTo>
                  <a:pt x="25196" y="165963"/>
                </a:lnTo>
                <a:lnTo>
                  <a:pt x="28079" y="163080"/>
                </a:lnTo>
                <a:lnTo>
                  <a:pt x="38163" y="163080"/>
                </a:lnTo>
                <a:lnTo>
                  <a:pt x="39954" y="162001"/>
                </a:lnTo>
                <a:lnTo>
                  <a:pt x="40322" y="160197"/>
                </a:lnTo>
                <a:lnTo>
                  <a:pt x="47523" y="138963"/>
                </a:lnTo>
                <a:lnTo>
                  <a:pt x="48958" y="135000"/>
                </a:lnTo>
                <a:lnTo>
                  <a:pt x="52565" y="132486"/>
                </a:lnTo>
                <a:lnTo>
                  <a:pt x="100444" y="132486"/>
                </a:lnTo>
                <a:lnTo>
                  <a:pt x="100444" y="131038"/>
                </a:lnTo>
                <a:lnTo>
                  <a:pt x="150837" y="81000"/>
                </a:lnTo>
                <a:lnTo>
                  <a:pt x="150837" y="62636"/>
                </a:lnTo>
                <a:lnTo>
                  <a:pt x="92163" y="62636"/>
                </a:lnTo>
                <a:lnTo>
                  <a:pt x="87845" y="58686"/>
                </a:lnTo>
                <a:lnTo>
                  <a:pt x="87845" y="0"/>
                </a:lnTo>
                <a:close/>
              </a:path>
              <a:path w="227330" h="201294">
                <a:moveTo>
                  <a:pt x="82435" y="163804"/>
                </a:moveTo>
                <a:lnTo>
                  <a:pt x="81000" y="163804"/>
                </a:lnTo>
                <a:lnTo>
                  <a:pt x="78841" y="164160"/>
                </a:lnTo>
                <a:lnTo>
                  <a:pt x="77762" y="166319"/>
                </a:lnTo>
                <a:lnTo>
                  <a:pt x="74523" y="172440"/>
                </a:lnTo>
                <a:lnTo>
                  <a:pt x="72364" y="177482"/>
                </a:lnTo>
                <a:lnTo>
                  <a:pt x="150837" y="177482"/>
                </a:lnTo>
                <a:lnTo>
                  <a:pt x="150837" y="175679"/>
                </a:lnTo>
                <a:lnTo>
                  <a:pt x="94322" y="175679"/>
                </a:lnTo>
                <a:lnTo>
                  <a:pt x="88557" y="172084"/>
                </a:lnTo>
                <a:lnTo>
                  <a:pt x="84594" y="164160"/>
                </a:lnTo>
                <a:lnTo>
                  <a:pt x="82435" y="163804"/>
                </a:lnTo>
                <a:close/>
              </a:path>
              <a:path w="227330" h="201294">
                <a:moveTo>
                  <a:pt x="56514" y="151561"/>
                </a:moveTo>
                <a:lnTo>
                  <a:pt x="52196" y="164160"/>
                </a:lnTo>
                <a:lnTo>
                  <a:pt x="50037" y="171005"/>
                </a:lnTo>
                <a:lnTo>
                  <a:pt x="43561" y="175679"/>
                </a:lnTo>
                <a:lnTo>
                  <a:pt x="64437" y="175679"/>
                </a:lnTo>
                <a:lnTo>
                  <a:pt x="56514" y="151561"/>
                </a:lnTo>
                <a:close/>
              </a:path>
              <a:path w="227330" h="201294">
                <a:moveTo>
                  <a:pt x="100444" y="151922"/>
                </a:moveTo>
                <a:lnTo>
                  <a:pt x="84962" y="151922"/>
                </a:lnTo>
                <a:lnTo>
                  <a:pt x="91880" y="154861"/>
                </a:lnTo>
                <a:lnTo>
                  <a:pt x="96837" y="160566"/>
                </a:lnTo>
                <a:lnTo>
                  <a:pt x="97561" y="162001"/>
                </a:lnTo>
                <a:lnTo>
                  <a:pt x="98996" y="163080"/>
                </a:lnTo>
                <a:lnTo>
                  <a:pt x="100444" y="163080"/>
                </a:lnTo>
                <a:lnTo>
                  <a:pt x="100444" y="151922"/>
                </a:lnTo>
                <a:close/>
              </a:path>
              <a:path w="227330" h="201294">
                <a:moveTo>
                  <a:pt x="176758" y="72720"/>
                </a:moveTo>
                <a:lnTo>
                  <a:pt x="113042" y="136080"/>
                </a:lnTo>
                <a:lnTo>
                  <a:pt x="113042" y="163080"/>
                </a:lnTo>
                <a:lnTo>
                  <a:pt x="140042" y="163080"/>
                </a:lnTo>
                <a:lnTo>
                  <a:pt x="203403" y="99364"/>
                </a:lnTo>
                <a:lnTo>
                  <a:pt x="176758" y="72720"/>
                </a:lnTo>
                <a:close/>
              </a:path>
              <a:path w="227330" h="201294">
                <a:moveTo>
                  <a:pt x="100444" y="132486"/>
                </a:moveTo>
                <a:lnTo>
                  <a:pt x="60477" y="132486"/>
                </a:lnTo>
                <a:lnTo>
                  <a:pt x="64084" y="135000"/>
                </a:lnTo>
                <a:lnTo>
                  <a:pt x="65519" y="138963"/>
                </a:lnTo>
                <a:lnTo>
                  <a:pt x="70916" y="155155"/>
                </a:lnTo>
                <a:lnTo>
                  <a:pt x="77502" y="151952"/>
                </a:lnTo>
                <a:lnTo>
                  <a:pt x="100444" y="151922"/>
                </a:lnTo>
                <a:lnTo>
                  <a:pt x="100444" y="132486"/>
                </a:lnTo>
                <a:close/>
              </a:path>
              <a:path w="227330" h="201294">
                <a:moveTo>
                  <a:pt x="206641" y="49326"/>
                </a:moveTo>
                <a:lnTo>
                  <a:pt x="200520" y="49326"/>
                </a:lnTo>
                <a:lnTo>
                  <a:pt x="196557" y="53276"/>
                </a:lnTo>
                <a:lnTo>
                  <a:pt x="185762" y="63715"/>
                </a:lnTo>
                <a:lnTo>
                  <a:pt x="212394" y="90360"/>
                </a:lnTo>
                <a:lnTo>
                  <a:pt x="223202" y="79921"/>
                </a:lnTo>
                <a:lnTo>
                  <a:pt x="227164" y="75958"/>
                </a:lnTo>
                <a:lnTo>
                  <a:pt x="227164" y="69481"/>
                </a:lnTo>
                <a:lnTo>
                  <a:pt x="223202" y="65519"/>
                </a:lnTo>
                <a:lnTo>
                  <a:pt x="210604" y="53276"/>
                </a:lnTo>
                <a:lnTo>
                  <a:pt x="206641" y="49326"/>
                </a:lnTo>
                <a:close/>
              </a:path>
              <a:path w="227330" h="201294">
                <a:moveTo>
                  <a:pt x="105486" y="0"/>
                </a:moveTo>
                <a:lnTo>
                  <a:pt x="100444" y="0"/>
                </a:lnTo>
                <a:lnTo>
                  <a:pt x="100444" y="50037"/>
                </a:lnTo>
                <a:lnTo>
                  <a:pt x="150837" y="50037"/>
                </a:lnTo>
                <a:lnTo>
                  <a:pt x="150837" y="45364"/>
                </a:lnTo>
                <a:lnTo>
                  <a:pt x="149758" y="42837"/>
                </a:lnTo>
                <a:lnTo>
                  <a:pt x="109435" y="2882"/>
                </a:lnTo>
                <a:lnTo>
                  <a:pt x="107645" y="1079"/>
                </a:lnTo>
                <a:lnTo>
                  <a:pt x="1054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9944" y="1476110"/>
            <a:ext cx="1715770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Boleto de</a:t>
            </a:r>
            <a:r>
              <a:rPr sz="1150" b="1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compraventa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Cláusulas,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plazos,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seña, penalidades,  jurisdicción.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004" y="2167206"/>
            <a:ext cx="2441575" cy="278281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116205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D</a:t>
            </a:r>
            <a:r>
              <a:rPr sz="850" i="1" spc="-38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6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etectá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7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cláusulas</a:t>
            </a:r>
            <a:r>
              <a:rPr sz="850" i="1" spc="-32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9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perjudiciales</a:t>
            </a:r>
            <a:r>
              <a:rPr sz="850" i="1" spc="-32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para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mi  </a:t>
            </a:r>
            <a:r>
              <a:rPr sz="850" i="1" spc="-1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cliente </a:t>
            </a:r>
            <a:r>
              <a:rPr sz="850" i="1" spc="-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com</a:t>
            </a:r>
            <a:r>
              <a:rPr sz="850" i="1" spc="-39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prador.</a:t>
            </a:r>
            <a:endParaRPr sz="850" dirty="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63760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36" y="1519165"/>
                </a:lnTo>
                <a:lnTo>
                  <a:pt x="56505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63760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46" y="26690"/>
                </a:lnTo>
                <a:lnTo>
                  <a:pt x="68130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18" y="1528157"/>
                </a:lnTo>
                <a:lnTo>
                  <a:pt x="2648429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55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01644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79" h="412114">
                <a:moveTo>
                  <a:pt x="205917" y="0"/>
                </a:moveTo>
                <a:lnTo>
                  <a:pt x="152547" y="7107"/>
                </a:lnTo>
                <a:lnTo>
                  <a:pt x="102958" y="27711"/>
                </a:lnTo>
                <a:lnTo>
                  <a:pt x="60344" y="60344"/>
                </a:lnTo>
                <a:lnTo>
                  <a:pt x="27711" y="102958"/>
                </a:lnTo>
                <a:lnTo>
                  <a:pt x="6973" y="152680"/>
                </a:lnTo>
                <a:lnTo>
                  <a:pt x="0" y="205917"/>
                </a:lnTo>
                <a:lnTo>
                  <a:pt x="1749" y="232785"/>
                </a:lnTo>
                <a:lnTo>
                  <a:pt x="15639" y="284638"/>
                </a:lnTo>
                <a:lnTo>
                  <a:pt x="42662" y="331313"/>
                </a:lnTo>
                <a:lnTo>
                  <a:pt x="80521" y="369168"/>
                </a:lnTo>
                <a:lnTo>
                  <a:pt x="127145" y="396040"/>
                </a:lnTo>
                <a:lnTo>
                  <a:pt x="178895" y="410036"/>
                </a:lnTo>
                <a:lnTo>
                  <a:pt x="205917" y="411835"/>
                </a:lnTo>
                <a:lnTo>
                  <a:pt x="232727" y="410036"/>
                </a:lnTo>
                <a:lnTo>
                  <a:pt x="284332" y="396040"/>
                </a:lnTo>
                <a:lnTo>
                  <a:pt x="330958" y="369168"/>
                </a:lnTo>
                <a:lnTo>
                  <a:pt x="368812" y="331313"/>
                </a:lnTo>
                <a:lnTo>
                  <a:pt x="395835" y="284638"/>
                </a:lnTo>
                <a:lnTo>
                  <a:pt x="409730" y="232785"/>
                </a:lnTo>
                <a:lnTo>
                  <a:pt x="411479" y="205917"/>
                </a:lnTo>
                <a:lnTo>
                  <a:pt x="409730" y="179045"/>
                </a:lnTo>
                <a:lnTo>
                  <a:pt x="395835" y="127195"/>
                </a:lnTo>
                <a:lnTo>
                  <a:pt x="368812" y="80521"/>
                </a:lnTo>
                <a:lnTo>
                  <a:pt x="330958" y="42662"/>
                </a:lnTo>
                <a:lnTo>
                  <a:pt x="284332" y="15789"/>
                </a:lnTo>
                <a:lnTo>
                  <a:pt x="232727" y="1799"/>
                </a:lnTo>
                <a:lnTo>
                  <a:pt x="205917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01644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79" h="412114">
                <a:moveTo>
                  <a:pt x="0" y="205917"/>
                </a:moveTo>
                <a:lnTo>
                  <a:pt x="1749" y="179045"/>
                </a:lnTo>
                <a:lnTo>
                  <a:pt x="6973" y="152680"/>
                </a:lnTo>
                <a:lnTo>
                  <a:pt x="27711" y="102958"/>
                </a:lnTo>
                <a:lnTo>
                  <a:pt x="60344" y="60344"/>
                </a:lnTo>
                <a:lnTo>
                  <a:pt x="102958" y="27711"/>
                </a:lnTo>
                <a:lnTo>
                  <a:pt x="152547" y="7107"/>
                </a:lnTo>
                <a:lnTo>
                  <a:pt x="205917" y="0"/>
                </a:lnTo>
                <a:lnTo>
                  <a:pt x="258967" y="7107"/>
                </a:lnTo>
                <a:lnTo>
                  <a:pt x="308521" y="27711"/>
                </a:lnTo>
                <a:lnTo>
                  <a:pt x="351134" y="60344"/>
                </a:lnTo>
                <a:lnTo>
                  <a:pt x="383755" y="102958"/>
                </a:lnTo>
                <a:lnTo>
                  <a:pt x="404504" y="152680"/>
                </a:lnTo>
                <a:lnTo>
                  <a:pt x="411479" y="205917"/>
                </a:lnTo>
                <a:lnTo>
                  <a:pt x="409730" y="232785"/>
                </a:lnTo>
                <a:lnTo>
                  <a:pt x="404504" y="259149"/>
                </a:lnTo>
                <a:lnTo>
                  <a:pt x="383755" y="308876"/>
                </a:lnTo>
                <a:lnTo>
                  <a:pt x="351134" y="351489"/>
                </a:lnTo>
                <a:lnTo>
                  <a:pt x="308521" y="384111"/>
                </a:lnTo>
                <a:lnTo>
                  <a:pt x="258967" y="404726"/>
                </a:lnTo>
                <a:lnTo>
                  <a:pt x="205917" y="411835"/>
                </a:lnTo>
                <a:lnTo>
                  <a:pt x="152547" y="404726"/>
                </a:lnTo>
                <a:lnTo>
                  <a:pt x="102958" y="384111"/>
                </a:lnTo>
                <a:lnTo>
                  <a:pt x="60344" y="351489"/>
                </a:lnTo>
                <a:lnTo>
                  <a:pt x="27711" y="308876"/>
                </a:lnTo>
                <a:lnTo>
                  <a:pt x="6973" y="259149"/>
                </a:lnTo>
                <a:lnTo>
                  <a:pt x="1749" y="232785"/>
                </a:lnTo>
                <a:lnTo>
                  <a:pt x="0" y="205917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8565" y="1555917"/>
            <a:ext cx="197485" cy="225425"/>
          </a:xfrm>
          <a:custGeom>
            <a:avLst/>
            <a:gdLst/>
            <a:ahLst/>
            <a:cxnLst/>
            <a:rect l="l" t="t" r="r" b="b"/>
            <a:pathLst>
              <a:path w="197485" h="225425">
                <a:moveTo>
                  <a:pt x="194754" y="211327"/>
                </a:moveTo>
                <a:lnTo>
                  <a:pt x="2514" y="211327"/>
                </a:lnTo>
                <a:lnTo>
                  <a:pt x="0" y="213487"/>
                </a:lnTo>
                <a:lnTo>
                  <a:pt x="0" y="225361"/>
                </a:lnTo>
                <a:lnTo>
                  <a:pt x="197269" y="225361"/>
                </a:lnTo>
                <a:lnTo>
                  <a:pt x="197269" y="213487"/>
                </a:lnTo>
                <a:lnTo>
                  <a:pt x="194754" y="211327"/>
                </a:lnTo>
                <a:close/>
              </a:path>
              <a:path w="197485" h="225425">
                <a:moveTo>
                  <a:pt x="178193" y="0"/>
                </a:moveTo>
                <a:lnTo>
                  <a:pt x="19075" y="0"/>
                </a:lnTo>
                <a:lnTo>
                  <a:pt x="14033" y="4686"/>
                </a:lnTo>
                <a:lnTo>
                  <a:pt x="14033" y="211327"/>
                </a:lnTo>
                <a:lnTo>
                  <a:pt x="84594" y="211327"/>
                </a:lnTo>
                <a:lnTo>
                  <a:pt x="84594" y="171361"/>
                </a:lnTo>
                <a:lnTo>
                  <a:pt x="86753" y="168846"/>
                </a:lnTo>
                <a:lnTo>
                  <a:pt x="183235" y="168846"/>
                </a:lnTo>
                <a:lnTo>
                  <a:pt x="183235" y="140766"/>
                </a:lnTo>
                <a:lnTo>
                  <a:pt x="58674" y="140766"/>
                </a:lnTo>
                <a:lnTo>
                  <a:pt x="56514" y="138607"/>
                </a:lnTo>
                <a:lnTo>
                  <a:pt x="56514" y="115201"/>
                </a:lnTo>
                <a:lnTo>
                  <a:pt x="58674" y="112687"/>
                </a:lnTo>
                <a:lnTo>
                  <a:pt x="183235" y="112687"/>
                </a:lnTo>
                <a:lnTo>
                  <a:pt x="183235" y="98640"/>
                </a:lnTo>
                <a:lnTo>
                  <a:pt x="58674" y="98640"/>
                </a:lnTo>
                <a:lnTo>
                  <a:pt x="56514" y="96126"/>
                </a:lnTo>
                <a:lnTo>
                  <a:pt x="56514" y="72720"/>
                </a:lnTo>
                <a:lnTo>
                  <a:pt x="58674" y="70561"/>
                </a:lnTo>
                <a:lnTo>
                  <a:pt x="183235" y="70561"/>
                </a:lnTo>
                <a:lnTo>
                  <a:pt x="183235" y="56527"/>
                </a:lnTo>
                <a:lnTo>
                  <a:pt x="58674" y="56527"/>
                </a:lnTo>
                <a:lnTo>
                  <a:pt x="56514" y="54000"/>
                </a:lnTo>
                <a:lnTo>
                  <a:pt x="56514" y="30606"/>
                </a:lnTo>
                <a:lnTo>
                  <a:pt x="58674" y="28079"/>
                </a:lnTo>
                <a:lnTo>
                  <a:pt x="183235" y="28079"/>
                </a:lnTo>
                <a:lnTo>
                  <a:pt x="183235" y="4686"/>
                </a:lnTo>
                <a:lnTo>
                  <a:pt x="178193" y="0"/>
                </a:lnTo>
                <a:close/>
              </a:path>
              <a:path w="197485" h="225425">
                <a:moveTo>
                  <a:pt x="183235" y="168846"/>
                </a:moveTo>
                <a:lnTo>
                  <a:pt x="110515" y="168846"/>
                </a:lnTo>
                <a:lnTo>
                  <a:pt x="112674" y="171361"/>
                </a:lnTo>
                <a:lnTo>
                  <a:pt x="112674" y="211327"/>
                </a:lnTo>
                <a:lnTo>
                  <a:pt x="183235" y="211327"/>
                </a:lnTo>
                <a:lnTo>
                  <a:pt x="183235" y="168846"/>
                </a:lnTo>
                <a:close/>
              </a:path>
              <a:path w="197485" h="225425">
                <a:moveTo>
                  <a:pt x="115188" y="112687"/>
                </a:moveTo>
                <a:lnTo>
                  <a:pt x="82080" y="112687"/>
                </a:lnTo>
                <a:lnTo>
                  <a:pt x="84594" y="115201"/>
                </a:lnTo>
                <a:lnTo>
                  <a:pt x="84594" y="138607"/>
                </a:lnTo>
                <a:lnTo>
                  <a:pt x="82080" y="140766"/>
                </a:lnTo>
                <a:lnTo>
                  <a:pt x="115188" y="140766"/>
                </a:lnTo>
                <a:lnTo>
                  <a:pt x="112674" y="138607"/>
                </a:lnTo>
                <a:lnTo>
                  <a:pt x="112674" y="115201"/>
                </a:lnTo>
                <a:lnTo>
                  <a:pt x="115188" y="112687"/>
                </a:lnTo>
                <a:close/>
              </a:path>
              <a:path w="197485" h="225425">
                <a:moveTo>
                  <a:pt x="183235" y="112687"/>
                </a:moveTo>
                <a:lnTo>
                  <a:pt x="138595" y="112687"/>
                </a:lnTo>
                <a:lnTo>
                  <a:pt x="140754" y="115201"/>
                </a:lnTo>
                <a:lnTo>
                  <a:pt x="140754" y="138607"/>
                </a:lnTo>
                <a:lnTo>
                  <a:pt x="138595" y="140766"/>
                </a:lnTo>
                <a:lnTo>
                  <a:pt x="183235" y="140766"/>
                </a:lnTo>
                <a:lnTo>
                  <a:pt x="183235" y="112687"/>
                </a:lnTo>
                <a:close/>
              </a:path>
              <a:path w="197485" h="225425">
                <a:moveTo>
                  <a:pt x="115188" y="70561"/>
                </a:moveTo>
                <a:lnTo>
                  <a:pt x="82080" y="70561"/>
                </a:lnTo>
                <a:lnTo>
                  <a:pt x="84594" y="72720"/>
                </a:lnTo>
                <a:lnTo>
                  <a:pt x="84594" y="96126"/>
                </a:lnTo>
                <a:lnTo>
                  <a:pt x="82080" y="98640"/>
                </a:lnTo>
                <a:lnTo>
                  <a:pt x="115188" y="98640"/>
                </a:lnTo>
                <a:lnTo>
                  <a:pt x="112674" y="96126"/>
                </a:lnTo>
                <a:lnTo>
                  <a:pt x="112674" y="72720"/>
                </a:lnTo>
                <a:lnTo>
                  <a:pt x="115188" y="70561"/>
                </a:lnTo>
                <a:close/>
              </a:path>
              <a:path w="197485" h="225425">
                <a:moveTo>
                  <a:pt x="183235" y="70561"/>
                </a:moveTo>
                <a:lnTo>
                  <a:pt x="138595" y="70561"/>
                </a:lnTo>
                <a:lnTo>
                  <a:pt x="140754" y="72720"/>
                </a:lnTo>
                <a:lnTo>
                  <a:pt x="140754" y="96126"/>
                </a:lnTo>
                <a:lnTo>
                  <a:pt x="138595" y="98640"/>
                </a:lnTo>
                <a:lnTo>
                  <a:pt x="183235" y="98640"/>
                </a:lnTo>
                <a:lnTo>
                  <a:pt x="183235" y="70561"/>
                </a:lnTo>
                <a:close/>
              </a:path>
              <a:path w="197485" h="225425">
                <a:moveTo>
                  <a:pt x="115188" y="28079"/>
                </a:moveTo>
                <a:lnTo>
                  <a:pt x="82080" y="28079"/>
                </a:lnTo>
                <a:lnTo>
                  <a:pt x="84594" y="30606"/>
                </a:lnTo>
                <a:lnTo>
                  <a:pt x="84594" y="54000"/>
                </a:lnTo>
                <a:lnTo>
                  <a:pt x="82080" y="56527"/>
                </a:lnTo>
                <a:lnTo>
                  <a:pt x="115188" y="56527"/>
                </a:lnTo>
                <a:lnTo>
                  <a:pt x="112674" y="54000"/>
                </a:lnTo>
                <a:lnTo>
                  <a:pt x="112674" y="30606"/>
                </a:lnTo>
                <a:lnTo>
                  <a:pt x="115188" y="28079"/>
                </a:lnTo>
                <a:close/>
              </a:path>
              <a:path w="197485" h="225425">
                <a:moveTo>
                  <a:pt x="183235" y="28079"/>
                </a:moveTo>
                <a:lnTo>
                  <a:pt x="138595" y="28079"/>
                </a:lnTo>
                <a:lnTo>
                  <a:pt x="140754" y="30606"/>
                </a:lnTo>
                <a:lnTo>
                  <a:pt x="140754" y="54000"/>
                </a:lnTo>
                <a:lnTo>
                  <a:pt x="138595" y="56527"/>
                </a:lnTo>
                <a:lnTo>
                  <a:pt x="183235" y="56527"/>
                </a:lnTo>
                <a:lnTo>
                  <a:pt x="183235" y="280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37215" y="1476110"/>
            <a:ext cx="1861820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Reglamento </a:t>
            </a: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150" b="1" spc="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copropiedad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Restricciones de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uso,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mascotas,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alquiler 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temporario.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1275" y="2167206"/>
            <a:ext cx="2441575" cy="278281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285750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¿</a:t>
            </a:r>
            <a:r>
              <a:rPr sz="850" i="1" spc="-4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Perm</a:t>
            </a:r>
            <a:r>
              <a:rPr sz="850" i="1" spc="-15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ite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Airbnb?</a:t>
            </a:r>
            <a:r>
              <a:rPr sz="850" i="1" spc="-3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¿H</a:t>
            </a:r>
            <a:r>
              <a:rPr sz="850" i="1" spc="-39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ay</a:t>
            </a:r>
            <a:r>
              <a:rPr sz="850" i="1" spc="-26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restricción</a:t>
            </a:r>
            <a:r>
              <a:rPr sz="850" i="1" spc="-22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de 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m</a:t>
            </a:r>
            <a:r>
              <a:rPr lang="es-AR" sz="850" i="1" spc="-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a</a:t>
            </a:r>
            <a:r>
              <a:rPr sz="850" i="1" spc="-4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scotas</a:t>
            </a:r>
            <a:r>
              <a:rPr sz="850" i="1" spc="-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?</a:t>
            </a:r>
            <a:r>
              <a:rPr sz="850" i="1" spc="-32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Resum</a:t>
            </a:r>
            <a:r>
              <a:rPr sz="850" i="1" spc="-14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im</a:t>
            </a:r>
            <a:r>
              <a:rPr sz="850" i="1" spc="-2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e.</a:t>
            </a:r>
            <a:endParaRPr sz="850" dirty="0">
              <a:latin typeface="Lucida Sans Typewriter"/>
              <a:cs typeface="Lucida Sans Typewriter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71044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30" y="1519165"/>
                </a:lnTo>
                <a:lnTo>
                  <a:pt x="56505" y="1547856"/>
                </a:lnTo>
                <a:lnTo>
                  <a:pt x="91439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1044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36" y="26690"/>
                </a:lnTo>
                <a:lnTo>
                  <a:pt x="68125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09" y="1528157"/>
                </a:lnTo>
                <a:lnTo>
                  <a:pt x="2648424" y="1551693"/>
                </a:lnTo>
                <a:lnTo>
                  <a:pt x="2624759" y="1554848"/>
                </a:lnTo>
                <a:lnTo>
                  <a:pt x="91439" y="1554848"/>
                </a:lnTo>
                <a:lnTo>
                  <a:pt x="45719" y="1542605"/>
                </a:lnTo>
                <a:lnTo>
                  <a:pt x="12230" y="1509128"/>
                </a:lnTo>
                <a:lnTo>
                  <a:pt x="0" y="1463408"/>
                </a:lnTo>
                <a:lnTo>
                  <a:pt x="355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8915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79" h="412114">
                <a:moveTo>
                  <a:pt x="205930" y="0"/>
                </a:moveTo>
                <a:lnTo>
                  <a:pt x="152558" y="7107"/>
                </a:lnTo>
                <a:lnTo>
                  <a:pt x="102958" y="27711"/>
                </a:lnTo>
                <a:lnTo>
                  <a:pt x="60345" y="60344"/>
                </a:lnTo>
                <a:lnTo>
                  <a:pt x="27724" y="102958"/>
                </a:lnTo>
                <a:lnTo>
                  <a:pt x="6975" y="152680"/>
                </a:lnTo>
                <a:lnTo>
                  <a:pt x="0" y="205917"/>
                </a:lnTo>
                <a:lnTo>
                  <a:pt x="1749" y="232785"/>
                </a:lnTo>
                <a:lnTo>
                  <a:pt x="15644" y="284638"/>
                </a:lnTo>
                <a:lnTo>
                  <a:pt x="42667" y="331313"/>
                </a:lnTo>
                <a:lnTo>
                  <a:pt x="80521" y="369168"/>
                </a:lnTo>
                <a:lnTo>
                  <a:pt x="127152" y="396040"/>
                </a:lnTo>
                <a:lnTo>
                  <a:pt x="178907" y="410036"/>
                </a:lnTo>
                <a:lnTo>
                  <a:pt x="205930" y="411835"/>
                </a:lnTo>
                <a:lnTo>
                  <a:pt x="232740" y="410036"/>
                </a:lnTo>
                <a:lnTo>
                  <a:pt x="284340" y="396040"/>
                </a:lnTo>
                <a:lnTo>
                  <a:pt x="330958" y="369168"/>
                </a:lnTo>
                <a:lnTo>
                  <a:pt x="368817" y="331313"/>
                </a:lnTo>
                <a:lnTo>
                  <a:pt x="395840" y="284638"/>
                </a:lnTo>
                <a:lnTo>
                  <a:pt x="409730" y="232785"/>
                </a:lnTo>
                <a:lnTo>
                  <a:pt x="411480" y="205917"/>
                </a:lnTo>
                <a:lnTo>
                  <a:pt x="409730" y="179045"/>
                </a:lnTo>
                <a:lnTo>
                  <a:pt x="395840" y="127195"/>
                </a:lnTo>
                <a:lnTo>
                  <a:pt x="368817" y="80521"/>
                </a:lnTo>
                <a:lnTo>
                  <a:pt x="330958" y="42662"/>
                </a:lnTo>
                <a:lnTo>
                  <a:pt x="284340" y="15789"/>
                </a:lnTo>
                <a:lnTo>
                  <a:pt x="232740" y="1799"/>
                </a:lnTo>
                <a:lnTo>
                  <a:pt x="20593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08915" y="1462686"/>
            <a:ext cx="411480" cy="412115"/>
          </a:xfrm>
          <a:custGeom>
            <a:avLst/>
            <a:gdLst/>
            <a:ahLst/>
            <a:cxnLst/>
            <a:rect l="l" t="t" r="r" b="b"/>
            <a:pathLst>
              <a:path w="411479" h="412114">
                <a:moveTo>
                  <a:pt x="0" y="205917"/>
                </a:moveTo>
                <a:lnTo>
                  <a:pt x="1749" y="179045"/>
                </a:lnTo>
                <a:lnTo>
                  <a:pt x="6975" y="152680"/>
                </a:lnTo>
                <a:lnTo>
                  <a:pt x="27724" y="102958"/>
                </a:lnTo>
                <a:lnTo>
                  <a:pt x="60345" y="60344"/>
                </a:lnTo>
                <a:lnTo>
                  <a:pt x="102958" y="27711"/>
                </a:lnTo>
                <a:lnTo>
                  <a:pt x="152558" y="7107"/>
                </a:lnTo>
                <a:lnTo>
                  <a:pt x="205930" y="0"/>
                </a:lnTo>
                <a:lnTo>
                  <a:pt x="258978" y="7107"/>
                </a:lnTo>
                <a:lnTo>
                  <a:pt x="308521" y="27711"/>
                </a:lnTo>
                <a:lnTo>
                  <a:pt x="351135" y="60344"/>
                </a:lnTo>
                <a:lnTo>
                  <a:pt x="383768" y="102958"/>
                </a:lnTo>
                <a:lnTo>
                  <a:pt x="404506" y="152680"/>
                </a:lnTo>
                <a:lnTo>
                  <a:pt x="411480" y="205917"/>
                </a:lnTo>
                <a:lnTo>
                  <a:pt x="409730" y="232785"/>
                </a:lnTo>
                <a:lnTo>
                  <a:pt x="404506" y="259149"/>
                </a:lnTo>
                <a:lnTo>
                  <a:pt x="383768" y="308876"/>
                </a:lnTo>
                <a:lnTo>
                  <a:pt x="351135" y="351489"/>
                </a:lnTo>
                <a:lnTo>
                  <a:pt x="308521" y="384111"/>
                </a:lnTo>
                <a:lnTo>
                  <a:pt x="258978" y="404726"/>
                </a:lnTo>
                <a:lnTo>
                  <a:pt x="205930" y="411835"/>
                </a:lnTo>
                <a:lnTo>
                  <a:pt x="152558" y="404726"/>
                </a:lnTo>
                <a:lnTo>
                  <a:pt x="102958" y="384111"/>
                </a:lnTo>
                <a:lnTo>
                  <a:pt x="60345" y="351489"/>
                </a:lnTo>
                <a:lnTo>
                  <a:pt x="27724" y="308876"/>
                </a:lnTo>
                <a:lnTo>
                  <a:pt x="6975" y="259149"/>
                </a:lnTo>
                <a:lnTo>
                  <a:pt x="1749" y="232785"/>
                </a:lnTo>
                <a:lnTo>
                  <a:pt x="0" y="205917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01435" y="1555548"/>
            <a:ext cx="226695" cy="226695"/>
          </a:xfrm>
          <a:custGeom>
            <a:avLst/>
            <a:gdLst/>
            <a:ahLst/>
            <a:cxnLst/>
            <a:rect l="l" t="t" r="r" b="b"/>
            <a:pathLst>
              <a:path w="226695" h="226694">
                <a:moveTo>
                  <a:pt x="157683" y="190449"/>
                </a:moveTo>
                <a:lnTo>
                  <a:pt x="68402" y="190449"/>
                </a:lnTo>
                <a:lnTo>
                  <a:pt x="75247" y="218173"/>
                </a:lnTo>
                <a:lnTo>
                  <a:pt x="77310" y="226085"/>
                </a:lnTo>
                <a:lnTo>
                  <a:pt x="90012" y="226085"/>
                </a:lnTo>
                <a:lnTo>
                  <a:pt x="93243" y="222846"/>
                </a:lnTo>
                <a:lnTo>
                  <a:pt x="113042" y="202692"/>
                </a:lnTo>
                <a:lnTo>
                  <a:pt x="154665" y="202692"/>
                </a:lnTo>
                <a:lnTo>
                  <a:pt x="157683" y="190449"/>
                </a:lnTo>
                <a:close/>
              </a:path>
              <a:path w="226695" h="226694">
                <a:moveTo>
                  <a:pt x="154665" y="202692"/>
                </a:moveTo>
                <a:lnTo>
                  <a:pt x="113042" y="202692"/>
                </a:lnTo>
                <a:lnTo>
                  <a:pt x="132842" y="222846"/>
                </a:lnTo>
                <a:lnTo>
                  <a:pt x="136080" y="226085"/>
                </a:lnTo>
                <a:lnTo>
                  <a:pt x="148682" y="226085"/>
                </a:lnTo>
                <a:lnTo>
                  <a:pt x="150850" y="218173"/>
                </a:lnTo>
                <a:lnTo>
                  <a:pt x="154665" y="202692"/>
                </a:lnTo>
                <a:close/>
              </a:path>
              <a:path w="226695" h="226694">
                <a:moveTo>
                  <a:pt x="33121" y="25577"/>
                </a:moveTo>
                <a:lnTo>
                  <a:pt x="25565" y="33134"/>
                </a:lnTo>
                <a:lnTo>
                  <a:pt x="27724" y="41059"/>
                </a:lnTo>
                <a:lnTo>
                  <a:pt x="35648" y="68414"/>
                </a:lnTo>
                <a:lnTo>
                  <a:pt x="7924" y="75247"/>
                </a:lnTo>
                <a:lnTo>
                  <a:pt x="0" y="77050"/>
                </a:lnTo>
                <a:lnTo>
                  <a:pt x="6" y="90205"/>
                </a:lnTo>
                <a:lnTo>
                  <a:pt x="3238" y="93256"/>
                </a:lnTo>
                <a:lnTo>
                  <a:pt x="23406" y="113055"/>
                </a:lnTo>
                <a:lnTo>
                  <a:pt x="3238" y="132854"/>
                </a:lnTo>
                <a:lnTo>
                  <a:pt x="6" y="135898"/>
                </a:lnTo>
                <a:lnTo>
                  <a:pt x="0" y="148691"/>
                </a:lnTo>
                <a:lnTo>
                  <a:pt x="7924" y="150850"/>
                </a:lnTo>
                <a:lnTo>
                  <a:pt x="35648" y="157695"/>
                </a:lnTo>
                <a:lnTo>
                  <a:pt x="27724" y="185051"/>
                </a:lnTo>
                <a:lnTo>
                  <a:pt x="25565" y="192976"/>
                </a:lnTo>
                <a:lnTo>
                  <a:pt x="33121" y="200533"/>
                </a:lnTo>
                <a:lnTo>
                  <a:pt x="41046" y="198374"/>
                </a:lnTo>
                <a:lnTo>
                  <a:pt x="68402" y="190449"/>
                </a:lnTo>
                <a:lnTo>
                  <a:pt x="199831" y="190449"/>
                </a:lnTo>
                <a:lnTo>
                  <a:pt x="198361" y="185051"/>
                </a:lnTo>
                <a:lnTo>
                  <a:pt x="190449" y="157695"/>
                </a:lnTo>
                <a:lnTo>
                  <a:pt x="218160" y="150850"/>
                </a:lnTo>
                <a:lnTo>
                  <a:pt x="226085" y="148691"/>
                </a:lnTo>
                <a:lnTo>
                  <a:pt x="226085" y="135898"/>
                </a:lnTo>
                <a:lnTo>
                  <a:pt x="222846" y="132854"/>
                </a:lnTo>
                <a:lnTo>
                  <a:pt x="202679" y="113055"/>
                </a:lnTo>
                <a:lnTo>
                  <a:pt x="222846" y="93256"/>
                </a:lnTo>
                <a:lnTo>
                  <a:pt x="226085" y="90205"/>
                </a:lnTo>
                <a:lnTo>
                  <a:pt x="226085" y="77050"/>
                </a:lnTo>
                <a:lnTo>
                  <a:pt x="218160" y="75247"/>
                </a:lnTo>
                <a:lnTo>
                  <a:pt x="190449" y="68414"/>
                </a:lnTo>
                <a:lnTo>
                  <a:pt x="198361" y="41059"/>
                </a:lnTo>
                <a:lnTo>
                  <a:pt x="199835" y="35648"/>
                </a:lnTo>
                <a:lnTo>
                  <a:pt x="68402" y="35648"/>
                </a:lnTo>
                <a:lnTo>
                  <a:pt x="41046" y="27736"/>
                </a:lnTo>
                <a:lnTo>
                  <a:pt x="33121" y="25577"/>
                </a:lnTo>
                <a:close/>
              </a:path>
              <a:path w="226695" h="226694">
                <a:moveTo>
                  <a:pt x="199831" y="190449"/>
                </a:moveTo>
                <a:lnTo>
                  <a:pt x="157683" y="190449"/>
                </a:lnTo>
                <a:lnTo>
                  <a:pt x="185038" y="198374"/>
                </a:lnTo>
                <a:lnTo>
                  <a:pt x="192963" y="200533"/>
                </a:lnTo>
                <a:lnTo>
                  <a:pt x="200520" y="192976"/>
                </a:lnTo>
                <a:lnTo>
                  <a:pt x="199831" y="190449"/>
                </a:lnTo>
                <a:close/>
              </a:path>
              <a:path w="226695" h="226694">
                <a:moveTo>
                  <a:pt x="90187" y="0"/>
                </a:moveTo>
                <a:lnTo>
                  <a:pt x="77406" y="12"/>
                </a:lnTo>
                <a:lnTo>
                  <a:pt x="75247" y="7937"/>
                </a:lnTo>
                <a:lnTo>
                  <a:pt x="68402" y="35648"/>
                </a:lnTo>
                <a:lnTo>
                  <a:pt x="157683" y="35648"/>
                </a:lnTo>
                <a:lnTo>
                  <a:pt x="154755" y="23774"/>
                </a:lnTo>
                <a:lnTo>
                  <a:pt x="113042" y="23774"/>
                </a:lnTo>
                <a:lnTo>
                  <a:pt x="93243" y="3251"/>
                </a:lnTo>
                <a:lnTo>
                  <a:pt x="90187" y="0"/>
                </a:lnTo>
                <a:close/>
              </a:path>
              <a:path w="226695" h="226694">
                <a:moveTo>
                  <a:pt x="192963" y="25577"/>
                </a:moveTo>
                <a:lnTo>
                  <a:pt x="185038" y="27736"/>
                </a:lnTo>
                <a:lnTo>
                  <a:pt x="157683" y="35648"/>
                </a:lnTo>
                <a:lnTo>
                  <a:pt x="199835" y="35648"/>
                </a:lnTo>
                <a:lnTo>
                  <a:pt x="200520" y="33134"/>
                </a:lnTo>
                <a:lnTo>
                  <a:pt x="192963" y="25577"/>
                </a:lnTo>
                <a:close/>
              </a:path>
              <a:path w="226695" h="226694">
                <a:moveTo>
                  <a:pt x="135904" y="0"/>
                </a:moveTo>
                <a:lnTo>
                  <a:pt x="132842" y="3251"/>
                </a:lnTo>
                <a:lnTo>
                  <a:pt x="113042" y="23774"/>
                </a:lnTo>
                <a:lnTo>
                  <a:pt x="154755" y="23774"/>
                </a:lnTo>
                <a:lnTo>
                  <a:pt x="150850" y="7937"/>
                </a:lnTo>
                <a:lnTo>
                  <a:pt x="148678" y="12"/>
                </a:lnTo>
                <a:lnTo>
                  <a:pt x="1359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44499" y="1476110"/>
            <a:ext cx="1898650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Título de</a:t>
            </a:r>
            <a:r>
              <a:rPr sz="1150" b="1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propiedad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Cadena de transmisiones,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antecedentes, 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problemas.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08560" y="2167206"/>
            <a:ext cx="2441575" cy="594360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414655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2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Verificá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la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cadena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de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3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títulos</a:t>
            </a:r>
            <a:r>
              <a:rPr sz="850" i="1" spc="-3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de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9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los  </a:t>
            </a:r>
            <a:r>
              <a:rPr sz="850" i="1" spc="-1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últim</a:t>
            </a:r>
            <a:r>
              <a:rPr sz="850" i="1" spc="-22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os</a:t>
            </a:r>
            <a:r>
              <a:rPr sz="850" i="1" spc="-33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20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años.</a:t>
            </a:r>
            <a:endParaRPr sz="850">
              <a:latin typeface="Lucida Sans Typewriter"/>
              <a:cs typeface="Lucida Sans Typewriter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476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69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69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6476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69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1" y="1487073"/>
                </a:lnTo>
                <a:lnTo>
                  <a:pt x="2689520" y="1528157"/>
                </a:lnTo>
                <a:lnTo>
                  <a:pt x="2648434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4359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4359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7235" y="3292566"/>
            <a:ext cx="225425" cy="137160"/>
          </a:xfrm>
          <a:custGeom>
            <a:avLst/>
            <a:gdLst/>
            <a:ahLst/>
            <a:cxnLst/>
            <a:rect l="l" t="t" r="r" b="b"/>
            <a:pathLst>
              <a:path w="225425" h="137160">
                <a:moveTo>
                  <a:pt x="142400" y="127076"/>
                </a:moveTo>
                <a:lnTo>
                  <a:pt x="115201" y="127076"/>
                </a:lnTo>
                <a:lnTo>
                  <a:pt x="121323" y="132473"/>
                </a:lnTo>
                <a:lnTo>
                  <a:pt x="127088" y="136791"/>
                </a:lnTo>
                <a:lnTo>
                  <a:pt x="135369" y="136080"/>
                </a:lnTo>
                <a:lnTo>
                  <a:pt x="139687" y="130314"/>
                </a:lnTo>
                <a:lnTo>
                  <a:pt x="142400" y="127076"/>
                </a:lnTo>
                <a:close/>
              </a:path>
              <a:path w="225425" h="137160">
                <a:moveTo>
                  <a:pt x="101879" y="0"/>
                </a:moveTo>
                <a:lnTo>
                  <a:pt x="69481" y="0"/>
                </a:lnTo>
                <a:lnTo>
                  <a:pt x="66598" y="1435"/>
                </a:lnTo>
                <a:lnTo>
                  <a:pt x="64439" y="3594"/>
                </a:lnTo>
                <a:lnTo>
                  <a:pt x="45008" y="22682"/>
                </a:lnTo>
                <a:lnTo>
                  <a:pt x="45008" y="101511"/>
                </a:lnTo>
                <a:lnTo>
                  <a:pt x="51485" y="101511"/>
                </a:lnTo>
                <a:lnTo>
                  <a:pt x="83527" y="130314"/>
                </a:lnTo>
                <a:lnTo>
                  <a:pt x="91312" y="134468"/>
                </a:lnTo>
                <a:lnTo>
                  <a:pt x="99907" y="135177"/>
                </a:lnTo>
                <a:lnTo>
                  <a:pt x="108230" y="132645"/>
                </a:lnTo>
                <a:lnTo>
                  <a:pt x="115201" y="127076"/>
                </a:lnTo>
                <a:lnTo>
                  <a:pt x="142400" y="127076"/>
                </a:lnTo>
                <a:lnTo>
                  <a:pt x="150850" y="116992"/>
                </a:lnTo>
                <a:lnTo>
                  <a:pt x="168236" y="116992"/>
                </a:lnTo>
                <a:lnTo>
                  <a:pt x="168490" y="116636"/>
                </a:lnTo>
                <a:lnTo>
                  <a:pt x="172084" y="112674"/>
                </a:lnTo>
                <a:lnTo>
                  <a:pt x="176047" y="107632"/>
                </a:lnTo>
                <a:lnTo>
                  <a:pt x="175323" y="100799"/>
                </a:lnTo>
                <a:lnTo>
                  <a:pt x="170281" y="96837"/>
                </a:lnTo>
                <a:lnTo>
                  <a:pt x="137870" y="70418"/>
                </a:lnTo>
                <a:lnTo>
                  <a:pt x="88926" y="70418"/>
                </a:lnTo>
                <a:lnTo>
                  <a:pt x="79541" y="68120"/>
                </a:lnTo>
                <a:lnTo>
                  <a:pt x="71640" y="62280"/>
                </a:lnTo>
                <a:lnTo>
                  <a:pt x="66300" y="53622"/>
                </a:lnTo>
                <a:lnTo>
                  <a:pt x="64806" y="44051"/>
                </a:lnTo>
                <a:lnTo>
                  <a:pt x="67091" y="34682"/>
                </a:lnTo>
                <a:lnTo>
                  <a:pt x="73088" y="26631"/>
                </a:lnTo>
                <a:lnTo>
                  <a:pt x="101879" y="0"/>
                </a:lnTo>
                <a:close/>
              </a:path>
              <a:path w="225425" h="137160">
                <a:moveTo>
                  <a:pt x="168236" y="116992"/>
                </a:moveTo>
                <a:lnTo>
                  <a:pt x="150850" y="116992"/>
                </a:lnTo>
                <a:lnTo>
                  <a:pt x="152641" y="118440"/>
                </a:lnTo>
                <a:lnTo>
                  <a:pt x="157683" y="122389"/>
                </a:lnTo>
                <a:lnTo>
                  <a:pt x="164884" y="121678"/>
                </a:lnTo>
                <a:lnTo>
                  <a:pt x="168236" y="116992"/>
                </a:lnTo>
                <a:close/>
              </a:path>
              <a:path w="225425" h="137160">
                <a:moveTo>
                  <a:pt x="180365" y="27711"/>
                </a:moveTo>
                <a:lnTo>
                  <a:pt x="133565" y="27711"/>
                </a:lnTo>
                <a:lnTo>
                  <a:pt x="135724" y="30238"/>
                </a:lnTo>
                <a:lnTo>
                  <a:pt x="137883" y="32397"/>
                </a:lnTo>
                <a:lnTo>
                  <a:pt x="137528" y="35991"/>
                </a:lnTo>
                <a:lnTo>
                  <a:pt x="135369" y="38150"/>
                </a:lnTo>
                <a:lnTo>
                  <a:pt x="126365" y="46431"/>
                </a:lnTo>
                <a:lnTo>
                  <a:pt x="177482" y="87833"/>
                </a:lnTo>
                <a:lnTo>
                  <a:pt x="180365" y="90716"/>
                </a:lnTo>
                <a:lnTo>
                  <a:pt x="180365" y="27711"/>
                </a:lnTo>
                <a:close/>
              </a:path>
              <a:path w="225425" h="137160">
                <a:moveTo>
                  <a:pt x="117729" y="54000"/>
                </a:moveTo>
                <a:lnTo>
                  <a:pt x="107289" y="63715"/>
                </a:lnTo>
                <a:lnTo>
                  <a:pt x="98581" y="69006"/>
                </a:lnTo>
                <a:lnTo>
                  <a:pt x="88926" y="70418"/>
                </a:lnTo>
                <a:lnTo>
                  <a:pt x="137870" y="70418"/>
                </a:lnTo>
                <a:lnTo>
                  <a:pt x="117729" y="54000"/>
                </a:lnTo>
                <a:close/>
              </a:path>
              <a:path w="225425" h="137160">
                <a:moveTo>
                  <a:pt x="155879" y="0"/>
                </a:moveTo>
                <a:lnTo>
                  <a:pt x="119887" y="0"/>
                </a:lnTo>
                <a:lnTo>
                  <a:pt x="117360" y="1079"/>
                </a:lnTo>
                <a:lnTo>
                  <a:pt x="115201" y="3238"/>
                </a:lnTo>
                <a:lnTo>
                  <a:pt x="80645" y="34912"/>
                </a:lnTo>
                <a:lnTo>
                  <a:pt x="74523" y="40309"/>
                </a:lnTo>
                <a:lnTo>
                  <a:pt x="74879" y="48958"/>
                </a:lnTo>
                <a:lnTo>
                  <a:pt x="79921" y="54711"/>
                </a:lnTo>
                <a:lnTo>
                  <a:pt x="84239" y="59397"/>
                </a:lnTo>
                <a:lnTo>
                  <a:pt x="93598" y="60832"/>
                </a:lnTo>
                <a:lnTo>
                  <a:pt x="99364" y="55435"/>
                </a:lnTo>
                <a:lnTo>
                  <a:pt x="99720" y="55435"/>
                </a:lnTo>
                <a:lnTo>
                  <a:pt x="127800" y="29870"/>
                </a:lnTo>
                <a:lnTo>
                  <a:pt x="129959" y="27711"/>
                </a:lnTo>
                <a:lnTo>
                  <a:pt x="180365" y="27711"/>
                </a:lnTo>
                <a:lnTo>
                  <a:pt x="180365" y="22682"/>
                </a:lnTo>
                <a:lnTo>
                  <a:pt x="160921" y="3594"/>
                </a:lnTo>
                <a:lnTo>
                  <a:pt x="158762" y="1435"/>
                </a:lnTo>
                <a:lnTo>
                  <a:pt x="155879" y="0"/>
                </a:lnTo>
                <a:close/>
              </a:path>
              <a:path w="225425" h="137160">
                <a:moveTo>
                  <a:pt x="225361" y="22682"/>
                </a:moveTo>
                <a:lnTo>
                  <a:pt x="191528" y="22682"/>
                </a:lnTo>
                <a:lnTo>
                  <a:pt x="191528" y="107632"/>
                </a:lnTo>
                <a:lnTo>
                  <a:pt x="196570" y="112674"/>
                </a:lnTo>
                <a:lnTo>
                  <a:pt x="225361" y="112674"/>
                </a:lnTo>
                <a:lnTo>
                  <a:pt x="225361" y="101511"/>
                </a:lnTo>
                <a:lnTo>
                  <a:pt x="205206" y="101511"/>
                </a:lnTo>
                <a:lnTo>
                  <a:pt x="202679" y="98996"/>
                </a:lnTo>
                <a:lnTo>
                  <a:pt x="202679" y="92875"/>
                </a:lnTo>
                <a:lnTo>
                  <a:pt x="205206" y="90360"/>
                </a:lnTo>
                <a:lnTo>
                  <a:pt x="225361" y="90360"/>
                </a:lnTo>
                <a:lnTo>
                  <a:pt x="225361" y="22682"/>
                </a:lnTo>
                <a:close/>
              </a:path>
              <a:path w="225425" h="137160">
                <a:moveTo>
                  <a:pt x="225361" y="90360"/>
                </a:moveTo>
                <a:lnTo>
                  <a:pt x="211328" y="90360"/>
                </a:lnTo>
                <a:lnTo>
                  <a:pt x="214210" y="92875"/>
                </a:lnTo>
                <a:lnTo>
                  <a:pt x="214210" y="98996"/>
                </a:lnTo>
                <a:lnTo>
                  <a:pt x="211328" y="101511"/>
                </a:lnTo>
                <a:lnTo>
                  <a:pt x="225361" y="101511"/>
                </a:lnTo>
                <a:lnTo>
                  <a:pt x="225361" y="90360"/>
                </a:lnTo>
                <a:close/>
              </a:path>
              <a:path w="225425" h="137160">
                <a:moveTo>
                  <a:pt x="33845" y="22682"/>
                </a:moveTo>
                <a:lnTo>
                  <a:pt x="0" y="22682"/>
                </a:lnTo>
                <a:lnTo>
                  <a:pt x="0" y="112674"/>
                </a:lnTo>
                <a:lnTo>
                  <a:pt x="28803" y="112674"/>
                </a:lnTo>
                <a:lnTo>
                  <a:pt x="33845" y="107632"/>
                </a:lnTo>
                <a:lnTo>
                  <a:pt x="33845" y="101511"/>
                </a:lnTo>
                <a:lnTo>
                  <a:pt x="14046" y="101511"/>
                </a:lnTo>
                <a:lnTo>
                  <a:pt x="11163" y="98996"/>
                </a:lnTo>
                <a:lnTo>
                  <a:pt x="11163" y="92875"/>
                </a:lnTo>
                <a:lnTo>
                  <a:pt x="14046" y="90360"/>
                </a:lnTo>
                <a:lnTo>
                  <a:pt x="33845" y="90360"/>
                </a:lnTo>
                <a:lnTo>
                  <a:pt x="33845" y="22682"/>
                </a:lnTo>
                <a:close/>
              </a:path>
              <a:path w="225425" h="137160">
                <a:moveTo>
                  <a:pt x="33845" y="90360"/>
                </a:moveTo>
                <a:lnTo>
                  <a:pt x="20167" y="90360"/>
                </a:lnTo>
                <a:lnTo>
                  <a:pt x="22682" y="92875"/>
                </a:lnTo>
                <a:lnTo>
                  <a:pt x="22682" y="98996"/>
                </a:lnTo>
                <a:lnTo>
                  <a:pt x="20167" y="101511"/>
                </a:lnTo>
                <a:lnTo>
                  <a:pt x="33845" y="101511"/>
                </a:lnTo>
                <a:lnTo>
                  <a:pt x="33845" y="903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29944" y="3167750"/>
            <a:ext cx="1798320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Contrato </a:t>
            </a: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150" b="1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alquiler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Garantías,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ajuste, rescisión anticipada,  mejoras.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4004" y="3858846"/>
            <a:ext cx="2441575" cy="278281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358140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¿Q</a:t>
            </a:r>
            <a:r>
              <a:rPr sz="850" i="1" spc="-36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ué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0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pasa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8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si</a:t>
            </a:r>
            <a:r>
              <a:rPr lang="es-AR" sz="850" i="1" spc="-8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8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el</a:t>
            </a:r>
            <a:r>
              <a:rPr lang="es-AR" sz="850" i="1" spc="-8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8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inquilino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6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quiere</a:t>
            </a:r>
            <a:r>
              <a:rPr sz="850" i="1" spc="-2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3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irse  </a:t>
            </a:r>
            <a:r>
              <a:rPr sz="850" i="1" spc="-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antes?</a:t>
            </a:r>
            <a:r>
              <a:rPr sz="850" i="1" spc="-33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9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Listam</a:t>
            </a:r>
            <a:r>
              <a:rPr sz="850" i="1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e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.</a:t>
            </a:r>
            <a:endParaRPr sz="850" dirty="0">
              <a:latin typeface="Lucida Sans Typewriter"/>
              <a:cs typeface="Lucida Sans Typewriter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63760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36" y="1519165"/>
                </a:lnTo>
                <a:lnTo>
                  <a:pt x="56505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63760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40"/>
                </a:moveTo>
                <a:lnTo>
                  <a:pt x="1154" y="79440"/>
                </a:lnTo>
                <a:lnTo>
                  <a:pt x="3505" y="67775"/>
                </a:lnTo>
                <a:lnTo>
                  <a:pt x="27046" y="26690"/>
                </a:lnTo>
                <a:lnTo>
                  <a:pt x="68130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18" y="1528157"/>
                </a:lnTo>
                <a:lnTo>
                  <a:pt x="2648429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55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01644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4" y="59988"/>
                </a:lnTo>
                <a:lnTo>
                  <a:pt x="27711" y="102603"/>
                </a:lnTo>
                <a:lnTo>
                  <a:pt x="6973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39" y="284282"/>
                </a:lnTo>
                <a:lnTo>
                  <a:pt x="42662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27" y="409680"/>
                </a:lnTo>
                <a:lnTo>
                  <a:pt x="284332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32" y="15489"/>
                </a:lnTo>
                <a:lnTo>
                  <a:pt x="232727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01644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562"/>
                </a:moveTo>
                <a:lnTo>
                  <a:pt x="1749" y="178689"/>
                </a:lnTo>
                <a:lnTo>
                  <a:pt x="6973" y="152325"/>
                </a:lnTo>
                <a:lnTo>
                  <a:pt x="27711" y="102603"/>
                </a:lnTo>
                <a:lnTo>
                  <a:pt x="60344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67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79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67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4" y="351134"/>
                </a:lnTo>
                <a:lnTo>
                  <a:pt x="27711" y="308521"/>
                </a:lnTo>
                <a:lnTo>
                  <a:pt x="6973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94163" y="3247201"/>
            <a:ext cx="226695" cy="227965"/>
          </a:xfrm>
          <a:custGeom>
            <a:avLst/>
            <a:gdLst/>
            <a:ahLst/>
            <a:cxnLst/>
            <a:rect l="l" t="t" r="r" b="b"/>
            <a:pathLst>
              <a:path w="226695" h="227964">
                <a:moveTo>
                  <a:pt x="24841" y="93243"/>
                </a:moveTo>
                <a:lnTo>
                  <a:pt x="21590" y="95046"/>
                </a:lnTo>
                <a:lnTo>
                  <a:pt x="9359" y="102235"/>
                </a:lnTo>
                <a:lnTo>
                  <a:pt x="5753" y="104406"/>
                </a:lnTo>
                <a:lnTo>
                  <a:pt x="4673" y="108724"/>
                </a:lnTo>
                <a:lnTo>
                  <a:pt x="6832" y="112318"/>
                </a:lnTo>
                <a:lnTo>
                  <a:pt x="12230" y="119884"/>
                </a:lnTo>
                <a:lnTo>
                  <a:pt x="18132" y="126944"/>
                </a:lnTo>
                <a:lnTo>
                  <a:pt x="24506" y="133530"/>
                </a:lnTo>
                <a:lnTo>
                  <a:pt x="31318" y="139674"/>
                </a:lnTo>
                <a:lnTo>
                  <a:pt x="0" y="194043"/>
                </a:lnTo>
                <a:lnTo>
                  <a:pt x="3238" y="219964"/>
                </a:lnTo>
                <a:lnTo>
                  <a:pt x="3594" y="224637"/>
                </a:lnTo>
                <a:lnTo>
                  <a:pt x="8636" y="227520"/>
                </a:lnTo>
                <a:lnTo>
                  <a:pt x="12954" y="225361"/>
                </a:lnTo>
                <a:lnTo>
                  <a:pt x="36715" y="215277"/>
                </a:lnTo>
                <a:lnTo>
                  <a:pt x="68033" y="161277"/>
                </a:lnTo>
                <a:lnTo>
                  <a:pt x="155324" y="161277"/>
                </a:lnTo>
                <a:lnTo>
                  <a:pt x="174415" y="153627"/>
                </a:lnTo>
                <a:lnTo>
                  <a:pt x="191113" y="141478"/>
                </a:lnTo>
                <a:lnTo>
                  <a:pt x="113030" y="141478"/>
                </a:lnTo>
                <a:lnTo>
                  <a:pt x="105211" y="141090"/>
                </a:lnTo>
                <a:lnTo>
                  <a:pt x="97461" y="139993"/>
                </a:lnTo>
                <a:lnTo>
                  <a:pt x="89846" y="138290"/>
                </a:lnTo>
                <a:lnTo>
                  <a:pt x="82435" y="136080"/>
                </a:lnTo>
                <a:lnTo>
                  <a:pt x="94608" y="114846"/>
                </a:lnTo>
                <a:lnTo>
                  <a:pt x="45720" y="114846"/>
                </a:lnTo>
                <a:lnTo>
                  <a:pt x="40322" y="109804"/>
                </a:lnTo>
                <a:lnTo>
                  <a:pt x="35280" y="104038"/>
                </a:lnTo>
                <a:lnTo>
                  <a:pt x="28790" y="94322"/>
                </a:lnTo>
                <a:lnTo>
                  <a:pt x="24841" y="93243"/>
                </a:lnTo>
                <a:close/>
              </a:path>
              <a:path w="226695" h="227964">
                <a:moveTo>
                  <a:pt x="201955" y="151917"/>
                </a:moveTo>
                <a:lnTo>
                  <a:pt x="193382" y="158388"/>
                </a:lnTo>
                <a:lnTo>
                  <a:pt x="184407" y="164249"/>
                </a:lnTo>
                <a:lnTo>
                  <a:pt x="175027" y="169433"/>
                </a:lnTo>
                <a:lnTo>
                  <a:pt x="165239" y="173875"/>
                </a:lnTo>
                <a:lnTo>
                  <a:pt x="189357" y="215277"/>
                </a:lnTo>
                <a:lnTo>
                  <a:pt x="213118" y="225361"/>
                </a:lnTo>
                <a:lnTo>
                  <a:pt x="217436" y="227520"/>
                </a:lnTo>
                <a:lnTo>
                  <a:pt x="222478" y="224637"/>
                </a:lnTo>
                <a:lnTo>
                  <a:pt x="222834" y="219964"/>
                </a:lnTo>
                <a:lnTo>
                  <a:pt x="226072" y="194043"/>
                </a:lnTo>
                <a:lnTo>
                  <a:pt x="201955" y="151917"/>
                </a:lnTo>
                <a:close/>
              </a:path>
              <a:path w="226695" h="227964">
                <a:moveTo>
                  <a:pt x="155324" y="161277"/>
                </a:moveTo>
                <a:lnTo>
                  <a:pt x="68033" y="161277"/>
                </a:lnTo>
                <a:lnTo>
                  <a:pt x="78815" y="164848"/>
                </a:lnTo>
                <a:lnTo>
                  <a:pt x="89998" y="167441"/>
                </a:lnTo>
                <a:lnTo>
                  <a:pt x="101448" y="169022"/>
                </a:lnTo>
                <a:lnTo>
                  <a:pt x="113030" y="169557"/>
                </a:lnTo>
                <a:lnTo>
                  <a:pt x="144937" y="165439"/>
                </a:lnTo>
                <a:lnTo>
                  <a:pt x="155324" y="161277"/>
                </a:lnTo>
                <a:close/>
              </a:path>
              <a:path w="226695" h="227964">
                <a:moveTo>
                  <a:pt x="202311" y="91795"/>
                </a:moveTo>
                <a:lnTo>
                  <a:pt x="197993" y="92875"/>
                </a:lnTo>
                <a:lnTo>
                  <a:pt x="196202" y="96126"/>
                </a:lnTo>
                <a:lnTo>
                  <a:pt x="180218" y="115058"/>
                </a:lnTo>
                <a:lnTo>
                  <a:pt x="160421" y="129332"/>
                </a:lnTo>
                <a:lnTo>
                  <a:pt x="137721" y="138340"/>
                </a:lnTo>
                <a:lnTo>
                  <a:pt x="113030" y="141478"/>
                </a:lnTo>
                <a:lnTo>
                  <a:pt x="191113" y="141478"/>
                </a:lnTo>
                <a:lnTo>
                  <a:pt x="200112" y="134930"/>
                </a:lnTo>
                <a:lnTo>
                  <a:pt x="220675" y="110159"/>
                </a:lnTo>
                <a:lnTo>
                  <a:pt x="222834" y="106921"/>
                </a:lnTo>
                <a:lnTo>
                  <a:pt x="221399" y="102235"/>
                </a:lnTo>
                <a:lnTo>
                  <a:pt x="217792" y="100444"/>
                </a:lnTo>
                <a:lnTo>
                  <a:pt x="202311" y="91795"/>
                </a:lnTo>
                <a:close/>
              </a:path>
              <a:path w="226695" h="227964">
                <a:moveTo>
                  <a:pt x="162691" y="84594"/>
                </a:moveTo>
                <a:lnTo>
                  <a:pt x="113753" y="84594"/>
                </a:lnTo>
                <a:lnTo>
                  <a:pt x="136436" y="123837"/>
                </a:lnTo>
                <a:lnTo>
                  <a:pt x="146469" y="120208"/>
                </a:lnTo>
                <a:lnTo>
                  <a:pt x="155963" y="115331"/>
                </a:lnTo>
                <a:lnTo>
                  <a:pt x="164784" y="109307"/>
                </a:lnTo>
                <a:lnTo>
                  <a:pt x="172796" y="102235"/>
                </a:lnTo>
                <a:lnTo>
                  <a:pt x="162691" y="84594"/>
                </a:lnTo>
                <a:close/>
              </a:path>
              <a:path w="226695" h="227964">
                <a:moveTo>
                  <a:pt x="113030" y="0"/>
                </a:moveTo>
                <a:lnTo>
                  <a:pt x="96525" y="3346"/>
                </a:lnTo>
                <a:lnTo>
                  <a:pt x="83023" y="12463"/>
                </a:lnTo>
                <a:lnTo>
                  <a:pt x="73907" y="25969"/>
                </a:lnTo>
                <a:lnTo>
                  <a:pt x="70561" y="42481"/>
                </a:lnTo>
                <a:lnTo>
                  <a:pt x="70673" y="50037"/>
                </a:lnTo>
                <a:lnTo>
                  <a:pt x="72720" y="56515"/>
                </a:lnTo>
                <a:lnTo>
                  <a:pt x="75958" y="62636"/>
                </a:lnTo>
                <a:lnTo>
                  <a:pt x="45720" y="114846"/>
                </a:lnTo>
                <a:lnTo>
                  <a:pt x="94608" y="114846"/>
                </a:lnTo>
                <a:lnTo>
                  <a:pt x="111950" y="84594"/>
                </a:lnTo>
                <a:lnTo>
                  <a:pt x="162691" y="84594"/>
                </a:lnTo>
                <a:lnTo>
                  <a:pt x="150114" y="62636"/>
                </a:lnTo>
                <a:lnTo>
                  <a:pt x="153352" y="56515"/>
                </a:lnTo>
                <a:lnTo>
                  <a:pt x="105117" y="56515"/>
                </a:lnTo>
                <a:lnTo>
                  <a:pt x="98996" y="50037"/>
                </a:lnTo>
                <a:lnTo>
                  <a:pt x="98996" y="34556"/>
                </a:lnTo>
                <a:lnTo>
                  <a:pt x="105117" y="28435"/>
                </a:lnTo>
                <a:lnTo>
                  <a:pt x="152664" y="28435"/>
                </a:lnTo>
                <a:lnTo>
                  <a:pt x="152165" y="25969"/>
                </a:lnTo>
                <a:lnTo>
                  <a:pt x="143048" y="12463"/>
                </a:lnTo>
                <a:lnTo>
                  <a:pt x="129542" y="3346"/>
                </a:lnTo>
                <a:lnTo>
                  <a:pt x="113030" y="0"/>
                </a:lnTo>
                <a:close/>
              </a:path>
              <a:path w="226695" h="227964">
                <a:moveTo>
                  <a:pt x="113753" y="84594"/>
                </a:moveTo>
                <a:lnTo>
                  <a:pt x="112318" y="84594"/>
                </a:lnTo>
                <a:lnTo>
                  <a:pt x="112674" y="84962"/>
                </a:lnTo>
                <a:lnTo>
                  <a:pt x="113398" y="84962"/>
                </a:lnTo>
                <a:lnTo>
                  <a:pt x="113753" y="84594"/>
                </a:lnTo>
                <a:close/>
              </a:path>
              <a:path w="226695" h="227964">
                <a:moveTo>
                  <a:pt x="152664" y="28435"/>
                </a:moveTo>
                <a:lnTo>
                  <a:pt x="120954" y="28435"/>
                </a:lnTo>
                <a:lnTo>
                  <a:pt x="127076" y="34556"/>
                </a:lnTo>
                <a:lnTo>
                  <a:pt x="127076" y="50037"/>
                </a:lnTo>
                <a:lnTo>
                  <a:pt x="120954" y="56515"/>
                </a:lnTo>
                <a:lnTo>
                  <a:pt x="153352" y="56515"/>
                </a:lnTo>
                <a:lnTo>
                  <a:pt x="155399" y="50037"/>
                </a:lnTo>
                <a:lnTo>
                  <a:pt x="155511" y="42481"/>
                </a:lnTo>
                <a:lnTo>
                  <a:pt x="152664" y="28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937215" y="3167750"/>
            <a:ext cx="1904364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Plano </a:t>
            </a:r>
            <a:r>
              <a:rPr sz="1150" b="1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planilla de</a:t>
            </a:r>
            <a:r>
              <a:rPr sz="1150" b="1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5" dirty="0">
                <a:solidFill>
                  <a:srgbClr val="191919"/>
                </a:solidFill>
                <a:latin typeface="Calibri"/>
                <a:cs typeface="Calibri"/>
              </a:rPr>
              <a:t>medidas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Superficie cubierta vs descubierta, plano  aprobado.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01275" y="3858846"/>
            <a:ext cx="2441575" cy="278281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520700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29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7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Calculá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lang="es-AR"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m²</a:t>
            </a:r>
            <a:r>
              <a:rPr lang="es-AR"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4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6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propios</a:t>
            </a:r>
            <a:r>
              <a:rPr sz="850" i="1" spc="-3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+</a:t>
            </a:r>
            <a:r>
              <a:rPr sz="850" i="1" spc="-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com</a:t>
            </a:r>
            <a:r>
              <a:rPr sz="850" i="1" spc="10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unes</a:t>
            </a:r>
            <a:r>
              <a:rPr sz="850" i="1" spc="-31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y  </a:t>
            </a:r>
            <a:r>
              <a:rPr sz="850" i="1" spc="-1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com</a:t>
            </a:r>
            <a:r>
              <a:rPr sz="850" i="1" spc="-60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paralos</a:t>
            </a:r>
            <a:r>
              <a:rPr sz="850" i="1" spc="-32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con</a:t>
            </a:r>
            <a:r>
              <a:rPr sz="850" i="1" spc="-24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elaviso.</a:t>
            </a:r>
            <a:endParaRPr sz="850" dirty="0">
              <a:latin typeface="Lucida Sans Typewriter"/>
              <a:cs typeface="Lucida Sans Typewriter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71044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30" y="1519165"/>
                </a:lnTo>
                <a:lnTo>
                  <a:pt x="56505" y="1547856"/>
                </a:lnTo>
                <a:lnTo>
                  <a:pt x="91439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71044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40"/>
                </a:moveTo>
                <a:lnTo>
                  <a:pt x="1154" y="79440"/>
                </a:lnTo>
                <a:lnTo>
                  <a:pt x="3505" y="67775"/>
                </a:lnTo>
                <a:lnTo>
                  <a:pt x="27036" y="26690"/>
                </a:lnTo>
                <a:lnTo>
                  <a:pt x="68125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09" y="1528157"/>
                </a:lnTo>
                <a:lnTo>
                  <a:pt x="2648424" y="1551693"/>
                </a:lnTo>
                <a:lnTo>
                  <a:pt x="2624759" y="1554848"/>
                </a:lnTo>
                <a:lnTo>
                  <a:pt x="91439" y="1554848"/>
                </a:lnTo>
                <a:lnTo>
                  <a:pt x="45719" y="1542605"/>
                </a:lnTo>
                <a:lnTo>
                  <a:pt x="12230" y="1509128"/>
                </a:lnTo>
                <a:lnTo>
                  <a:pt x="0" y="1463408"/>
                </a:lnTo>
                <a:lnTo>
                  <a:pt x="355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08915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30" y="0"/>
                </a:moveTo>
                <a:lnTo>
                  <a:pt x="152558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52" y="395685"/>
                </a:lnTo>
                <a:lnTo>
                  <a:pt x="178907" y="409680"/>
                </a:lnTo>
                <a:lnTo>
                  <a:pt x="205930" y="411480"/>
                </a:lnTo>
                <a:lnTo>
                  <a:pt x="232740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7" y="330958"/>
                </a:lnTo>
                <a:lnTo>
                  <a:pt x="395840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40" y="126839"/>
                </a:lnTo>
                <a:lnTo>
                  <a:pt x="368817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40" y="1743"/>
                </a:lnTo>
                <a:lnTo>
                  <a:pt x="20593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08915" y="31546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58" y="6929"/>
                </a:lnTo>
                <a:lnTo>
                  <a:pt x="205930" y="0"/>
                </a:lnTo>
                <a:lnTo>
                  <a:pt x="258978" y="6929"/>
                </a:lnTo>
                <a:lnTo>
                  <a:pt x="308521" y="27355"/>
                </a:lnTo>
                <a:lnTo>
                  <a:pt x="351135" y="59988"/>
                </a:lnTo>
                <a:lnTo>
                  <a:pt x="383768" y="102603"/>
                </a:lnTo>
                <a:lnTo>
                  <a:pt x="404506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6" y="258794"/>
                </a:lnTo>
                <a:lnTo>
                  <a:pt x="383768" y="308521"/>
                </a:lnTo>
                <a:lnTo>
                  <a:pt x="351135" y="351134"/>
                </a:lnTo>
                <a:lnTo>
                  <a:pt x="308521" y="383755"/>
                </a:lnTo>
                <a:lnTo>
                  <a:pt x="258978" y="404371"/>
                </a:lnTo>
                <a:lnTo>
                  <a:pt x="205930" y="411480"/>
                </a:lnTo>
                <a:lnTo>
                  <a:pt x="152558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01435" y="3247201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191528" y="164160"/>
                </a:moveTo>
                <a:lnTo>
                  <a:pt x="148323" y="164160"/>
                </a:lnTo>
                <a:lnTo>
                  <a:pt x="148323" y="174244"/>
                </a:lnTo>
                <a:lnTo>
                  <a:pt x="149402" y="177114"/>
                </a:lnTo>
                <a:lnTo>
                  <a:pt x="151561" y="178917"/>
                </a:lnTo>
                <a:lnTo>
                  <a:pt x="199809" y="227164"/>
                </a:lnTo>
                <a:lnTo>
                  <a:pt x="206286" y="227164"/>
                </a:lnTo>
                <a:lnTo>
                  <a:pt x="227164" y="206286"/>
                </a:lnTo>
                <a:lnTo>
                  <a:pt x="227164" y="199796"/>
                </a:lnTo>
                <a:lnTo>
                  <a:pt x="191528" y="164160"/>
                </a:lnTo>
                <a:close/>
              </a:path>
              <a:path w="227329" h="227329">
                <a:moveTo>
                  <a:pt x="91808" y="0"/>
                </a:moveTo>
                <a:lnTo>
                  <a:pt x="56048" y="7206"/>
                </a:lnTo>
                <a:lnTo>
                  <a:pt x="26868" y="26866"/>
                </a:lnTo>
                <a:lnTo>
                  <a:pt x="7206" y="56042"/>
                </a:lnTo>
                <a:lnTo>
                  <a:pt x="0" y="91795"/>
                </a:lnTo>
                <a:lnTo>
                  <a:pt x="7206" y="127555"/>
                </a:lnTo>
                <a:lnTo>
                  <a:pt x="26868" y="156735"/>
                </a:lnTo>
                <a:lnTo>
                  <a:pt x="56048" y="176397"/>
                </a:lnTo>
                <a:lnTo>
                  <a:pt x="91808" y="183603"/>
                </a:lnTo>
                <a:lnTo>
                  <a:pt x="107419" y="182287"/>
                </a:lnTo>
                <a:lnTo>
                  <a:pt x="122223" y="178473"/>
                </a:lnTo>
                <a:lnTo>
                  <a:pt x="135947" y="172363"/>
                </a:lnTo>
                <a:lnTo>
                  <a:pt x="148323" y="164160"/>
                </a:lnTo>
                <a:lnTo>
                  <a:pt x="191528" y="164160"/>
                </a:lnTo>
                <a:lnTo>
                  <a:pt x="179285" y="151917"/>
                </a:lnTo>
                <a:lnTo>
                  <a:pt x="91808" y="151917"/>
                </a:lnTo>
                <a:lnTo>
                  <a:pt x="68441" y="147181"/>
                </a:lnTo>
                <a:lnTo>
                  <a:pt x="49326" y="134277"/>
                </a:lnTo>
                <a:lnTo>
                  <a:pt x="36422" y="115162"/>
                </a:lnTo>
                <a:lnTo>
                  <a:pt x="31686" y="91795"/>
                </a:lnTo>
                <a:lnTo>
                  <a:pt x="36422" y="68435"/>
                </a:lnTo>
                <a:lnTo>
                  <a:pt x="49326" y="49325"/>
                </a:lnTo>
                <a:lnTo>
                  <a:pt x="68441" y="36422"/>
                </a:lnTo>
                <a:lnTo>
                  <a:pt x="91808" y="31686"/>
                </a:lnTo>
                <a:lnTo>
                  <a:pt x="159989" y="31686"/>
                </a:lnTo>
                <a:lnTo>
                  <a:pt x="156741" y="26866"/>
                </a:lnTo>
                <a:lnTo>
                  <a:pt x="127566" y="7206"/>
                </a:lnTo>
                <a:lnTo>
                  <a:pt x="91808" y="0"/>
                </a:lnTo>
                <a:close/>
              </a:path>
              <a:path w="227329" h="227329">
                <a:moveTo>
                  <a:pt x="159989" y="31686"/>
                </a:moveTo>
                <a:lnTo>
                  <a:pt x="91808" y="31686"/>
                </a:lnTo>
                <a:lnTo>
                  <a:pt x="115175" y="36422"/>
                </a:lnTo>
                <a:lnTo>
                  <a:pt x="134290" y="49326"/>
                </a:lnTo>
                <a:lnTo>
                  <a:pt x="147193" y="68435"/>
                </a:lnTo>
                <a:lnTo>
                  <a:pt x="151930" y="91795"/>
                </a:lnTo>
                <a:lnTo>
                  <a:pt x="147193" y="115162"/>
                </a:lnTo>
                <a:lnTo>
                  <a:pt x="134289" y="134277"/>
                </a:lnTo>
                <a:lnTo>
                  <a:pt x="115175" y="147181"/>
                </a:lnTo>
                <a:lnTo>
                  <a:pt x="91808" y="151917"/>
                </a:lnTo>
                <a:lnTo>
                  <a:pt x="179285" y="151917"/>
                </a:lnTo>
                <a:lnTo>
                  <a:pt x="178930" y="151561"/>
                </a:lnTo>
                <a:lnTo>
                  <a:pt x="177126" y="149402"/>
                </a:lnTo>
                <a:lnTo>
                  <a:pt x="174244" y="148323"/>
                </a:lnTo>
                <a:lnTo>
                  <a:pt x="164160" y="148323"/>
                </a:lnTo>
                <a:lnTo>
                  <a:pt x="172363" y="135947"/>
                </a:lnTo>
                <a:lnTo>
                  <a:pt x="178473" y="122221"/>
                </a:lnTo>
                <a:lnTo>
                  <a:pt x="182287" y="107414"/>
                </a:lnTo>
                <a:lnTo>
                  <a:pt x="183603" y="91795"/>
                </a:lnTo>
                <a:lnTo>
                  <a:pt x="176399" y="56042"/>
                </a:lnTo>
                <a:lnTo>
                  <a:pt x="159989" y="31686"/>
                </a:lnTo>
                <a:close/>
              </a:path>
              <a:path w="227329" h="227329">
                <a:moveTo>
                  <a:pt x="104051" y="104038"/>
                </a:moveTo>
                <a:lnTo>
                  <a:pt x="79565" y="104038"/>
                </a:lnTo>
                <a:lnTo>
                  <a:pt x="79565" y="131762"/>
                </a:lnTo>
                <a:lnTo>
                  <a:pt x="81724" y="134277"/>
                </a:lnTo>
                <a:lnTo>
                  <a:pt x="101879" y="134277"/>
                </a:lnTo>
                <a:lnTo>
                  <a:pt x="104051" y="131762"/>
                </a:lnTo>
                <a:lnTo>
                  <a:pt x="104051" y="104038"/>
                </a:lnTo>
                <a:close/>
              </a:path>
              <a:path w="227329" h="227329">
                <a:moveTo>
                  <a:pt x="131762" y="79565"/>
                </a:moveTo>
                <a:lnTo>
                  <a:pt x="51841" y="79565"/>
                </a:lnTo>
                <a:lnTo>
                  <a:pt x="49326" y="81724"/>
                </a:lnTo>
                <a:lnTo>
                  <a:pt x="49326" y="101879"/>
                </a:lnTo>
                <a:lnTo>
                  <a:pt x="51841" y="104038"/>
                </a:lnTo>
                <a:lnTo>
                  <a:pt x="131762" y="104038"/>
                </a:lnTo>
                <a:lnTo>
                  <a:pt x="134289" y="101879"/>
                </a:lnTo>
                <a:lnTo>
                  <a:pt x="134289" y="81724"/>
                </a:lnTo>
                <a:lnTo>
                  <a:pt x="131762" y="79565"/>
                </a:lnTo>
                <a:close/>
              </a:path>
              <a:path w="227329" h="227329">
                <a:moveTo>
                  <a:pt x="101879" y="49326"/>
                </a:moveTo>
                <a:lnTo>
                  <a:pt x="81724" y="49326"/>
                </a:lnTo>
                <a:lnTo>
                  <a:pt x="79565" y="51841"/>
                </a:lnTo>
                <a:lnTo>
                  <a:pt x="79565" y="79565"/>
                </a:lnTo>
                <a:lnTo>
                  <a:pt x="104051" y="79565"/>
                </a:lnTo>
                <a:lnTo>
                  <a:pt x="104051" y="51841"/>
                </a:lnTo>
                <a:lnTo>
                  <a:pt x="101879" y="49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744499" y="3167750"/>
            <a:ext cx="1638935" cy="52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15" dirty="0">
                <a:solidFill>
                  <a:srgbClr val="191919"/>
                </a:solidFill>
                <a:latin typeface="Calibri"/>
                <a:cs typeface="Calibri"/>
              </a:rPr>
              <a:t>Tasación </a:t>
            </a:r>
            <a:r>
              <a:rPr sz="1150" b="1" dirty="0">
                <a:solidFill>
                  <a:srgbClr val="191919"/>
                </a:solidFill>
                <a:latin typeface="Calibri"/>
                <a:cs typeface="Calibri"/>
              </a:rPr>
              <a:t>o </a:t>
            </a: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informe</a:t>
            </a:r>
            <a:r>
              <a:rPr sz="1150" b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191919"/>
                </a:solidFill>
                <a:latin typeface="Calibri"/>
                <a:cs typeface="Calibri"/>
              </a:rPr>
              <a:t>técnico</a:t>
            </a:r>
            <a:endParaRPr sz="1150">
              <a:latin typeface="Calibri"/>
              <a:cs typeface="Calibri"/>
            </a:endParaRPr>
          </a:p>
          <a:p>
            <a:pPr marL="12700" marR="97790">
              <a:lnSpc>
                <a:spcPct val="100000"/>
              </a:lnSpc>
              <a:spcBef>
                <a:spcPts val="459"/>
              </a:spcBef>
            </a:pP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Variables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que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justifican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el </a:t>
            </a:r>
            <a:r>
              <a:rPr sz="900" spc="-10" dirty="0">
                <a:solidFill>
                  <a:srgbClr val="5B6573"/>
                </a:solidFill>
                <a:latin typeface="Calibri"/>
                <a:cs typeface="Calibri"/>
              </a:rPr>
              <a:t>precio, 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metodología</a:t>
            </a:r>
            <a:r>
              <a:rPr sz="900" spc="-9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usada.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03414" y="4907961"/>
            <a:ext cx="10477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01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Documentos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94521" y="4907961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08560" y="3858846"/>
            <a:ext cx="2441575" cy="278281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3180" marR="436880">
              <a:lnSpc>
                <a:spcPct val="100000"/>
              </a:lnSpc>
              <a:spcBef>
                <a:spcPts val="130"/>
              </a:spcBef>
            </a:pP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»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Resum</a:t>
            </a:r>
            <a:r>
              <a:rPr sz="850" i="1" spc="-140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im</a:t>
            </a:r>
            <a:r>
              <a:rPr sz="850" i="1" spc="-204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e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9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los</a:t>
            </a:r>
            <a:r>
              <a:rPr sz="850" i="1" spc="-3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3</a:t>
            </a:r>
            <a:r>
              <a:rPr sz="850" i="1" spc="-220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7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factores</a:t>
            </a:r>
            <a:r>
              <a:rPr sz="850" i="1" spc="-3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que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m</a:t>
            </a:r>
            <a:r>
              <a:rPr sz="850" i="1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ás</a:t>
            </a:r>
            <a:r>
              <a:rPr sz="850" i="1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 </a:t>
            </a:r>
            <a:r>
              <a:rPr sz="850" i="1" spc="-14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im</a:t>
            </a:r>
            <a:r>
              <a:rPr sz="850" i="1" spc="-21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pactan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en</a:t>
            </a:r>
            <a:r>
              <a:rPr sz="850" i="1" spc="-23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 </a:t>
            </a:r>
            <a:r>
              <a:rPr sz="850" i="1" spc="-65" dirty="0" err="1">
                <a:solidFill>
                  <a:srgbClr val="D97757"/>
                </a:solidFill>
                <a:latin typeface="Lucida Sans Typewriter"/>
                <a:cs typeface="Lucida Sans Typewriter"/>
              </a:rPr>
              <a:t>el</a:t>
            </a:r>
            <a:r>
              <a:rPr lang="es-AR" sz="850" i="1" spc="-6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c</a:t>
            </a:r>
            <a:r>
              <a:rPr sz="850" i="1" spc="-65" dirty="0">
                <a:solidFill>
                  <a:srgbClr val="D97757"/>
                </a:solidFill>
                <a:latin typeface="Lucida Sans Typewriter"/>
                <a:cs typeface="Lucida Sans Typewriter"/>
              </a:rPr>
              <a:t>valor.</a:t>
            </a:r>
            <a:endParaRPr sz="850" dirty="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625150" y="0"/>
                </a:moveTo>
                <a:lnTo>
                  <a:pt x="0" y="0"/>
                </a:lnTo>
                <a:lnTo>
                  <a:pt x="0" y="2625114"/>
                </a:lnTo>
                <a:lnTo>
                  <a:pt x="79227" y="2651486"/>
                </a:lnTo>
                <a:lnTo>
                  <a:pt x="128294" y="2665955"/>
                </a:lnTo>
                <a:lnTo>
                  <a:pt x="177702" y="2679198"/>
                </a:lnTo>
                <a:lnTo>
                  <a:pt x="227430" y="2691209"/>
                </a:lnTo>
                <a:lnTo>
                  <a:pt x="277453" y="2701981"/>
                </a:lnTo>
                <a:lnTo>
                  <a:pt x="327748" y="2711509"/>
                </a:lnTo>
                <a:lnTo>
                  <a:pt x="378291" y="2719786"/>
                </a:lnTo>
                <a:lnTo>
                  <a:pt x="429059" y="2726806"/>
                </a:lnTo>
                <a:lnTo>
                  <a:pt x="480028" y="2732563"/>
                </a:lnTo>
                <a:lnTo>
                  <a:pt x="531174" y="2737052"/>
                </a:lnTo>
                <a:lnTo>
                  <a:pt x="582475" y="2740266"/>
                </a:lnTo>
                <a:lnTo>
                  <a:pt x="633906" y="2742198"/>
                </a:lnTo>
                <a:lnTo>
                  <a:pt x="685444" y="2742844"/>
                </a:lnTo>
                <a:lnTo>
                  <a:pt x="736980" y="2742198"/>
                </a:lnTo>
                <a:lnTo>
                  <a:pt x="788410" y="2740266"/>
                </a:lnTo>
                <a:lnTo>
                  <a:pt x="839711" y="2737052"/>
                </a:lnTo>
                <a:lnTo>
                  <a:pt x="890858" y="2732563"/>
                </a:lnTo>
                <a:lnTo>
                  <a:pt x="941829" y="2726806"/>
                </a:lnTo>
                <a:lnTo>
                  <a:pt x="992600" y="2719786"/>
                </a:lnTo>
                <a:lnTo>
                  <a:pt x="1043147" y="2711509"/>
                </a:lnTo>
                <a:lnTo>
                  <a:pt x="1093449" y="2701981"/>
                </a:lnTo>
                <a:lnTo>
                  <a:pt x="1143480" y="2691209"/>
                </a:lnTo>
                <a:lnTo>
                  <a:pt x="1193219" y="2679198"/>
                </a:lnTo>
                <a:lnTo>
                  <a:pt x="1242641" y="2665955"/>
                </a:lnTo>
                <a:lnTo>
                  <a:pt x="1291723" y="2651486"/>
                </a:lnTo>
                <a:lnTo>
                  <a:pt x="1340442" y="2635796"/>
                </a:lnTo>
                <a:lnTo>
                  <a:pt x="1388775" y="2618892"/>
                </a:lnTo>
                <a:lnTo>
                  <a:pt x="1436697" y="2600780"/>
                </a:lnTo>
                <a:lnTo>
                  <a:pt x="1484187" y="2581466"/>
                </a:lnTo>
                <a:lnTo>
                  <a:pt x="1531220" y="2560955"/>
                </a:lnTo>
                <a:lnTo>
                  <a:pt x="1577774" y="2539255"/>
                </a:lnTo>
                <a:lnTo>
                  <a:pt x="1623824" y="2516371"/>
                </a:lnTo>
                <a:lnTo>
                  <a:pt x="1669348" y="2492310"/>
                </a:lnTo>
                <a:lnTo>
                  <a:pt x="1714322" y="2467076"/>
                </a:lnTo>
                <a:lnTo>
                  <a:pt x="1758602" y="2440773"/>
                </a:lnTo>
                <a:lnTo>
                  <a:pt x="1802149" y="2413405"/>
                </a:lnTo>
                <a:lnTo>
                  <a:pt x="1844946" y="2384989"/>
                </a:lnTo>
                <a:lnTo>
                  <a:pt x="1886976" y="2355544"/>
                </a:lnTo>
                <a:lnTo>
                  <a:pt x="1928220" y="2325086"/>
                </a:lnTo>
                <a:lnTo>
                  <a:pt x="1968662" y="2293632"/>
                </a:lnTo>
                <a:lnTo>
                  <a:pt x="2008283" y="2261202"/>
                </a:lnTo>
                <a:lnTo>
                  <a:pt x="2047067" y="2227811"/>
                </a:lnTo>
                <a:lnTo>
                  <a:pt x="2084996" y="2193477"/>
                </a:lnTo>
                <a:lnTo>
                  <a:pt x="2122053" y="2158219"/>
                </a:lnTo>
                <a:lnTo>
                  <a:pt x="2158219" y="2122053"/>
                </a:lnTo>
                <a:lnTo>
                  <a:pt x="2193477" y="2084996"/>
                </a:lnTo>
                <a:lnTo>
                  <a:pt x="2227811" y="2047067"/>
                </a:lnTo>
                <a:lnTo>
                  <a:pt x="2261202" y="2008283"/>
                </a:lnTo>
                <a:lnTo>
                  <a:pt x="2293632" y="1968662"/>
                </a:lnTo>
                <a:lnTo>
                  <a:pt x="2325086" y="1928220"/>
                </a:lnTo>
                <a:lnTo>
                  <a:pt x="2355544" y="1886976"/>
                </a:lnTo>
                <a:lnTo>
                  <a:pt x="2384989" y="1844946"/>
                </a:lnTo>
                <a:lnTo>
                  <a:pt x="2413405" y="1802149"/>
                </a:lnTo>
                <a:lnTo>
                  <a:pt x="2440773" y="1758602"/>
                </a:lnTo>
                <a:lnTo>
                  <a:pt x="2467076" y="1714322"/>
                </a:lnTo>
                <a:lnTo>
                  <a:pt x="2492310" y="1669348"/>
                </a:lnTo>
                <a:lnTo>
                  <a:pt x="2516371" y="1623824"/>
                </a:lnTo>
                <a:lnTo>
                  <a:pt x="2539255" y="1577774"/>
                </a:lnTo>
                <a:lnTo>
                  <a:pt x="2560955" y="1531220"/>
                </a:lnTo>
                <a:lnTo>
                  <a:pt x="2581466" y="1484187"/>
                </a:lnTo>
                <a:lnTo>
                  <a:pt x="2600780" y="1436697"/>
                </a:lnTo>
                <a:lnTo>
                  <a:pt x="2618892" y="1388775"/>
                </a:lnTo>
                <a:lnTo>
                  <a:pt x="2635796" y="1340442"/>
                </a:lnTo>
                <a:lnTo>
                  <a:pt x="2651486" y="1291723"/>
                </a:lnTo>
                <a:lnTo>
                  <a:pt x="2665955" y="1242641"/>
                </a:lnTo>
                <a:lnTo>
                  <a:pt x="2679198" y="1193219"/>
                </a:lnTo>
                <a:lnTo>
                  <a:pt x="2691209" y="1143480"/>
                </a:lnTo>
                <a:lnTo>
                  <a:pt x="2701981" y="1093449"/>
                </a:lnTo>
                <a:lnTo>
                  <a:pt x="2711509" y="1043147"/>
                </a:lnTo>
                <a:lnTo>
                  <a:pt x="2719786" y="992600"/>
                </a:lnTo>
                <a:lnTo>
                  <a:pt x="2726806" y="941829"/>
                </a:lnTo>
                <a:lnTo>
                  <a:pt x="2732563" y="890858"/>
                </a:lnTo>
                <a:lnTo>
                  <a:pt x="2737052" y="839711"/>
                </a:lnTo>
                <a:lnTo>
                  <a:pt x="2740266" y="788410"/>
                </a:lnTo>
                <a:lnTo>
                  <a:pt x="2742198" y="736980"/>
                </a:lnTo>
                <a:lnTo>
                  <a:pt x="2742844" y="685444"/>
                </a:lnTo>
                <a:lnTo>
                  <a:pt x="2742198" y="633906"/>
                </a:lnTo>
                <a:lnTo>
                  <a:pt x="2740266" y="582474"/>
                </a:lnTo>
                <a:lnTo>
                  <a:pt x="2737052" y="531173"/>
                </a:lnTo>
                <a:lnTo>
                  <a:pt x="2732563" y="480025"/>
                </a:lnTo>
                <a:lnTo>
                  <a:pt x="2726806" y="429054"/>
                </a:lnTo>
                <a:lnTo>
                  <a:pt x="2719786" y="378282"/>
                </a:lnTo>
                <a:lnTo>
                  <a:pt x="2711509" y="327734"/>
                </a:lnTo>
                <a:lnTo>
                  <a:pt x="2701981" y="277433"/>
                </a:lnTo>
                <a:lnTo>
                  <a:pt x="2691209" y="227401"/>
                </a:lnTo>
                <a:lnTo>
                  <a:pt x="2679198" y="177663"/>
                </a:lnTo>
                <a:lnTo>
                  <a:pt x="2665955" y="128241"/>
                </a:lnTo>
                <a:lnTo>
                  <a:pt x="2651486" y="79158"/>
                </a:lnTo>
                <a:lnTo>
                  <a:pt x="2635796" y="30439"/>
                </a:lnTo>
                <a:lnTo>
                  <a:pt x="2625150" y="0"/>
                </a:lnTo>
                <a:close/>
              </a:path>
            </a:pathLst>
          </a:custGeom>
          <a:solidFill>
            <a:srgbClr val="003DA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625150" y="0"/>
                </a:moveTo>
                <a:lnTo>
                  <a:pt x="2651486" y="79158"/>
                </a:lnTo>
                <a:lnTo>
                  <a:pt x="2665955" y="128241"/>
                </a:lnTo>
                <a:lnTo>
                  <a:pt x="2679198" y="177663"/>
                </a:lnTo>
                <a:lnTo>
                  <a:pt x="2691209" y="227401"/>
                </a:lnTo>
                <a:lnTo>
                  <a:pt x="2701981" y="277433"/>
                </a:lnTo>
                <a:lnTo>
                  <a:pt x="2711509" y="327734"/>
                </a:lnTo>
                <a:lnTo>
                  <a:pt x="2719786" y="378282"/>
                </a:lnTo>
                <a:lnTo>
                  <a:pt x="2726806" y="429054"/>
                </a:lnTo>
                <a:lnTo>
                  <a:pt x="2732563" y="480025"/>
                </a:lnTo>
                <a:lnTo>
                  <a:pt x="2737052" y="531173"/>
                </a:lnTo>
                <a:lnTo>
                  <a:pt x="2740266" y="582474"/>
                </a:lnTo>
                <a:lnTo>
                  <a:pt x="2742198" y="633906"/>
                </a:lnTo>
                <a:lnTo>
                  <a:pt x="2742844" y="685444"/>
                </a:lnTo>
                <a:lnTo>
                  <a:pt x="2742198" y="736980"/>
                </a:lnTo>
                <a:lnTo>
                  <a:pt x="2740266" y="788410"/>
                </a:lnTo>
                <a:lnTo>
                  <a:pt x="2737052" y="839711"/>
                </a:lnTo>
                <a:lnTo>
                  <a:pt x="2732563" y="890858"/>
                </a:lnTo>
                <a:lnTo>
                  <a:pt x="2726806" y="941829"/>
                </a:lnTo>
                <a:lnTo>
                  <a:pt x="2719786" y="992600"/>
                </a:lnTo>
                <a:lnTo>
                  <a:pt x="2711509" y="1043147"/>
                </a:lnTo>
                <a:lnTo>
                  <a:pt x="2701981" y="1093449"/>
                </a:lnTo>
                <a:lnTo>
                  <a:pt x="2691209" y="1143480"/>
                </a:lnTo>
                <a:lnTo>
                  <a:pt x="2679198" y="1193219"/>
                </a:lnTo>
                <a:lnTo>
                  <a:pt x="2665955" y="1242641"/>
                </a:lnTo>
                <a:lnTo>
                  <a:pt x="2651486" y="1291723"/>
                </a:lnTo>
                <a:lnTo>
                  <a:pt x="2635796" y="1340442"/>
                </a:lnTo>
                <a:lnTo>
                  <a:pt x="2618892" y="1388775"/>
                </a:lnTo>
                <a:lnTo>
                  <a:pt x="2600780" y="1436697"/>
                </a:lnTo>
                <a:lnTo>
                  <a:pt x="2581466" y="1484187"/>
                </a:lnTo>
                <a:lnTo>
                  <a:pt x="2560955" y="1531220"/>
                </a:lnTo>
                <a:lnTo>
                  <a:pt x="2539255" y="1577774"/>
                </a:lnTo>
                <a:lnTo>
                  <a:pt x="2516371" y="1623824"/>
                </a:lnTo>
                <a:lnTo>
                  <a:pt x="2492310" y="1669348"/>
                </a:lnTo>
                <a:lnTo>
                  <a:pt x="2467076" y="1714322"/>
                </a:lnTo>
                <a:lnTo>
                  <a:pt x="2440773" y="1758602"/>
                </a:lnTo>
                <a:lnTo>
                  <a:pt x="2413405" y="1802149"/>
                </a:lnTo>
                <a:lnTo>
                  <a:pt x="2384989" y="1844946"/>
                </a:lnTo>
                <a:lnTo>
                  <a:pt x="2355544" y="1886976"/>
                </a:lnTo>
                <a:lnTo>
                  <a:pt x="2325086" y="1928220"/>
                </a:lnTo>
                <a:lnTo>
                  <a:pt x="2293632" y="1968662"/>
                </a:lnTo>
                <a:lnTo>
                  <a:pt x="2261202" y="2008283"/>
                </a:lnTo>
                <a:lnTo>
                  <a:pt x="2227811" y="2047067"/>
                </a:lnTo>
                <a:lnTo>
                  <a:pt x="2193477" y="2084996"/>
                </a:lnTo>
                <a:lnTo>
                  <a:pt x="2158219" y="2122053"/>
                </a:lnTo>
                <a:lnTo>
                  <a:pt x="2122053" y="2158219"/>
                </a:lnTo>
                <a:lnTo>
                  <a:pt x="2084996" y="2193477"/>
                </a:lnTo>
                <a:lnTo>
                  <a:pt x="2047067" y="2227811"/>
                </a:lnTo>
                <a:lnTo>
                  <a:pt x="2008283" y="2261202"/>
                </a:lnTo>
                <a:lnTo>
                  <a:pt x="1968662" y="2293632"/>
                </a:lnTo>
                <a:lnTo>
                  <a:pt x="1928220" y="2325086"/>
                </a:lnTo>
                <a:lnTo>
                  <a:pt x="1886976" y="2355544"/>
                </a:lnTo>
                <a:lnTo>
                  <a:pt x="1844946" y="2384989"/>
                </a:lnTo>
                <a:lnTo>
                  <a:pt x="1802149" y="2413405"/>
                </a:lnTo>
                <a:lnTo>
                  <a:pt x="1758602" y="2440773"/>
                </a:lnTo>
                <a:lnTo>
                  <a:pt x="1714322" y="2467076"/>
                </a:lnTo>
                <a:lnTo>
                  <a:pt x="1669348" y="2492310"/>
                </a:lnTo>
                <a:lnTo>
                  <a:pt x="1623824" y="2516371"/>
                </a:lnTo>
                <a:lnTo>
                  <a:pt x="1577774" y="2539255"/>
                </a:lnTo>
                <a:lnTo>
                  <a:pt x="1531220" y="2560955"/>
                </a:lnTo>
                <a:lnTo>
                  <a:pt x="1484187" y="2581466"/>
                </a:lnTo>
                <a:lnTo>
                  <a:pt x="1436697" y="2600780"/>
                </a:lnTo>
                <a:lnTo>
                  <a:pt x="1388775" y="2618892"/>
                </a:lnTo>
                <a:lnTo>
                  <a:pt x="1340442" y="2635796"/>
                </a:lnTo>
                <a:lnTo>
                  <a:pt x="1291723" y="2651486"/>
                </a:lnTo>
                <a:lnTo>
                  <a:pt x="1242641" y="2665955"/>
                </a:lnTo>
                <a:lnTo>
                  <a:pt x="1193219" y="2679198"/>
                </a:lnTo>
                <a:lnTo>
                  <a:pt x="1143480" y="2691209"/>
                </a:lnTo>
                <a:lnTo>
                  <a:pt x="1093449" y="2701981"/>
                </a:lnTo>
                <a:lnTo>
                  <a:pt x="1043147" y="2711509"/>
                </a:lnTo>
                <a:lnTo>
                  <a:pt x="992600" y="2719786"/>
                </a:lnTo>
                <a:lnTo>
                  <a:pt x="941829" y="2726806"/>
                </a:lnTo>
                <a:lnTo>
                  <a:pt x="890858" y="2732563"/>
                </a:lnTo>
                <a:lnTo>
                  <a:pt x="839711" y="2737052"/>
                </a:lnTo>
                <a:lnTo>
                  <a:pt x="788410" y="2740266"/>
                </a:lnTo>
                <a:lnTo>
                  <a:pt x="736980" y="2742198"/>
                </a:lnTo>
                <a:lnTo>
                  <a:pt x="685444" y="2742844"/>
                </a:lnTo>
                <a:lnTo>
                  <a:pt x="633906" y="2742198"/>
                </a:lnTo>
                <a:lnTo>
                  <a:pt x="582475" y="2740266"/>
                </a:lnTo>
                <a:lnTo>
                  <a:pt x="531174" y="2737052"/>
                </a:lnTo>
                <a:lnTo>
                  <a:pt x="480028" y="2732563"/>
                </a:lnTo>
                <a:lnTo>
                  <a:pt x="429059" y="2726806"/>
                </a:lnTo>
                <a:lnTo>
                  <a:pt x="378291" y="2719786"/>
                </a:lnTo>
                <a:lnTo>
                  <a:pt x="327748" y="2711509"/>
                </a:lnTo>
                <a:lnTo>
                  <a:pt x="277453" y="2701981"/>
                </a:lnTo>
                <a:lnTo>
                  <a:pt x="227430" y="2691209"/>
                </a:lnTo>
                <a:lnTo>
                  <a:pt x="177702" y="2679198"/>
                </a:lnTo>
                <a:lnTo>
                  <a:pt x="128294" y="2665955"/>
                </a:lnTo>
                <a:lnTo>
                  <a:pt x="79227" y="2651486"/>
                </a:lnTo>
                <a:lnTo>
                  <a:pt x="30527" y="2635796"/>
                </a:lnTo>
                <a:lnTo>
                  <a:pt x="0" y="2625114"/>
                </a:lnTo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444" y="2742846"/>
            <a:ext cx="2743200" cy="2400935"/>
          </a:xfrm>
          <a:custGeom>
            <a:avLst/>
            <a:gdLst/>
            <a:ahLst/>
            <a:cxnLst/>
            <a:rect l="l" t="t" r="r" b="b"/>
            <a:pathLst>
              <a:path w="2743200" h="2400935">
                <a:moveTo>
                  <a:pt x="1828800" y="0"/>
                </a:moveTo>
                <a:lnTo>
                  <a:pt x="1778149" y="701"/>
                </a:lnTo>
                <a:lnTo>
                  <a:pt x="1727622" y="2801"/>
                </a:lnTo>
                <a:lnTo>
                  <a:pt x="1677245" y="6293"/>
                </a:lnTo>
                <a:lnTo>
                  <a:pt x="1627048" y="11167"/>
                </a:lnTo>
                <a:lnTo>
                  <a:pt x="1577057" y="17417"/>
                </a:lnTo>
                <a:lnTo>
                  <a:pt x="1527300" y="25036"/>
                </a:lnTo>
                <a:lnTo>
                  <a:pt x="1477806" y="34015"/>
                </a:lnTo>
                <a:lnTo>
                  <a:pt x="1428601" y="44348"/>
                </a:lnTo>
                <a:lnTo>
                  <a:pt x="1379713" y="56026"/>
                </a:lnTo>
                <a:lnTo>
                  <a:pt x="1331171" y="69043"/>
                </a:lnTo>
                <a:lnTo>
                  <a:pt x="1283002" y="83390"/>
                </a:lnTo>
                <a:lnTo>
                  <a:pt x="1235233" y="99059"/>
                </a:lnTo>
                <a:lnTo>
                  <a:pt x="1187893" y="116045"/>
                </a:lnTo>
                <a:lnTo>
                  <a:pt x="1141009" y="134338"/>
                </a:lnTo>
                <a:lnTo>
                  <a:pt x="1094608" y="153932"/>
                </a:lnTo>
                <a:lnTo>
                  <a:pt x="1048719" y="174819"/>
                </a:lnTo>
                <a:lnTo>
                  <a:pt x="1003370" y="196991"/>
                </a:lnTo>
                <a:lnTo>
                  <a:pt x="958587" y="220440"/>
                </a:lnTo>
                <a:lnTo>
                  <a:pt x="914400" y="245160"/>
                </a:lnTo>
                <a:lnTo>
                  <a:pt x="870909" y="271041"/>
                </a:lnTo>
                <a:lnTo>
                  <a:pt x="828217" y="298078"/>
                </a:lnTo>
                <a:lnTo>
                  <a:pt x="786346" y="326253"/>
                </a:lnTo>
                <a:lnTo>
                  <a:pt x="745316" y="355542"/>
                </a:lnTo>
                <a:lnTo>
                  <a:pt x="705148" y="385926"/>
                </a:lnTo>
                <a:lnTo>
                  <a:pt x="665864" y="417384"/>
                </a:lnTo>
                <a:lnTo>
                  <a:pt x="627485" y="449893"/>
                </a:lnTo>
                <a:lnTo>
                  <a:pt x="590031" y="483434"/>
                </a:lnTo>
                <a:lnTo>
                  <a:pt x="553524" y="517984"/>
                </a:lnTo>
                <a:lnTo>
                  <a:pt x="517984" y="553524"/>
                </a:lnTo>
                <a:lnTo>
                  <a:pt x="483434" y="590031"/>
                </a:lnTo>
                <a:lnTo>
                  <a:pt x="449893" y="627485"/>
                </a:lnTo>
                <a:lnTo>
                  <a:pt x="417384" y="665864"/>
                </a:lnTo>
                <a:lnTo>
                  <a:pt x="385926" y="705148"/>
                </a:lnTo>
                <a:lnTo>
                  <a:pt x="355542" y="745316"/>
                </a:lnTo>
                <a:lnTo>
                  <a:pt x="326253" y="786346"/>
                </a:lnTo>
                <a:lnTo>
                  <a:pt x="298078" y="828217"/>
                </a:lnTo>
                <a:lnTo>
                  <a:pt x="271041" y="870909"/>
                </a:lnTo>
                <a:lnTo>
                  <a:pt x="245160" y="914400"/>
                </a:lnTo>
                <a:lnTo>
                  <a:pt x="220440" y="958587"/>
                </a:lnTo>
                <a:lnTo>
                  <a:pt x="196991" y="1003370"/>
                </a:lnTo>
                <a:lnTo>
                  <a:pt x="174819" y="1048719"/>
                </a:lnTo>
                <a:lnTo>
                  <a:pt x="153932" y="1094608"/>
                </a:lnTo>
                <a:lnTo>
                  <a:pt x="134338" y="1141009"/>
                </a:lnTo>
                <a:lnTo>
                  <a:pt x="116045" y="1187893"/>
                </a:lnTo>
                <a:lnTo>
                  <a:pt x="99059" y="1235233"/>
                </a:lnTo>
                <a:lnTo>
                  <a:pt x="83390" y="1283002"/>
                </a:lnTo>
                <a:lnTo>
                  <a:pt x="69043" y="1331171"/>
                </a:lnTo>
                <a:lnTo>
                  <a:pt x="56026" y="1379713"/>
                </a:lnTo>
                <a:lnTo>
                  <a:pt x="44348" y="1428601"/>
                </a:lnTo>
                <a:lnTo>
                  <a:pt x="34015" y="1477806"/>
                </a:lnTo>
                <a:lnTo>
                  <a:pt x="25036" y="1527300"/>
                </a:lnTo>
                <a:lnTo>
                  <a:pt x="17417" y="1577057"/>
                </a:lnTo>
                <a:lnTo>
                  <a:pt x="11167" y="1627048"/>
                </a:lnTo>
                <a:lnTo>
                  <a:pt x="6293" y="1677245"/>
                </a:lnTo>
                <a:lnTo>
                  <a:pt x="2801" y="1727622"/>
                </a:lnTo>
                <a:lnTo>
                  <a:pt x="701" y="1778149"/>
                </a:lnTo>
                <a:lnTo>
                  <a:pt x="0" y="1828800"/>
                </a:lnTo>
                <a:lnTo>
                  <a:pt x="701" y="1879450"/>
                </a:lnTo>
                <a:lnTo>
                  <a:pt x="2801" y="1929977"/>
                </a:lnTo>
                <a:lnTo>
                  <a:pt x="6293" y="1980353"/>
                </a:lnTo>
                <a:lnTo>
                  <a:pt x="11167" y="2030550"/>
                </a:lnTo>
                <a:lnTo>
                  <a:pt x="17417" y="2080540"/>
                </a:lnTo>
                <a:lnTo>
                  <a:pt x="25036" y="2130296"/>
                </a:lnTo>
                <a:lnTo>
                  <a:pt x="34015" y="2179790"/>
                </a:lnTo>
                <a:lnTo>
                  <a:pt x="44348" y="2228994"/>
                </a:lnTo>
                <a:lnTo>
                  <a:pt x="56026" y="2277881"/>
                </a:lnTo>
                <a:lnTo>
                  <a:pt x="69043" y="2326423"/>
                </a:lnTo>
                <a:lnTo>
                  <a:pt x="83390" y="2374592"/>
                </a:lnTo>
                <a:lnTo>
                  <a:pt x="91881" y="2400477"/>
                </a:lnTo>
                <a:lnTo>
                  <a:pt x="2743200" y="2400477"/>
                </a:lnTo>
                <a:lnTo>
                  <a:pt x="2743200" y="245160"/>
                </a:lnTo>
                <a:lnTo>
                  <a:pt x="2699010" y="220440"/>
                </a:lnTo>
                <a:lnTo>
                  <a:pt x="2654226" y="196991"/>
                </a:lnTo>
                <a:lnTo>
                  <a:pt x="2608875" y="174819"/>
                </a:lnTo>
                <a:lnTo>
                  <a:pt x="2562986" y="153932"/>
                </a:lnTo>
                <a:lnTo>
                  <a:pt x="2516585" y="134338"/>
                </a:lnTo>
                <a:lnTo>
                  <a:pt x="2469701" y="116045"/>
                </a:lnTo>
                <a:lnTo>
                  <a:pt x="2422360" y="99059"/>
                </a:lnTo>
                <a:lnTo>
                  <a:pt x="2374592" y="83390"/>
                </a:lnTo>
                <a:lnTo>
                  <a:pt x="2326423" y="69043"/>
                </a:lnTo>
                <a:lnTo>
                  <a:pt x="2277881" y="56026"/>
                </a:lnTo>
                <a:lnTo>
                  <a:pt x="2228994" y="44348"/>
                </a:lnTo>
                <a:lnTo>
                  <a:pt x="2179790" y="34015"/>
                </a:lnTo>
                <a:lnTo>
                  <a:pt x="2130296" y="25036"/>
                </a:lnTo>
                <a:lnTo>
                  <a:pt x="2080540" y="17417"/>
                </a:lnTo>
                <a:lnTo>
                  <a:pt x="2030550" y="11167"/>
                </a:lnTo>
                <a:lnTo>
                  <a:pt x="1980353" y="6293"/>
                </a:lnTo>
                <a:lnTo>
                  <a:pt x="1929977" y="2801"/>
                </a:lnTo>
                <a:lnTo>
                  <a:pt x="1879450" y="701"/>
                </a:lnTo>
                <a:lnTo>
                  <a:pt x="1828800" y="0"/>
                </a:lnTo>
                <a:close/>
              </a:path>
            </a:pathLst>
          </a:custGeom>
          <a:solidFill>
            <a:srgbClr val="D9775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444" y="2742846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701" y="1778149"/>
                </a:lnTo>
                <a:lnTo>
                  <a:pt x="2801" y="1727622"/>
                </a:lnTo>
                <a:lnTo>
                  <a:pt x="6293" y="1677245"/>
                </a:lnTo>
                <a:lnTo>
                  <a:pt x="11167" y="1627048"/>
                </a:lnTo>
                <a:lnTo>
                  <a:pt x="17417" y="1577057"/>
                </a:lnTo>
                <a:lnTo>
                  <a:pt x="25036" y="1527300"/>
                </a:lnTo>
                <a:lnTo>
                  <a:pt x="34015" y="1477806"/>
                </a:lnTo>
                <a:lnTo>
                  <a:pt x="44348" y="1428601"/>
                </a:lnTo>
                <a:lnTo>
                  <a:pt x="56026" y="1379713"/>
                </a:lnTo>
                <a:lnTo>
                  <a:pt x="69043" y="1331171"/>
                </a:lnTo>
                <a:lnTo>
                  <a:pt x="83390" y="1283002"/>
                </a:lnTo>
                <a:lnTo>
                  <a:pt x="99059" y="1235233"/>
                </a:lnTo>
                <a:lnTo>
                  <a:pt x="116045" y="1187893"/>
                </a:lnTo>
                <a:lnTo>
                  <a:pt x="134338" y="1141009"/>
                </a:lnTo>
                <a:lnTo>
                  <a:pt x="153932" y="1094608"/>
                </a:lnTo>
                <a:lnTo>
                  <a:pt x="174819" y="1048719"/>
                </a:lnTo>
                <a:lnTo>
                  <a:pt x="196991" y="1003370"/>
                </a:lnTo>
                <a:lnTo>
                  <a:pt x="220440" y="958587"/>
                </a:lnTo>
                <a:lnTo>
                  <a:pt x="245160" y="914400"/>
                </a:lnTo>
                <a:lnTo>
                  <a:pt x="271041" y="870909"/>
                </a:lnTo>
                <a:lnTo>
                  <a:pt x="298078" y="828217"/>
                </a:lnTo>
                <a:lnTo>
                  <a:pt x="326253" y="786346"/>
                </a:lnTo>
                <a:lnTo>
                  <a:pt x="355542" y="745316"/>
                </a:lnTo>
                <a:lnTo>
                  <a:pt x="385926" y="705148"/>
                </a:lnTo>
                <a:lnTo>
                  <a:pt x="417384" y="665864"/>
                </a:lnTo>
                <a:lnTo>
                  <a:pt x="449893" y="627485"/>
                </a:lnTo>
                <a:lnTo>
                  <a:pt x="483434" y="590031"/>
                </a:lnTo>
                <a:lnTo>
                  <a:pt x="517984" y="553524"/>
                </a:lnTo>
                <a:lnTo>
                  <a:pt x="553524" y="517984"/>
                </a:lnTo>
                <a:lnTo>
                  <a:pt x="590031" y="483434"/>
                </a:lnTo>
                <a:lnTo>
                  <a:pt x="627485" y="449893"/>
                </a:lnTo>
                <a:lnTo>
                  <a:pt x="665864" y="417384"/>
                </a:lnTo>
                <a:lnTo>
                  <a:pt x="705148" y="385926"/>
                </a:lnTo>
                <a:lnTo>
                  <a:pt x="745316" y="355542"/>
                </a:lnTo>
                <a:lnTo>
                  <a:pt x="786346" y="326253"/>
                </a:lnTo>
                <a:lnTo>
                  <a:pt x="828217" y="298078"/>
                </a:lnTo>
                <a:lnTo>
                  <a:pt x="870909" y="271041"/>
                </a:lnTo>
                <a:lnTo>
                  <a:pt x="914400" y="245160"/>
                </a:lnTo>
                <a:lnTo>
                  <a:pt x="958587" y="220440"/>
                </a:lnTo>
                <a:lnTo>
                  <a:pt x="1003370" y="196991"/>
                </a:lnTo>
                <a:lnTo>
                  <a:pt x="1048719" y="174819"/>
                </a:lnTo>
                <a:lnTo>
                  <a:pt x="1094608" y="153932"/>
                </a:lnTo>
                <a:lnTo>
                  <a:pt x="1141009" y="134338"/>
                </a:lnTo>
                <a:lnTo>
                  <a:pt x="1187893" y="116045"/>
                </a:lnTo>
                <a:lnTo>
                  <a:pt x="1235233" y="99059"/>
                </a:lnTo>
                <a:lnTo>
                  <a:pt x="1283002" y="83390"/>
                </a:lnTo>
                <a:lnTo>
                  <a:pt x="1331171" y="69043"/>
                </a:lnTo>
                <a:lnTo>
                  <a:pt x="1379713" y="56026"/>
                </a:lnTo>
                <a:lnTo>
                  <a:pt x="1428601" y="44348"/>
                </a:lnTo>
                <a:lnTo>
                  <a:pt x="1477806" y="34015"/>
                </a:lnTo>
                <a:lnTo>
                  <a:pt x="1527300" y="25036"/>
                </a:lnTo>
                <a:lnTo>
                  <a:pt x="1577057" y="17417"/>
                </a:lnTo>
                <a:lnTo>
                  <a:pt x="1627048" y="11167"/>
                </a:lnTo>
                <a:lnTo>
                  <a:pt x="1677245" y="6293"/>
                </a:lnTo>
                <a:lnTo>
                  <a:pt x="1727622" y="2801"/>
                </a:lnTo>
                <a:lnTo>
                  <a:pt x="1778149" y="701"/>
                </a:lnTo>
                <a:lnTo>
                  <a:pt x="1828800" y="0"/>
                </a:lnTo>
                <a:lnTo>
                  <a:pt x="1879450" y="701"/>
                </a:lnTo>
                <a:lnTo>
                  <a:pt x="1929977" y="2801"/>
                </a:lnTo>
                <a:lnTo>
                  <a:pt x="1980353" y="6293"/>
                </a:lnTo>
                <a:lnTo>
                  <a:pt x="2030550" y="11167"/>
                </a:lnTo>
                <a:lnTo>
                  <a:pt x="2080540" y="17417"/>
                </a:lnTo>
                <a:lnTo>
                  <a:pt x="2130296" y="25036"/>
                </a:lnTo>
                <a:lnTo>
                  <a:pt x="2179790" y="34015"/>
                </a:lnTo>
                <a:lnTo>
                  <a:pt x="2228994" y="44348"/>
                </a:lnTo>
                <a:lnTo>
                  <a:pt x="2277881" y="56026"/>
                </a:lnTo>
                <a:lnTo>
                  <a:pt x="2326423" y="69043"/>
                </a:lnTo>
                <a:lnTo>
                  <a:pt x="2374592" y="83390"/>
                </a:lnTo>
                <a:lnTo>
                  <a:pt x="2422360" y="99059"/>
                </a:lnTo>
                <a:lnTo>
                  <a:pt x="2469701" y="116045"/>
                </a:lnTo>
                <a:lnTo>
                  <a:pt x="2516585" y="134338"/>
                </a:lnTo>
                <a:lnTo>
                  <a:pt x="2562986" y="153932"/>
                </a:lnTo>
                <a:lnTo>
                  <a:pt x="2608875" y="174819"/>
                </a:lnTo>
                <a:lnTo>
                  <a:pt x="2654226" y="196991"/>
                </a:lnTo>
                <a:lnTo>
                  <a:pt x="2699010" y="220440"/>
                </a:lnTo>
                <a:lnTo>
                  <a:pt x="2743200" y="24516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0444" y="4571646"/>
            <a:ext cx="92075" cy="572135"/>
          </a:xfrm>
          <a:custGeom>
            <a:avLst/>
            <a:gdLst/>
            <a:ahLst/>
            <a:cxnLst/>
            <a:rect l="l" t="t" r="r" b="b"/>
            <a:pathLst>
              <a:path w="92075" h="572135">
                <a:moveTo>
                  <a:pt x="91881" y="571677"/>
                </a:moveTo>
                <a:lnTo>
                  <a:pt x="69043" y="497623"/>
                </a:lnTo>
                <a:lnTo>
                  <a:pt x="56026" y="449081"/>
                </a:lnTo>
                <a:lnTo>
                  <a:pt x="44348" y="400194"/>
                </a:lnTo>
                <a:lnTo>
                  <a:pt x="34015" y="350990"/>
                </a:lnTo>
                <a:lnTo>
                  <a:pt x="25036" y="301496"/>
                </a:lnTo>
                <a:lnTo>
                  <a:pt x="17417" y="251740"/>
                </a:lnTo>
                <a:lnTo>
                  <a:pt x="11167" y="201750"/>
                </a:lnTo>
                <a:lnTo>
                  <a:pt x="6293" y="151553"/>
                </a:lnTo>
                <a:lnTo>
                  <a:pt x="2801" y="101177"/>
                </a:lnTo>
                <a:lnTo>
                  <a:pt x="701" y="50650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4144" y="1736968"/>
            <a:ext cx="537781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25" dirty="0"/>
              <a:t>Investigación </a:t>
            </a:r>
            <a:r>
              <a:rPr sz="4000" spc="-5" dirty="0"/>
              <a:t>de </a:t>
            </a:r>
            <a:r>
              <a:rPr sz="4000" spc="-20" dirty="0"/>
              <a:t>mercado  </a:t>
            </a:r>
            <a:r>
              <a:rPr sz="4000" dirty="0"/>
              <a:t>y</a:t>
            </a:r>
            <a:r>
              <a:rPr sz="4000" spc="-100" dirty="0"/>
              <a:t> </a:t>
            </a:r>
            <a:r>
              <a:rPr sz="4000" spc="-15" dirty="0"/>
              <a:t>comparables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444144" y="3626842"/>
            <a:ext cx="496887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Tasaciones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más rápidas, mejor fundadas, más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profesionales.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66863" y="4892219"/>
            <a:ext cx="88455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02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6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Mercado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505333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2.1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10" dirty="0">
                <a:solidFill>
                  <a:srgbClr val="003DA4"/>
                </a:solidFill>
              </a:rPr>
              <a:t>Análisis </a:t>
            </a:r>
            <a:r>
              <a:rPr sz="2800" spc="-5" dirty="0">
                <a:solidFill>
                  <a:srgbClr val="003DA4"/>
                </a:solidFill>
              </a:rPr>
              <a:t>de </a:t>
            </a:r>
            <a:r>
              <a:rPr sz="2800" spc="-15" dirty="0">
                <a:solidFill>
                  <a:srgbClr val="003DA4"/>
                </a:solidFill>
              </a:rPr>
              <a:t>comparables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20" dirty="0">
                <a:solidFill>
                  <a:srgbClr val="5B6573"/>
                </a:solidFill>
                <a:latin typeface="Calibri"/>
                <a:cs typeface="Calibri"/>
              </a:rPr>
              <a:t>Tasación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fundamentada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en</a:t>
            </a:r>
            <a:r>
              <a:rPr sz="1300" b="0" i="1" spc="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minutos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634" y="1199148"/>
            <a:ext cx="4144314" cy="1583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38401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12230" y="1325880"/>
                </a:lnTo>
                <a:lnTo>
                  <a:pt x="45720" y="1359357"/>
                </a:lnTo>
                <a:lnTo>
                  <a:pt x="91439" y="1371600"/>
                </a:lnTo>
                <a:lnTo>
                  <a:pt x="3840480" y="1371231"/>
                </a:lnTo>
                <a:lnTo>
                  <a:pt x="3886200" y="1359001"/>
                </a:lnTo>
                <a:lnTo>
                  <a:pt x="3919677" y="1325511"/>
                </a:lnTo>
                <a:lnTo>
                  <a:pt x="3931920" y="1279791"/>
                </a:lnTo>
                <a:lnTo>
                  <a:pt x="3931551" y="91440"/>
                </a:lnTo>
                <a:lnTo>
                  <a:pt x="3919321" y="45720"/>
                </a:lnTo>
                <a:lnTo>
                  <a:pt x="3885831" y="12230"/>
                </a:lnTo>
                <a:lnTo>
                  <a:pt x="384011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3840111" y="0"/>
                </a:lnTo>
                <a:lnTo>
                  <a:pt x="3885831" y="12230"/>
                </a:lnTo>
                <a:lnTo>
                  <a:pt x="3919321" y="45720"/>
                </a:lnTo>
                <a:lnTo>
                  <a:pt x="3931551" y="91440"/>
                </a:lnTo>
                <a:lnTo>
                  <a:pt x="3931920" y="1279791"/>
                </a:lnTo>
                <a:lnTo>
                  <a:pt x="3931119" y="1291798"/>
                </a:lnTo>
                <a:lnTo>
                  <a:pt x="3928765" y="1303466"/>
                </a:lnTo>
                <a:lnTo>
                  <a:pt x="3905229" y="1344552"/>
                </a:lnTo>
                <a:lnTo>
                  <a:pt x="3864144" y="1368083"/>
                </a:lnTo>
                <a:lnTo>
                  <a:pt x="91439" y="1371600"/>
                </a:lnTo>
                <a:lnTo>
                  <a:pt x="45720" y="1359357"/>
                </a:lnTo>
                <a:lnTo>
                  <a:pt x="12230" y="1325880"/>
                </a:lnTo>
                <a:lnTo>
                  <a:pt x="0" y="128016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63715" y="0"/>
                </a:moveTo>
                <a:lnTo>
                  <a:pt x="0" y="0"/>
                </a:lnTo>
                <a:lnTo>
                  <a:pt x="0" y="1371231"/>
                </a:lnTo>
                <a:lnTo>
                  <a:pt x="63715" y="137123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32029" y="1371231"/>
                </a:moveTo>
                <a:lnTo>
                  <a:pt x="0" y="1371231"/>
                </a:lnTo>
                <a:lnTo>
                  <a:pt x="0" y="0"/>
                </a:lnTo>
                <a:lnTo>
                  <a:pt x="63715" y="0"/>
                </a:lnTo>
                <a:lnTo>
                  <a:pt x="63715" y="1371231"/>
                </a:lnTo>
                <a:lnTo>
                  <a:pt x="32029" y="137123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434" y="1199148"/>
            <a:ext cx="4327194" cy="3595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1644" y="919342"/>
            <a:ext cx="4114800" cy="3743743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40229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3291840"/>
                </a:lnTo>
                <a:lnTo>
                  <a:pt x="12230" y="3337560"/>
                </a:lnTo>
                <a:lnTo>
                  <a:pt x="45720" y="3371037"/>
                </a:lnTo>
                <a:lnTo>
                  <a:pt x="91440" y="3383280"/>
                </a:lnTo>
                <a:lnTo>
                  <a:pt x="4023360" y="3382911"/>
                </a:lnTo>
                <a:lnTo>
                  <a:pt x="4069079" y="3370681"/>
                </a:lnTo>
                <a:lnTo>
                  <a:pt x="4102557" y="3337191"/>
                </a:lnTo>
                <a:lnTo>
                  <a:pt x="4114800" y="3291471"/>
                </a:lnTo>
                <a:lnTo>
                  <a:pt x="4114431" y="91440"/>
                </a:lnTo>
                <a:lnTo>
                  <a:pt x="4102201" y="45720"/>
                </a:lnTo>
                <a:lnTo>
                  <a:pt x="4068711" y="12230"/>
                </a:lnTo>
                <a:lnTo>
                  <a:pt x="40229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1644" y="919344"/>
            <a:ext cx="4114800" cy="3743742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20"/>
                </a:lnTo>
                <a:lnTo>
                  <a:pt x="4114431" y="91440"/>
                </a:lnTo>
                <a:lnTo>
                  <a:pt x="4114800" y="3291471"/>
                </a:lnTo>
                <a:lnTo>
                  <a:pt x="4113999" y="3303478"/>
                </a:lnTo>
                <a:lnTo>
                  <a:pt x="4111645" y="3315146"/>
                </a:lnTo>
                <a:lnTo>
                  <a:pt x="4088109" y="3356232"/>
                </a:lnTo>
                <a:lnTo>
                  <a:pt x="4047024" y="3379763"/>
                </a:lnTo>
                <a:lnTo>
                  <a:pt x="91440" y="3383280"/>
                </a:lnTo>
                <a:lnTo>
                  <a:pt x="45720" y="3371037"/>
                </a:lnTo>
                <a:lnTo>
                  <a:pt x="12230" y="3337560"/>
                </a:lnTo>
                <a:lnTo>
                  <a:pt x="0" y="329184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63715" y="0"/>
                </a:moveTo>
                <a:lnTo>
                  <a:pt x="0" y="0"/>
                </a:lnTo>
                <a:lnTo>
                  <a:pt x="0" y="3382911"/>
                </a:lnTo>
                <a:lnTo>
                  <a:pt x="63715" y="33829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32029" y="3382911"/>
                </a:moveTo>
                <a:lnTo>
                  <a:pt x="0" y="3382911"/>
                </a:lnTo>
                <a:lnTo>
                  <a:pt x="0" y="0"/>
                </a:lnTo>
                <a:lnTo>
                  <a:pt x="63715" y="0"/>
                </a:lnTo>
                <a:lnTo>
                  <a:pt x="63715" y="3382911"/>
                </a:lnTo>
                <a:lnTo>
                  <a:pt x="32029" y="33829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xfrm>
            <a:off x="4559395" y="919343"/>
            <a:ext cx="4127049" cy="3311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</a:t>
            </a:r>
            <a:r>
              <a:rPr spc="-95" dirty="0"/>
              <a:t> </a:t>
            </a:r>
            <a:r>
              <a:rPr spc="-5" dirty="0"/>
              <a:t>COMPLETO</a:t>
            </a:r>
          </a:p>
          <a:p>
            <a:pPr marL="168910" marR="1083945">
              <a:lnSpc>
                <a:spcPct val="100000"/>
              </a:lnSpc>
              <a:spcBef>
                <a:spcPts val="425"/>
              </a:spcBef>
            </a:pP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b="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tasador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b="0" spc="-165" dirty="0" err="1">
                <a:solidFill>
                  <a:srgbClr val="191919"/>
                </a:solidFill>
                <a:latin typeface="Lucida Console"/>
                <a:cs typeface="Lucida Console"/>
              </a:rPr>
              <a:t>obiliario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 err="1">
                <a:solidFill>
                  <a:srgbClr val="191919"/>
                </a:solidFill>
                <a:latin typeface="Lucida Console"/>
                <a:cs typeface="Lucida Console"/>
              </a:rPr>
              <a:t>profesional</a:t>
            </a:r>
            <a:r>
              <a:rPr lang="es-AR"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lang="es-AR"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f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oco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lang="es-AR"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l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lang="es-AR" sz="100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rcado</a:t>
            </a:r>
            <a:r>
              <a:rPr sz="100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60" dirty="0">
                <a:solidFill>
                  <a:srgbClr val="191919"/>
                </a:solidFill>
                <a:latin typeface="Lucida Console"/>
                <a:cs typeface="Lucida Console"/>
              </a:rPr>
              <a:t>MAIPU, MENDOZA</a:t>
            </a:r>
            <a:r>
              <a:rPr sz="1000" b="0" spc="6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b="0" spc="-4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ecesito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tasar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este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depto:</a:t>
            </a:r>
            <a:endParaRPr sz="1000" i="1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30" dirty="0">
                <a:solidFill>
                  <a:srgbClr val="191919"/>
                </a:solidFill>
                <a:latin typeface="Lucida Console"/>
                <a:cs typeface="Lucida Console"/>
              </a:rPr>
              <a:t>-D</a:t>
            </a:r>
            <a:r>
              <a:rPr sz="1000" b="0" spc="-4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irección:[</a:t>
            </a:r>
            <a:r>
              <a:rPr sz="1000" b="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cal</a:t>
            </a:r>
            <a:r>
              <a:rPr lang="es-AR"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l</a:t>
            </a:r>
            <a:r>
              <a:rPr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00" b="0" spc="-3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altura]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-Barrio: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XX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45" dirty="0">
                <a:solidFill>
                  <a:srgbClr val="191919"/>
                </a:solidFill>
                <a:latin typeface="Lucida Console"/>
                <a:cs typeface="Lucida Console"/>
              </a:rPr>
              <a:t>-Am</a:t>
            </a:r>
            <a:r>
              <a:rPr sz="1000" b="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bientes:2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|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Superficie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60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m²</a:t>
            </a:r>
            <a:r>
              <a:rPr sz="1000" b="0" spc="-4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cubiertos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Antigüedad</a:t>
            </a: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15</a:t>
            </a:r>
            <a:r>
              <a:rPr sz="1000" b="0" spc="-3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años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45" dirty="0">
                <a:solidFill>
                  <a:srgbClr val="191919"/>
                </a:solidFill>
                <a:latin typeface="Lucida Console"/>
                <a:cs typeface="Lucida Console"/>
              </a:rPr>
              <a:t>-Am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enities:</a:t>
            </a:r>
            <a:r>
              <a:rPr lang="es-AR"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 err="1">
                <a:solidFill>
                  <a:srgbClr val="191919"/>
                </a:solidFill>
                <a:latin typeface="Lucida Console"/>
                <a:cs typeface="Lucida Console"/>
              </a:rPr>
              <a:t>pileta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SU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par</a:t>
            </a:r>
            <a:r>
              <a:rPr lang="es-AR"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b="0" spc="-130" dirty="0" err="1">
                <a:solidFill>
                  <a:srgbClr val="191919"/>
                </a:solidFill>
                <a:latin typeface="Lucida Console"/>
                <a:cs typeface="Lucida Console"/>
              </a:rPr>
              <a:t>ila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-Estado:</a:t>
            </a:r>
            <a:r>
              <a:rPr lang="es-AR"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uy</a:t>
            </a:r>
            <a:r>
              <a:rPr sz="1000" b="0" spc="-3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bueno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cocina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rem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odelada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30" dirty="0">
                <a:solidFill>
                  <a:srgbClr val="191919"/>
                </a:solidFill>
                <a:latin typeface="Lucida Console"/>
                <a:cs typeface="Lucida Console"/>
              </a:rPr>
              <a:t>-O</a:t>
            </a:r>
            <a:r>
              <a:rPr sz="1000" b="0" spc="-43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rientación</a:t>
            </a:r>
            <a:r>
              <a:rPr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contrafrente,lum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inoso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H</a:t>
            </a:r>
            <a:r>
              <a:rPr sz="1000" b="0" spc="-5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acé:</a:t>
            </a:r>
            <a:endParaRPr sz="1000" dirty="0">
              <a:latin typeface="Lucida Console"/>
              <a:cs typeface="Lucida Console"/>
            </a:endParaRPr>
          </a:p>
          <a:p>
            <a:pPr marL="289560" marR="1187450" indent="-120650">
              <a:lnSpc>
                <a:spcPct val="100000"/>
              </a:lnSpc>
              <a:buAutoNum type="arabicPeriod"/>
              <a:tabLst>
                <a:tab pos="330200" algn="l"/>
              </a:tabLst>
            </a:pPr>
            <a:r>
              <a:rPr sz="1000" b="0" spc="-10" dirty="0">
                <a:solidFill>
                  <a:srgbClr val="191919"/>
                </a:solidFill>
                <a:latin typeface="Lucida Console"/>
                <a:cs typeface="Lucida Console"/>
              </a:rPr>
              <a:t>Buscá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5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8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b="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parables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venta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hoy 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(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Zonaprop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Argenprop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ercado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4" dirty="0">
                <a:solidFill>
                  <a:srgbClr val="191919"/>
                </a:solidFill>
                <a:latin typeface="Lucida Console"/>
                <a:cs typeface="Lucida Console"/>
              </a:rPr>
              <a:t>Libre).</a:t>
            </a:r>
            <a:endParaRPr sz="1000" dirty="0">
              <a:latin typeface="Lucida Console"/>
              <a:cs typeface="Lucida Console"/>
            </a:endParaRPr>
          </a:p>
          <a:p>
            <a:pPr marL="289560" marR="1343660" indent="-120650">
              <a:lnSpc>
                <a:spcPct val="100000"/>
              </a:lnSpc>
              <a:buAutoNum type="arabicPeriod"/>
              <a:tabLst>
                <a:tab pos="330200" algn="l"/>
              </a:tabLst>
            </a:pP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Arm</a:t>
            </a:r>
            <a:r>
              <a:rPr sz="1000" b="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á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una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tabla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con:</a:t>
            </a:r>
            <a:r>
              <a:rPr lang="es-AR"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dirección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5" dirty="0">
                <a:solidFill>
                  <a:srgbClr val="191919"/>
                </a:solidFill>
                <a:latin typeface="Lucida Console"/>
                <a:cs typeface="Lucida Console"/>
              </a:rPr>
              <a:t>²· 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precio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publicado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4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40" dirty="0">
                <a:solidFill>
                  <a:srgbClr val="191919"/>
                </a:solidFill>
                <a:latin typeface="Lucida Console"/>
                <a:cs typeface="Lucida Console"/>
              </a:rPr>
              <a:t>/m</a:t>
            </a:r>
            <a:r>
              <a:rPr sz="1000" b="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².</a:t>
            </a:r>
            <a:endParaRPr sz="1000" dirty="0">
              <a:latin typeface="Lucida Console"/>
              <a:cs typeface="Lucida Console"/>
            </a:endParaRPr>
          </a:p>
          <a:p>
            <a:pPr marL="168910" marR="1095375">
              <a:lnSpc>
                <a:spcPct val="100000"/>
              </a:lnSpc>
              <a:buAutoNum type="arabicPeriod"/>
              <a:tabLst>
                <a:tab pos="330200" algn="l"/>
              </a:tabLst>
            </a:pP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Calculá </a:t>
            </a:r>
            <a:r>
              <a:rPr sz="1000" b="0" spc="-95" dirty="0" err="1">
                <a:solidFill>
                  <a:srgbClr val="191919"/>
                </a:solidFill>
                <a:latin typeface="Lucida Console"/>
                <a:cs typeface="Lucida Console"/>
              </a:rPr>
              <a:t>precio</a:t>
            </a:r>
            <a:r>
              <a:rPr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prom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edio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35" dirty="0">
                <a:solidFill>
                  <a:srgbClr val="191919"/>
                </a:solidFill>
                <a:latin typeface="Lucida Console"/>
                <a:cs typeface="Lucida Console"/>
              </a:rPr>
              <a:t>por</a:t>
            </a:r>
            <a:r>
              <a:rPr lang="es-AR" sz="1000" b="0" spc="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3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².  </a:t>
            </a:r>
            <a:r>
              <a:rPr lang="es-AR"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4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.Sugeríun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rango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tasación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(</a:t>
            </a:r>
            <a:r>
              <a:rPr sz="1000" b="0" spc="-11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40" dirty="0" err="1">
                <a:solidFill>
                  <a:srgbClr val="191919"/>
                </a:solidFill>
                <a:latin typeface="Lucida Console"/>
                <a:cs typeface="Lucida Console"/>
              </a:rPr>
              <a:t>ín-m</a:t>
            </a:r>
            <a:r>
              <a:rPr sz="1000" b="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áx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).</a:t>
            </a:r>
            <a:endParaRPr sz="1000" dirty="0">
              <a:latin typeface="Lucida Console"/>
              <a:cs typeface="Lucida Console"/>
            </a:endParaRPr>
          </a:p>
          <a:p>
            <a:pPr marL="59055">
              <a:lnSpc>
                <a:spcPts val="1060"/>
              </a:lnSpc>
              <a:tabLst>
                <a:tab pos="3990975" algn="l"/>
              </a:tabLst>
            </a:pPr>
            <a:r>
              <a:rPr sz="1000" b="0" dirty="0">
                <a:solidFill>
                  <a:srgbClr val="191919"/>
                </a:solidFill>
                <a:latin typeface="Times New Roman"/>
                <a:cs typeface="Times New Roman"/>
              </a:rPr>
              <a:t>  </a:t>
            </a:r>
            <a:r>
              <a:rPr sz="1000" b="0" spc="1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000" b="0" spc="-140" dirty="0">
                <a:solidFill>
                  <a:srgbClr val="191919"/>
                </a:solidFill>
                <a:latin typeface="Lucida Console"/>
                <a:cs typeface="Lucida Console"/>
              </a:rPr>
              <a:t>5.Justificá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elrango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3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bulets</a:t>
            </a:r>
            <a:r>
              <a:rPr sz="100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6844" y="2788922"/>
            <a:ext cx="3931920" cy="1874520"/>
          </a:xfrm>
          <a:custGeom>
            <a:avLst/>
            <a:gdLst/>
            <a:ahLst/>
            <a:cxnLst/>
            <a:rect l="l" t="t" r="r" b="b"/>
            <a:pathLst>
              <a:path w="3931920" h="187452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858475" y="0"/>
                </a:lnTo>
                <a:lnTo>
                  <a:pt x="3903003" y="15104"/>
                </a:lnTo>
                <a:lnTo>
                  <a:pt x="3929122" y="54224"/>
                </a:lnTo>
                <a:lnTo>
                  <a:pt x="3931551" y="73075"/>
                </a:lnTo>
                <a:lnTo>
                  <a:pt x="3931920" y="1801075"/>
                </a:lnTo>
                <a:lnTo>
                  <a:pt x="3931312" y="1810715"/>
                </a:lnTo>
                <a:lnTo>
                  <a:pt x="3929489" y="1820116"/>
                </a:lnTo>
                <a:lnTo>
                  <a:pt x="3903209" y="1859060"/>
                </a:lnTo>
                <a:lnTo>
                  <a:pt x="3858831" y="1874164"/>
                </a:lnTo>
                <a:lnTo>
                  <a:pt x="73075" y="1874520"/>
                </a:lnTo>
                <a:lnTo>
                  <a:pt x="28548" y="1859415"/>
                </a:lnTo>
                <a:lnTo>
                  <a:pt x="2428" y="1820295"/>
                </a:lnTo>
                <a:lnTo>
                  <a:pt x="0" y="1801444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879" y="3018601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30" h="227330">
                <a:moveTo>
                  <a:pt x="191516" y="164160"/>
                </a:moveTo>
                <a:lnTo>
                  <a:pt x="148323" y="164160"/>
                </a:lnTo>
                <a:lnTo>
                  <a:pt x="148323" y="174244"/>
                </a:lnTo>
                <a:lnTo>
                  <a:pt x="149402" y="177114"/>
                </a:lnTo>
                <a:lnTo>
                  <a:pt x="151561" y="178917"/>
                </a:lnTo>
                <a:lnTo>
                  <a:pt x="199796" y="227164"/>
                </a:lnTo>
                <a:lnTo>
                  <a:pt x="206286" y="227164"/>
                </a:lnTo>
                <a:lnTo>
                  <a:pt x="227164" y="206286"/>
                </a:lnTo>
                <a:lnTo>
                  <a:pt x="227164" y="199440"/>
                </a:lnTo>
                <a:lnTo>
                  <a:pt x="222834" y="195478"/>
                </a:lnTo>
                <a:lnTo>
                  <a:pt x="191516" y="164160"/>
                </a:lnTo>
                <a:close/>
              </a:path>
              <a:path w="227330" h="227330">
                <a:moveTo>
                  <a:pt x="91795" y="0"/>
                </a:moveTo>
                <a:lnTo>
                  <a:pt x="56042" y="7206"/>
                </a:lnTo>
                <a:lnTo>
                  <a:pt x="26866" y="26866"/>
                </a:lnTo>
                <a:lnTo>
                  <a:pt x="7206" y="56042"/>
                </a:lnTo>
                <a:lnTo>
                  <a:pt x="0" y="91795"/>
                </a:lnTo>
                <a:lnTo>
                  <a:pt x="7206" y="127555"/>
                </a:lnTo>
                <a:lnTo>
                  <a:pt x="26866" y="156735"/>
                </a:lnTo>
                <a:lnTo>
                  <a:pt x="56042" y="176397"/>
                </a:lnTo>
                <a:lnTo>
                  <a:pt x="91795" y="183603"/>
                </a:lnTo>
                <a:lnTo>
                  <a:pt x="107414" y="182287"/>
                </a:lnTo>
                <a:lnTo>
                  <a:pt x="122221" y="178473"/>
                </a:lnTo>
                <a:lnTo>
                  <a:pt x="135947" y="172363"/>
                </a:lnTo>
                <a:lnTo>
                  <a:pt x="148323" y="164160"/>
                </a:lnTo>
                <a:lnTo>
                  <a:pt x="191516" y="164160"/>
                </a:lnTo>
                <a:lnTo>
                  <a:pt x="182880" y="155524"/>
                </a:lnTo>
                <a:lnTo>
                  <a:pt x="91795" y="155524"/>
                </a:lnTo>
                <a:lnTo>
                  <a:pt x="67166" y="150527"/>
                </a:lnTo>
                <a:lnTo>
                  <a:pt x="47023" y="136890"/>
                </a:lnTo>
                <a:lnTo>
                  <a:pt x="33425" y="116636"/>
                </a:lnTo>
                <a:lnTo>
                  <a:pt x="28435" y="91795"/>
                </a:lnTo>
                <a:lnTo>
                  <a:pt x="33374" y="67166"/>
                </a:lnTo>
                <a:lnTo>
                  <a:pt x="46885" y="47023"/>
                </a:lnTo>
                <a:lnTo>
                  <a:pt x="67011" y="33425"/>
                </a:lnTo>
                <a:lnTo>
                  <a:pt x="91795" y="28435"/>
                </a:lnTo>
                <a:lnTo>
                  <a:pt x="157792" y="28435"/>
                </a:lnTo>
                <a:lnTo>
                  <a:pt x="156735" y="26866"/>
                </a:lnTo>
                <a:lnTo>
                  <a:pt x="127555" y="7206"/>
                </a:lnTo>
                <a:lnTo>
                  <a:pt x="91795" y="0"/>
                </a:lnTo>
                <a:close/>
              </a:path>
              <a:path w="227330" h="227330">
                <a:moveTo>
                  <a:pt x="157792" y="28435"/>
                </a:moveTo>
                <a:lnTo>
                  <a:pt x="91795" y="28435"/>
                </a:lnTo>
                <a:lnTo>
                  <a:pt x="116637" y="33374"/>
                </a:lnTo>
                <a:lnTo>
                  <a:pt x="136890" y="46885"/>
                </a:lnTo>
                <a:lnTo>
                  <a:pt x="150527" y="67011"/>
                </a:lnTo>
                <a:lnTo>
                  <a:pt x="155524" y="91795"/>
                </a:lnTo>
                <a:lnTo>
                  <a:pt x="150527" y="116637"/>
                </a:lnTo>
                <a:lnTo>
                  <a:pt x="136890" y="136890"/>
                </a:lnTo>
                <a:lnTo>
                  <a:pt x="116637" y="150527"/>
                </a:lnTo>
                <a:lnTo>
                  <a:pt x="91795" y="155524"/>
                </a:lnTo>
                <a:lnTo>
                  <a:pt x="182880" y="155524"/>
                </a:lnTo>
                <a:lnTo>
                  <a:pt x="178917" y="151561"/>
                </a:lnTo>
                <a:lnTo>
                  <a:pt x="177114" y="149402"/>
                </a:lnTo>
                <a:lnTo>
                  <a:pt x="174244" y="148323"/>
                </a:lnTo>
                <a:lnTo>
                  <a:pt x="164160" y="148323"/>
                </a:lnTo>
                <a:lnTo>
                  <a:pt x="172363" y="135947"/>
                </a:lnTo>
                <a:lnTo>
                  <a:pt x="178473" y="122221"/>
                </a:lnTo>
                <a:lnTo>
                  <a:pt x="182287" y="107414"/>
                </a:lnTo>
                <a:lnTo>
                  <a:pt x="183603" y="91795"/>
                </a:lnTo>
                <a:lnTo>
                  <a:pt x="176397" y="56042"/>
                </a:lnTo>
                <a:lnTo>
                  <a:pt x="157792" y="28435"/>
                </a:lnTo>
                <a:close/>
              </a:path>
              <a:path w="227330" h="227330">
                <a:moveTo>
                  <a:pt x="78841" y="110515"/>
                </a:moveTo>
                <a:lnTo>
                  <a:pt x="77038" y="110515"/>
                </a:lnTo>
                <a:lnTo>
                  <a:pt x="75958" y="111594"/>
                </a:lnTo>
                <a:lnTo>
                  <a:pt x="70560" y="116637"/>
                </a:lnTo>
                <a:lnTo>
                  <a:pt x="69126" y="118084"/>
                </a:lnTo>
                <a:lnTo>
                  <a:pt x="69126" y="120599"/>
                </a:lnTo>
                <a:lnTo>
                  <a:pt x="70916" y="122034"/>
                </a:lnTo>
                <a:lnTo>
                  <a:pt x="74879" y="124917"/>
                </a:lnTo>
                <a:lnTo>
                  <a:pt x="79921" y="126720"/>
                </a:lnTo>
                <a:lnTo>
                  <a:pt x="84962" y="127076"/>
                </a:lnTo>
                <a:lnTo>
                  <a:pt x="84962" y="136080"/>
                </a:lnTo>
                <a:lnTo>
                  <a:pt x="86398" y="137883"/>
                </a:lnTo>
                <a:lnTo>
                  <a:pt x="97205" y="137883"/>
                </a:lnTo>
                <a:lnTo>
                  <a:pt x="98996" y="136080"/>
                </a:lnTo>
                <a:lnTo>
                  <a:pt x="98996" y="127076"/>
                </a:lnTo>
                <a:lnTo>
                  <a:pt x="106325" y="125352"/>
                </a:lnTo>
                <a:lnTo>
                  <a:pt x="112271" y="121096"/>
                </a:lnTo>
                <a:lnTo>
                  <a:pt x="116259" y="114880"/>
                </a:lnTo>
                <a:lnTo>
                  <a:pt x="116611" y="113042"/>
                </a:lnTo>
                <a:lnTo>
                  <a:pt x="83883" y="113042"/>
                </a:lnTo>
                <a:lnTo>
                  <a:pt x="82080" y="112318"/>
                </a:lnTo>
                <a:lnTo>
                  <a:pt x="80276" y="111239"/>
                </a:lnTo>
                <a:lnTo>
                  <a:pt x="78841" y="110515"/>
                </a:lnTo>
                <a:close/>
              </a:path>
              <a:path w="227330" h="227330">
                <a:moveTo>
                  <a:pt x="97205" y="46075"/>
                </a:moveTo>
                <a:lnTo>
                  <a:pt x="86398" y="46075"/>
                </a:lnTo>
                <a:lnTo>
                  <a:pt x="84962" y="47523"/>
                </a:lnTo>
                <a:lnTo>
                  <a:pt x="84962" y="56515"/>
                </a:lnTo>
                <a:lnTo>
                  <a:pt x="77576" y="58245"/>
                </a:lnTo>
                <a:lnTo>
                  <a:pt x="71504" y="62504"/>
                </a:lnTo>
                <a:lnTo>
                  <a:pt x="67389" y="68718"/>
                </a:lnTo>
                <a:lnTo>
                  <a:pt x="65874" y="76314"/>
                </a:lnTo>
                <a:lnTo>
                  <a:pt x="65874" y="85318"/>
                </a:lnTo>
                <a:lnTo>
                  <a:pt x="71640" y="93243"/>
                </a:lnTo>
                <a:lnTo>
                  <a:pt x="79921" y="95758"/>
                </a:lnTo>
                <a:lnTo>
                  <a:pt x="99720" y="101523"/>
                </a:lnTo>
                <a:lnTo>
                  <a:pt x="101879" y="102235"/>
                </a:lnTo>
                <a:lnTo>
                  <a:pt x="103682" y="104762"/>
                </a:lnTo>
                <a:lnTo>
                  <a:pt x="103682" y="110515"/>
                </a:lnTo>
                <a:lnTo>
                  <a:pt x="101155" y="113042"/>
                </a:lnTo>
                <a:lnTo>
                  <a:pt x="116611" y="113042"/>
                </a:lnTo>
                <a:lnTo>
                  <a:pt x="117689" y="107414"/>
                </a:lnTo>
                <a:lnTo>
                  <a:pt x="117716" y="98285"/>
                </a:lnTo>
                <a:lnTo>
                  <a:pt x="111963" y="90360"/>
                </a:lnTo>
                <a:lnTo>
                  <a:pt x="103682" y="88201"/>
                </a:lnTo>
                <a:lnTo>
                  <a:pt x="83883" y="82080"/>
                </a:lnTo>
                <a:lnTo>
                  <a:pt x="81724" y="81356"/>
                </a:lnTo>
                <a:lnTo>
                  <a:pt x="79921" y="79197"/>
                </a:lnTo>
                <a:lnTo>
                  <a:pt x="79921" y="73444"/>
                </a:lnTo>
                <a:lnTo>
                  <a:pt x="82435" y="70561"/>
                </a:lnTo>
                <a:lnTo>
                  <a:pt x="109435" y="70561"/>
                </a:lnTo>
                <a:lnTo>
                  <a:pt x="114477" y="65519"/>
                </a:lnTo>
                <a:lnTo>
                  <a:pt x="114477" y="63004"/>
                </a:lnTo>
                <a:lnTo>
                  <a:pt x="112674" y="61556"/>
                </a:lnTo>
                <a:lnTo>
                  <a:pt x="108724" y="58686"/>
                </a:lnTo>
                <a:lnTo>
                  <a:pt x="104038" y="56883"/>
                </a:lnTo>
                <a:lnTo>
                  <a:pt x="98996" y="56515"/>
                </a:lnTo>
                <a:lnTo>
                  <a:pt x="98996" y="47523"/>
                </a:lnTo>
                <a:lnTo>
                  <a:pt x="97205" y="46075"/>
                </a:lnTo>
                <a:close/>
              </a:path>
              <a:path w="227330" h="227330">
                <a:moveTo>
                  <a:pt x="109435" y="70561"/>
                </a:moveTo>
                <a:lnTo>
                  <a:pt x="99720" y="70561"/>
                </a:lnTo>
                <a:lnTo>
                  <a:pt x="101523" y="71285"/>
                </a:lnTo>
                <a:lnTo>
                  <a:pt x="103314" y="72364"/>
                </a:lnTo>
                <a:lnTo>
                  <a:pt x="104762" y="73075"/>
                </a:lnTo>
                <a:lnTo>
                  <a:pt x="106565" y="73075"/>
                </a:lnTo>
                <a:lnTo>
                  <a:pt x="108000" y="71996"/>
                </a:lnTo>
                <a:lnTo>
                  <a:pt x="109435" y="705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sz="half" idx="2"/>
          </p:nvPr>
        </p:nvSpPr>
        <p:spPr>
          <a:xfrm>
            <a:off x="488702" y="1406145"/>
            <a:ext cx="3808729" cy="2980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</a:t>
            </a:r>
            <a:r>
              <a:rPr spc="-90" dirty="0"/>
              <a:t> </a:t>
            </a:r>
            <a:r>
              <a:rPr spc="-10" dirty="0"/>
              <a:t>CORTO</a:t>
            </a:r>
          </a:p>
          <a:p>
            <a:pPr marL="168910" marR="197485">
              <a:lnSpc>
                <a:spcPct val="100000"/>
              </a:lnSpc>
              <a:spcBef>
                <a:spcPts val="420"/>
              </a:spcBef>
            </a:pPr>
            <a:r>
              <a:rPr sz="105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"</a:t>
            </a:r>
            <a:r>
              <a:rPr sz="1050" b="0" spc="-30" dirty="0" err="1">
                <a:solidFill>
                  <a:srgbClr val="191919"/>
                </a:solidFill>
                <a:latin typeface="Lucida Console"/>
                <a:cs typeface="Lucida Console"/>
              </a:rPr>
              <a:t>Buscam</a:t>
            </a:r>
            <a:r>
              <a:rPr sz="105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propiedades</a:t>
            </a:r>
            <a:r>
              <a:rPr sz="105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45" dirty="0" err="1">
                <a:solidFill>
                  <a:srgbClr val="191919"/>
                </a:solidFill>
                <a:latin typeface="Lucida Console"/>
                <a:cs typeface="Lucida Console"/>
              </a:rPr>
              <a:t>sim</a:t>
            </a:r>
            <a:r>
              <a:rPr sz="1050" b="0" spc="-155" dirty="0" err="1">
                <a:solidFill>
                  <a:srgbClr val="191919"/>
                </a:solidFill>
                <a:latin typeface="Lucida Console"/>
                <a:cs typeface="Lucida Console"/>
              </a:rPr>
              <a:t>ilares</a:t>
            </a:r>
            <a:r>
              <a:rPr sz="1050" b="0" spc="-1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lang="es-AR" sz="1050" b="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venta</a:t>
            </a:r>
            <a:r>
              <a:rPr sz="105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50" b="0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lang="es-AR" sz="105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Maipú Mendoza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2</a:t>
            </a:r>
            <a:r>
              <a:rPr sz="105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dirty="0">
                <a:solidFill>
                  <a:srgbClr val="191919"/>
                </a:solidFill>
                <a:latin typeface="Lucida Console"/>
                <a:cs typeface="Lucida Console"/>
              </a:rPr>
              <a:t>am</a:t>
            </a:r>
            <a:r>
              <a:rPr sz="105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bientes,60</a:t>
            </a:r>
            <a:r>
              <a:rPr sz="105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5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²,y</a:t>
            </a:r>
            <a:r>
              <a:rPr sz="1050"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5" dirty="0">
                <a:solidFill>
                  <a:srgbClr val="191919"/>
                </a:solidFill>
                <a:latin typeface="Lucida Console"/>
                <a:cs typeface="Lucida Console"/>
              </a:rPr>
              <a:t>dam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  </a:t>
            </a:r>
            <a:r>
              <a:rPr sz="105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precio </a:t>
            </a:r>
            <a:r>
              <a:rPr sz="105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prom</a:t>
            </a:r>
            <a:r>
              <a:rPr sz="1050" b="0" spc="-4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edio."</a:t>
            </a:r>
            <a:endParaRPr sz="105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 marL="815975" indent="-162560">
              <a:lnSpc>
                <a:spcPct val="100000"/>
              </a:lnSpc>
              <a:spcBef>
                <a:spcPts val="1070"/>
              </a:spcBef>
              <a:buFont typeface="Yu Gothic"/>
              <a:buChar char="✓"/>
              <a:tabLst>
                <a:tab pos="816610" algn="l"/>
              </a:tabLst>
            </a:pPr>
            <a:r>
              <a:rPr sz="1200" spc="-20" dirty="0">
                <a:solidFill>
                  <a:srgbClr val="2E7C5B"/>
                </a:solidFill>
              </a:rPr>
              <a:t>Truco</a:t>
            </a:r>
            <a:r>
              <a:rPr sz="1200" spc="-55" dirty="0">
                <a:solidFill>
                  <a:srgbClr val="2E7C5B"/>
                </a:solidFill>
              </a:rPr>
              <a:t> </a:t>
            </a:r>
            <a:r>
              <a:rPr sz="1200" spc="-10" dirty="0">
                <a:solidFill>
                  <a:srgbClr val="2E7C5B"/>
                </a:solidFill>
              </a:rPr>
              <a:t>profesional</a:t>
            </a:r>
            <a:endParaRPr sz="1200" dirty="0"/>
          </a:p>
          <a:p>
            <a:pPr marL="653415">
              <a:lnSpc>
                <a:spcPts val="1260"/>
              </a:lnSpc>
              <a:spcBef>
                <a:spcPts val="355"/>
              </a:spcBef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Pedile siempre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a Claude que</a:t>
            </a:r>
            <a:r>
              <a:rPr sz="1050" b="0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indique: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dónde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sacó cada dato</a:t>
            </a:r>
            <a:r>
              <a:rPr sz="1050" b="0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(URL).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Fecha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publicación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del</a:t>
            </a:r>
            <a:r>
              <a:rPr sz="1050" b="0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aviso.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ct val="100000"/>
              </a:lnSpc>
              <a:buChar char="•"/>
              <a:tabLst>
                <a:tab pos="749935" algn="l"/>
              </a:tabLst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Si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encontró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algún outlier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(precio</a:t>
            </a:r>
            <a:r>
              <a:rPr sz="1050" b="0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5" dirty="0">
                <a:solidFill>
                  <a:srgbClr val="191919"/>
                </a:solidFill>
                <a:latin typeface="Calibri"/>
                <a:cs typeface="Calibri"/>
              </a:rPr>
              <a:t>raro).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653415" marR="992505">
              <a:lnSpc>
                <a:spcPct val="100000"/>
              </a:lnSpc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Así sabés qué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validar antes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presentar 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la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tasación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al</a:t>
            </a:r>
            <a:r>
              <a:rPr sz="1050" b="0" spc="-4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cliente.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1989" y="4285505"/>
            <a:ext cx="359123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Recordá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arcá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si</a:t>
            </a:r>
            <a:r>
              <a:rPr lang="es-AR"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algún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dato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no</a:t>
            </a:r>
            <a:r>
              <a:rPr sz="100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pudiste</a:t>
            </a:r>
            <a:r>
              <a:rPr lang="es-AR"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350" i="1" spc="-135" baseline="-21604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00" spc="-130" dirty="0" err="1">
                <a:solidFill>
                  <a:srgbClr val="191919"/>
                </a:solidFill>
                <a:latin typeface="Lucida Console"/>
                <a:cs typeface="Lucida Console"/>
              </a:rPr>
              <a:t>verificar</a:t>
            </a:r>
            <a:r>
              <a:rPr lang="es-AR" sz="1000" spc="-130" dirty="0">
                <a:solidFill>
                  <a:srgbClr val="191919"/>
                </a:solidFill>
                <a:latin typeface="Lucida Console"/>
                <a:cs typeface="Lucida Console"/>
              </a:rPr>
              <a:t>l</a:t>
            </a:r>
            <a:r>
              <a:rPr sz="1000" spc="-4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5" dirty="0">
                <a:solidFill>
                  <a:srgbClr val="191919"/>
                </a:solidFill>
                <a:latin typeface="Lucida Console"/>
                <a:cs typeface="Lucida Console"/>
              </a:rPr>
              <a:t>silos</a:t>
            </a:r>
            <a:r>
              <a:rPr sz="100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191919"/>
                </a:solidFill>
                <a:latin typeface="Lucida Console"/>
                <a:cs typeface="Lucida Console"/>
              </a:rPr>
              <a:t>avisos</a:t>
            </a:r>
            <a:r>
              <a:rPr sz="100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30" dirty="0">
                <a:solidFill>
                  <a:srgbClr val="191919"/>
                </a:solidFill>
                <a:latin typeface="Lucida Console"/>
                <a:cs typeface="Lucida Console"/>
              </a:rPr>
              <a:t>son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10" dirty="0">
                <a:solidFill>
                  <a:srgbClr val="191919"/>
                </a:solidFill>
                <a:latin typeface="Lucida Console"/>
                <a:cs typeface="Lucida Console"/>
              </a:rPr>
              <a:t>viejos.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695134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2.2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30" dirty="0">
                <a:solidFill>
                  <a:srgbClr val="003DA4"/>
                </a:solidFill>
              </a:rPr>
              <a:t>Tendencias </a:t>
            </a:r>
            <a:r>
              <a:rPr sz="2800" dirty="0">
                <a:solidFill>
                  <a:srgbClr val="003DA4"/>
                </a:solidFill>
              </a:rPr>
              <a:t>y </a:t>
            </a:r>
            <a:r>
              <a:rPr sz="2800" spc="-20" dirty="0">
                <a:solidFill>
                  <a:srgbClr val="003DA4"/>
                </a:solidFill>
              </a:rPr>
              <a:t>radar </a:t>
            </a:r>
            <a:r>
              <a:rPr sz="2800" spc="-5" dirty="0">
                <a:solidFill>
                  <a:srgbClr val="003DA4"/>
                </a:solidFill>
              </a:rPr>
              <a:t>de</a:t>
            </a:r>
            <a:r>
              <a:rPr sz="2800" spc="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oportunidades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Investigá cómo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se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mueve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el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mercado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en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tu</a:t>
            </a:r>
            <a:r>
              <a:rPr sz="1300" b="0" i="1" spc="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zona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634" y="1199148"/>
            <a:ext cx="8441994" cy="1492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844" y="1279806"/>
            <a:ext cx="8229600" cy="1280160"/>
          </a:xfrm>
          <a:custGeom>
            <a:avLst/>
            <a:gdLst/>
            <a:ahLst/>
            <a:cxnLst/>
            <a:rect l="l" t="t" r="r" b="b"/>
            <a:pathLst>
              <a:path w="8229600" h="1280160">
                <a:moveTo>
                  <a:pt x="813779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188720"/>
                </a:lnTo>
                <a:lnTo>
                  <a:pt x="12230" y="1234440"/>
                </a:lnTo>
                <a:lnTo>
                  <a:pt x="45720" y="1267917"/>
                </a:lnTo>
                <a:lnTo>
                  <a:pt x="91439" y="1280160"/>
                </a:lnTo>
                <a:lnTo>
                  <a:pt x="8138160" y="1279791"/>
                </a:lnTo>
                <a:lnTo>
                  <a:pt x="8183880" y="1267561"/>
                </a:lnTo>
                <a:lnTo>
                  <a:pt x="8217357" y="1234071"/>
                </a:lnTo>
                <a:lnTo>
                  <a:pt x="8229600" y="1188351"/>
                </a:lnTo>
                <a:lnTo>
                  <a:pt x="8229231" y="91440"/>
                </a:lnTo>
                <a:lnTo>
                  <a:pt x="8217001" y="45720"/>
                </a:lnTo>
                <a:lnTo>
                  <a:pt x="8183511" y="12230"/>
                </a:lnTo>
                <a:lnTo>
                  <a:pt x="81377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279806"/>
            <a:ext cx="8229600" cy="1280160"/>
          </a:xfrm>
          <a:custGeom>
            <a:avLst/>
            <a:gdLst/>
            <a:ahLst/>
            <a:cxnLst/>
            <a:rect l="l" t="t" r="r" b="b"/>
            <a:pathLst>
              <a:path w="8229600" h="1280160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8137791" y="0"/>
                </a:lnTo>
                <a:lnTo>
                  <a:pt x="8183511" y="12230"/>
                </a:lnTo>
                <a:lnTo>
                  <a:pt x="8217001" y="45720"/>
                </a:lnTo>
                <a:lnTo>
                  <a:pt x="8229231" y="91440"/>
                </a:lnTo>
                <a:lnTo>
                  <a:pt x="8229600" y="1188351"/>
                </a:lnTo>
                <a:lnTo>
                  <a:pt x="8228799" y="1200358"/>
                </a:lnTo>
                <a:lnTo>
                  <a:pt x="8226445" y="1212026"/>
                </a:lnTo>
                <a:lnTo>
                  <a:pt x="8202909" y="1253112"/>
                </a:lnTo>
                <a:lnTo>
                  <a:pt x="8161824" y="1276643"/>
                </a:lnTo>
                <a:lnTo>
                  <a:pt x="91439" y="1280160"/>
                </a:lnTo>
                <a:lnTo>
                  <a:pt x="45720" y="1267917"/>
                </a:lnTo>
                <a:lnTo>
                  <a:pt x="12230" y="1234440"/>
                </a:lnTo>
                <a:lnTo>
                  <a:pt x="0" y="118872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280160"/>
          </a:xfrm>
          <a:custGeom>
            <a:avLst/>
            <a:gdLst/>
            <a:ahLst/>
            <a:cxnLst/>
            <a:rect l="l" t="t" r="r" b="b"/>
            <a:pathLst>
              <a:path w="64134" h="1280160">
                <a:moveTo>
                  <a:pt x="63715" y="0"/>
                </a:moveTo>
                <a:lnTo>
                  <a:pt x="0" y="0"/>
                </a:lnTo>
                <a:lnTo>
                  <a:pt x="0" y="1279791"/>
                </a:lnTo>
                <a:lnTo>
                  <a:pt x="63715" y="127979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280160"/>
          </a:xfrm>
          <a:custGeom>
            <a:avLst/>
            <a:gdLst/>
            <a:ahLst/>
            <a:cxnLst/>
            <a:rect l="l" t="t" r="r" b="b"/>
            <a:pathLst>
              <a:path w="64134" h="1280160">
                <a:moveTo>
                  <a:pt x="32029" y="1279791"/>
                </a:moveTo>
                <a:lnTo>
                  <a:pt x="0" y="1279791"/>
                </a:lnTo>
                <a:lnTo>
                  <a:pt x="0" y="0"/>
                </a:lnTo>
                <a:lnTo>
                  <a:pt x="63715" y="0"/>
                </a:lnTo>
                <a:lnTo>
                  <a:pt x="63715" y="1279791"/>
                </a:lnTo>
                <a:lnTo>
                  <a:pt x="32029" y="127979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5375" y="1267460"/>
            <a:ext cx="7299325" cy="130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Prompt</a:t>
            </a:r>
            <a:r>
              <a:rPr sz="1100" b="1" spc="-8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completo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sz="100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20" dirty="0" err="1">
                <a:solidFill>
                  <a:srgbClr val="191919"/>
                </a:solidFill>
                <a:latin typeface="Lucida Console"/>
                <a:cs typeface="Lucida Console"/>
              </a:rPr>
              <a:t>analista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ercado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spc="-165" dirty="0" err="1">
                <a:solidFill>
                  <a:srgbClr val="191919"/>
                </a:solidFill>
                <a:latin typeface="Lucida Console"/>
                <a:cs typeface="Lucida Console"/>
              </a:rPr>
              <a:t>biliario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argentino.H</a:t>
            </a:r>
            <a:r>
              <a:rPr sz="1000" spc="-459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acé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30" dirty="0" err="1">
                <a:solidFill>
                  <a:srgbClr val="191919"/>
                </a:solidFill>
                <a:latin typeface="Lucida Console"/>
                <a:cs typeface="Lucida Console"/>
              </a:rPr>
              <a:t>inform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95" dirty="0">
                <a:solidFill>
                  <a:srgbClr val="191919"/>
                </a:solidFill>
                <a:latin typeface="Lucida Console"/>
                <a:cs typeface="Lucida Console"/>
              </a:rPr>
              <a:t>corto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sobre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el</a:t>
            </a:r>
            <a:r>
              <a:rPr lang="es-AR"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barrio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14" dirty="0">
                <a:solidFill>
                  <a:srgbClr val="191919"/>
                </a:solidFill>
                <a:latin typeface="Lucida Console"/>
                <a:cs typeface="Lucida Console"/>
              </a:rPr>
              <a:t>[</a:t>
            </a:r>
            <a:r>
              <a:rPr lang="es-AR" sz="1000" spc="-114" dirty="0">
                <a:solidFill>
                  <a:srgbClr val="191919"/>
                </a:solidFill>
                <a:latin typeface="Lucida Console"/>
                <a:cs typeface="Lucida Console"/>
              </a:rPr>
              <a:t>XX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lang="es-AR"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XX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lang="es-AR"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Maipu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]</a:t>
            </a:r>
            <a:r>
              <a:rPr sz="1000" spc="-509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191919"/>
                </a:solidFill>
                <a:latin typeface="Lucida Console"/>
                <a:cs typeface="Lucida Console"/>
              </a:rPr>
              <a:t>enfocado</a:t>
            </a:r>
            <a:r>
              <a:rPr sz="100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5" dirty="0">
                <a:solidFill>
                  <a:srgbClr val="191919"/>
                </a:solidFill>
                <a:latin typeface="Lucida Console"/>
                <a:cs typeface="Lucida Console"/>
              </a:rPr>
              <a:t>en: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lang="es-AR"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Evolución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 err="1">
                <a:solidFill>
                  <a:srgbClr val="191919"/>
                </a:solidFill>
                <a:latin typeface="Lucida Console"/>
                <a:cs typeface="Lucida Console"/>
              </a:rPr>
              <a:t>precio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spc="-4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40" dirty="0">
                <a:solidFill>
                  <a:srgbClr val="191919"/>
                </a:solidFill>
                <a:latin typeface="Lucida Console"/>
                <a:cs typeface="Lucida Console"/>
              </a:rPr>
              <a:t>/m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²</a:t>
            </a:r>
            <a:r>
              <a:rPr sz="1000" spc="-4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10" dirty="0">
                <a:solidFill>
                  <a:srgbClr val="191919"/>
                </a:solidFill>
                <a:latin typeface="Lucida Console"/>
                <a:cs typeface="Lucida Console"/>
              </a:rPr>
              <a:t>los</a:t>
            </a:r>
            <a:r>
              <a:rPr sz="100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70" dirty="0">
                <a:solidFill>
                  <a:srgbClr val="191919"/>
                </a:solidFill>
                <a:latin typeface="Lucida Console"/>
                <a:cs typeface="Lucida Console"/>
              </a:rPr>
              <a:t>últim</a:t>
            </a:r>
            <a:r>
              <a:rPr sz="100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191919"/>
                </a:solidFill>
                <a:latin typeface="Lucida Console"/>
                <a:cs typeface="Lucida Console"/>
              </a:rPr>
              <a:t>os</a:t>
            </a:r>
            <a:r>
              <a:rPr sz="100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3</a:t>
            </a:r>
            <a:r>
              <a:rPr sz="100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5" dirty="0">
                <a:solidFill>
                  <a:srgbClr val="191919"/>
                </a:solidFill>
                <a:latin typeface="Lucida Console"/>
                <a:cs typeface="Lucida Console"/>
              </a:rPr>
              <a:t>años.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lang="es-AR"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Velocidad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venta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prom</a:t>
            </a: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edio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(días</a:t>
            </a:r>
            <a:r>
              <a:rPr sz="100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60" dirty="0">
                <a:solidFill>
                  <a:srgbClr val="191919"/>
                </a:solidFill>
                <a:latin typeface="Lucida Console"/>
                <a:cs typeface="Lucida Console"/>
              </a:rPr>
              <a:t>ercado).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-Tipos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91919"/>
                </a:solidFill>
                <a:latin typeface="Lucida Console"/>
                <a:cs typeface="Lucida Console"/>
              </a:rPr>
              <a:t>propiedad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ás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se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10" dirty="0">
                <a:solidFill>
                  <a:srgbClr val="191919"/>
                </a:solidFill>
                <a:latin typeface="Lucida Console"/>
                <a:cs typeface="Lucida Console"/>
              </a:rPr>
              <a:t>venden.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spc="40" dirty="0" err="1">
                <a:solidFill>
                  <a:srgbClr val="191919"/>
                </a:solidFill>
                <a:latin typeface="Lucida Console"/>
                <a:cs typeface="Lucida Console"/>
              </a:rPr>
              <a:t>Cam</a:t>
            </a: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bios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90" dirty="0">
                <a:solidFill>
                  <a:srgbClr val="191919"/>
                </a:solidFill>
                <a:latin typeface="Lucida Console"/>
                <a:cs typeface="Lucida Console"/>
              </a:rPr>
              <a:t>recientes</a:t>
            </a:r>
            <a:r>
              <a:rPr sz="100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5" dirty="0" err="1">
                <a:solidFill>
                  <a:srgbClr val="191919"/>
                </a:solidFill>
                <a:latin typeface="Lucida Console"/>
                <a:cs typeface="Lucida Console"/>
              </a:rPr>
              <a:t>dem</a:t>
            </a:r>
            <a:r>
              <a:rPr sz="100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anda</a:t>
            </a:r>
            <a:r>
              <a:rPr sz="100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30" dirty="0">
                <a:solidFill>
                  <a:srgbClr val="191919"/>
                </a:solidFill>
                <a:latin typeface="Lucida Console"/>
                <a:cs typeface="Lucida Console"/>
              </a:rPr>
              <a:t>(</a:t>
            </a:r>
            <a:r>
              <a:rPr sz="1000" spc="-130" dirty="0" err="1">
                <a:solidFill>
                  <a:srgbClr val="191919"/>
                </a:solidFill>
                <a:latin typeface="Lucida Console"/>
                <a:cs typeface="Lucida Console"/>
              </a:rPr>
              <a:t>alquiler</a:t>
            </a:r>
            <a:r>
              <a:rPr sz="100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tem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porario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oficinas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residencial</a:t>
            </a:r>
            <a:r>
              <a:rPr sz="1000" spc="-105" dirty="0">
                <a:solidFill>
                  <a:srgbClr val="191919"/>
                </a:solidFill>
                <a:latin typeface="Lucida Console"/>
                <a:cs typeface="Lucida Console"/>
              </a:rPr>
              <a:t>).</a:t>
            </a:r>
            <a:endParaRPr sz="10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spc="30" dirty="0">
                <a:solidFill>
                  <a:srgbClr val="191919"/>
                </a:solidFill>
                <a:latin typeface="Lucida Console"/>
                <a:cs typeface="Lucida Console"/>
              </a:rPr>
              <a:t>-3</a:t>
            </a:r>
            <a:r>
              <a:rPr sz="100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conclusiones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191919"/>
                </a:solidFill>
                <a:latin typeface="Lucida Console"/>
                <a:cs typeface="Lucida Console"/>
              </a:rPr>
              <a:t>accionables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100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captar</a:t>
            </a:r>
            <a:r>
              <a:rPr sz="100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spc="-125" dirty="0" err="1">
                <a:solidFill>
                  <a:srgbClr val="191919"/>
                </a:solidFill>
                <a:latin typeface="Lucida Console"/>
                <a:cs typeface="Lucida Console"/>
              </a:rPr>
              <a:t>ejor</a:t>
            </a:r>
            <a:r>
              <a:rPr sz="1000" spc="-12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180107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755711"/>
                </a:lnTo>
                <a:lnTo>
                  <a:pt x="15098" y="1800089"/>
                </a:lnTo>
                <a:lnTo>
                  <a:pt x="54046" y="1826369"/>
                </a:lnTo>
                <a:lnTo>
                  <a:pt x="73075" y="1828800"/>
                </a:lnTo>
                <a:lnTo>
                  <a:pt x="1801444" y="1828431"/>
                </a:lnTo>
                <a:lnTo>
                  <a:pt x="1845814" y="1813340"/>
                </a:lnTo>
                <a:lnTo>
                  <a:pt x="1872091" y="1774390"/>
                </a:lnTo>
                <a:lnTo>
                  <a:pt x="1874520" y="1755355"/>
                </a:lnTo>
                <a:lnTo>
                  <a:pt x="1874164" y="73075"/>
                </a:lnTo>
                <a:lnTo>
                  <a:pt x="1859060" y="28698"/>
                </a:lnTo>
                <a:lnTo>
                  <a:pt x="1820116" y="2428"/>
                </a:lnTo>
                <a:lnTo>
                  <a:pt x="180107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705" y="15091"/>
                </a:lnTo>
                <a:lnTo>
                  <a:pt x="73075" y="0"/>
                </a:lnTo>
                <a:lnTo>
                  <a:pt x="1801075" y="0"/>
                </a:lnTo>
                <a:lnTo>
                  <a:pt x="1845608" y="15096"/>
                </a:lnTo>
                <a:lnTo>
                  <a:pt x="1871733" y="54219"/>
                </a:lnTo>
                <a:lnTo>
                  <a:pt x="1874164" y="73075"/>
                </a:lnTo>
                <a:lnTo>
                  <a:pt x="1874520" y="1755355"/>
                </a:lnTo>
                <a:lnTo>
                  <a:pt x="1873912" y="1764989"/>
                </a:lnTo>
                <a:lnTo>
                  <a:pt x="1872091" y="1774390"/>
                </a:lnTo>
                <a:lnTo>
                  <a:pt x="1845814" y="1813340"/>
                </a:lnTo>
                <a:lnTo>
                  <a:pt x="1801444" y="1828431"/>
                </a:lnTo>
                <a:lnTo>
                  <a:pt x="73075" y="1828800"/>
                </a:lnTo>
                <a:lnTo>
                  <a:pt x="28555" y="1813690"/>
                </a:lnTo>
                <a:lnTo>
                  <a:pt x="2428" y="1774567"/>
                </a:lnTo>
                <a:lnTo>
                  <a:pt x="0" y="1755711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30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19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430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19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75473" y="3055685"/>
            <a:ext cx="237490" cy="241935"/>
          </a:xfrm>
          <a:custGeom>
            <a:avLst/>
            <a:gdLst/>
            <a:ahLst/>
            <a:cxnLst/>
            <a:rect l="l" t="t" r="r" b="b"/>
            <a:pathLst>
              <a:path w="237490" h="241935">
                <a:moveTo>
                  <a:pt x="140042" y="74510"/>
                </a:moveTo>
                <a:lnTo>
                  <a:pt x="97205" y="74510"/>
                </a:lnTo>
                <a:lnTo>
                  <a:pt x="97205" y="236156"/>
                </a:lnTo>
                <a:lnTo>
                  <a:pt x="102971" y="241922"/>
                </a:lnTo>
                <a:lnTo>
                  <a:pt x="134289" y="241922"/>
                </a:lnTo>
                <a:lnTo>
                  <a:pt x="140042" y="236156"/>
                </a:lnTo>
                <a:lnTo>
                  <a:pt x="140042" y="74510"/>
                </a:lnTo>
                <a:close/>
              </a:path>
              <a:path w="237490" h="241935">
                <a:moveTo>
                  <a:pt x="122770" y="0"/>
                </a:moveTo>
                <a:lnTo>
                  <a:pt x="114490" y="0"/>
                </a:lnTo>
                <a:lnTo>
                  <a:pt x="0" y="114477"/>
                </a:lnTo>
                <a:lnTo>
                  <a:pt x="0" y="122402"/>
                </a:lnTo>
                <a:lnTo>
                  <a:pt x="16929" y="139319"/>
                </a:lnTo>
                <a:lnTo>
                  <a:pt x="21971" y="144716"/>
                </a:lnTo>
                <a:lnTo>
                  <a:pt x="30606" y="144716"/>
                </a:lnTo>
                <a:lnTo>
                  <a:pt x="35648" y="139319"/>
                </a:lnTo>
                <a:lnTo>
                  <a:pt x="97205" y="74510"/>
                </a:lnTo>
                <a:lnTo>
                  <a:pt x="197281" y="74510"/>
                </a:lnTo>
                <a:lnTo>
                  <a:pt x="122770" y="0"/>
                </a:lnTo>
                <a:close/>
              </a:path>
              <a:path w="237490" h="241935">
                <a:moveTo>
                  <a:pt x="197281" y="74510"/>
                </a:moveTo>
                <a:lnTo>
                  <a:pt x="140042" y="74510"/>
                </a:lnTo>
                <a:lnTo>
                  <a:pt x="201612" y="139319"/>
                </a:lnTo>
                <a:lnTo>
                  <a:pt x="206641" y="144360"/>
                </a:lnTo>
                <a:lnTo>
                  <a:pt x="214922" y="144716"/>
                </a:lnTo>
                <a:lnTo>
                  <a:pt x="237248" y="122402"/>
                </a:lnTo>
                <a:lnTo>
                  <a:pt x="237248" y="114477"/>
                </a:lnTo>
                <a:lnTo>
                  <a:pt x="197281" y="745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8578" y="3565920"/>
            <a:ext cx="1050925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5" dirty="0">
                <a:solidFill>
                  <a:srgbClr val="2E7C5B"/>
                </a:solidFill>
                <a:latin typeface="Calibri"/>
                <a:cs typeface="Calibri"/>
              </a:rPr>
              <a:t>+12%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USD/m² en 12</a:t>
            </a:r>
            <a:r>
              <a:rPr sz="950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meses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146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180107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755711"/>
                </a:lnTo>
                <a:lnTo>
                  <a:pt x="15098" y="1800089"/>
                </a:lnTo>
                <a:lnTo>
                  <a:pt x="54046" y="1826369"/>
                </a:lnTo>
                <a:lnTo>
                  <a:pt x="73075" y="1828800"/>
                </a:lnTo>
                <a:lnTo>
                  <a:pt x="1801444" y="1828431"/>
                </a:lnTo>
                <a:lnTo>
                  <a:pt x="1845814" y="1813340"/>
                </a:lnTo>
                <a:lnTo>
                  <a:pt x="1872091" y="1774390"/>
                </a:lnTo>
                <a:lnTo>
                  <a:pt x="1874520" y="1755355"/>
                </a:lnTo>
                <a:lnTo>
                  <a:pt x="1874164" y="73075"/>
                </a:lnTo>
                <a:lnTo>
                  <a:pt x="1859060" y="28698"/>
                </a:lnTo>
                <a:lnTo>
                  <a:pt x="1820116" y="2428"/>
                </a:lnTo>
                <a:lnTo>
                  <a:pt x="180107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146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705" y="15091"/>
                </a:lnTo>
                <a:lnTo>
                  <a:pt x="73075" y="0"/>
                </a:lnTo>
                <a:lnTo>
                  <a:pt x="1801075" y="0"/>
                </a:lnTo>
                <a:lnTo>
                  <a:pt x="1845608" y="15096"/>
                </a:lnTo>
                <a:lnTo>
                  <a:pt x="1871733" y="54219"/>
                </a:lnTo>
                <a:lnTo>
                  <a:pt x="1874164" y="73075"/>
                </a:lnTo>
                <a:lnTo>
                  <a:pt x="1874520" y="1755355"/>
                </a:lnTo>
                <a:lnTo>
                  <a:pt x="1873912" y="1764989"/>
                </a:lnTo>
                <a:lnTo>
                  <a:pt x="1872091" y="1774390"/>
                </a:lnTo>
                <a:lnTo>
                  <a:pt x="1845814" y="1813340"/>
                </a:lnTo>
                <a:lnTo>
                  <a:pt x="1801444" y="1828431"/>
                </a:lnTo>
                <a:lnTo>
                  <a:pt x="73075" y="1828800"/>
                </a:lnTo>
                <a:lnTo>
                  <a:pt x="28555" y="1813690"/>
                </a:lnTo>
                <a:lnTo>
                  <a:pt x="2428" y="1774567"/>
                </a:lnTo>
                <a:lnTo>
                  <a:pt x="0" y="1755711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004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04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8116" y="3043798"/>
            <a:ext cx="267335" cy="267335"/>
          </a:xfrm>
          <a:custGeom>
            <a:avLst/>
            <a:gdLst/>
            <a:ahLst/>
            <a:cxnLst/>
            <a:rect l="l" t="t" r="r" b="b"/>
            <a:pathLst>
              <a:path w="267335" h="267335">
                <a:moveTo>
                  <a:pt x="133565" y="0"/>
                </a:moveTo>
                <a:lnTo>
                  <a:pt x="91335" y="6806"/>
                </a:lnTo>
                <a:lnTo>
                  <a:pt x="54669" y="25760"/>
                </a:lnTo>
                <a:lnTo>
                  <a:pt x="25760" y="54669"/>
                </a:lnTo>
                <a:lnTo>
                  <a:pt x="6806" y="91335"/>
                </a:lnTo>
                <a:lnTo>
                  <a:pt x="0" y="133565"/>
                </a:lnTo>
                <a:lnTo>
                  <a:pt x="6806" y="175620"/>
                </a:lnTo>
                <a:lnTo>
                  <a:pt x="25760" y="212179"/>
                </a:lnTo>
                <a:lnTo>
                  <a:pt x="54669" y="241029"/>
                </a:lnTo>
                <a:lnTo>
                  <a:pt x="91335" y="259961"/>
                </a:lnTo>
                <a:lnTo>
                  <a:pt x="133565" y="266763"/>
                </a:lnTo>
                <a:lnTo>
                  <a:pt x="175620" y="259961"/>
                </a:lnTo>
                <a:lnTo>
                  <a:pt x="212179" y="241029"/>
                </a:lnTo>
                <a:lnTo>
                  <a:pt x="241029" y="212179"/>
                </a:lnTo>
                <a:lnTo>
                  <a:pt x="255084" y="185038"/>
                </a:lnTo>
                <a:lnTo>
                  <a:pt x="164160" y="185038"/>
                </a:lnTo>
                <a:lnTo>
                  <a:pt x="162725" y="184683"/>
                </a:lnTo>
                <a:lnTo>
                  <a:pt x="161289" y="183959"/>
                </a:lnTo>
                <a:lnTo>
                  <a:pt x="160566" y="183248"/>
                </a:lnTo>
                <a:lnTo>
                  <a:pt x="160197" y="183248"/>
                </a:lnTo>
                <a:lnTo>
                  <a:pt x="124205" y="156248"/>
                </a:lnTo>
                <a:lnTo>
                  <a:pt x="122047" y="154800"/>
                </a:lnTo>
                <a:lnTo>
                  <a:pt x="120243" y="152641"/>
                </a:lnTo>
                <a:lnTo>
                  <a:pt x="119164" y="150482"/>
                </a:lnTo>
                <a:lnTo>
                  <a:pt x="117360" y="147243"/>
                </a:lnTo>
                <a:lnTo>
                  <a:pt x="116281" y="143281"/>
                </a:lnTo>
                <a:lnTo>
                  <a:pt x="116281" y="54368"/>
                </a:lnTo>
                <a:lnTo>
                  <a:pt x="116649" y="52920"/>
                </a:lnTo>
                <a:lnTo>
                  <a:pt x="117360" y="51841"/>
                </a:lnTo>
                <a:lnTo>
                  <a:pt x="118084" y="50406"/>
                </a:lnTo>
                <a:lnTo>
                  <a:pt x="119164" y="49326"/>
                </a:lnTo>
                <a:lnTo>
                  <a:pt x="120599" y="48602"/>
                </a:lnTo>
                <a:lnTo>
                  <a:pt x="121678" y="47879"/>
                </a:lnTo>
                <a:lnTo>
                  <a:pt x="123126" y="47523"/>
                </a:lnTo>
                <a:lnTo>
                  <a:pt x="233898" y="47523"/>
                </a:lnTo>
                <a:lnTo>
                  <a:pt x="212179" y="25760"/>
                </a:lnTo>
                <a:lnTo>
                  <a:pt x="175620" y="6806"/>
                </a:lnTo>
                <a:lnTo>
                  <a:pt x="133565" y="0"/>
                </a:lnTo>
                <a:close/>
              </a:path>
              <a:path w="267335" h="267335">
                <a:moveTo>
                  <a:pt x="233898" y="47523"/>
                </a:moveTo>
                <a:lnTo>
                  <a:pt x="143649" y="47523"/>
                </a:lnTo>
                <a:lnTo>
                  <a:pt x="145084" y="47879"/>
                </a:lnTo>
                <a:lnTo>
                  <a:pt x="146164" y="48602"/>
                </a:lnTo>
                <a:lnTo>
                  <a:pt x="147599" y="49326"/>
                </a:lnTo>
                <a:lnTo>
                  <a:pt x="148678" y="50406"/>
                </a:lnTo>
                <a:lnTo>
                  <a:pt x="149402" y="51841"/>
                </a:lnTo>
                <a:lnTo>
                  <a:pt x="150126" y="52920"/>
                </a:lnTo>
                <a:lnTo>
                  <a:pt x="150482" y="54368"/>
                </a:lnTo>
                <a:lnTo>
                  <a:pt x="150482" y="133565"/>
                </a:lnTo>
                <a:lnTo>
                  <a:pt x="181800" y="156248"/>
                </a:lnTo>
                <a:lnTo>
                  <a:pt x="183248" y="157683"/>
                </a:lnTo>
                <a:lnTo>
                  <a:pt x="184683" y="159842"/>
                </a:lnTo>
                <a:lnTo>
                  <a:pt x="185038" y="161289"/>
                </a:lnTo>
                <a:lnTo>
                  <a:pt x="185038" y="164528"/>
                </a:lnTo>
                <a:lnTo>
                  <a:pt x="184683" y="165963"/>
                </a:lnTo>
                <a:lnTo>
                  <a:pt x="183959" y="167398"/>
                </a:lnTo>
                <a:lnTo>
                  <a:pt x="183248" y="168122"/>
                </a:lnTo>
                <a:lnTo>
                  <a:pt x="172440" y="181800"/>
                </a:lnTo>
                <a:lnTo>
                  <a:pt x="171005" y="183248"/>
                </a:lnTo>
                <a:lnTo>
                  <a:pt x="169925" y="183959"/>
                </a:lnTo>
                <a:lnTo>
                  <a:pt x="168478" y="184683"/>
                </a:lnTo>
                <a:lnTo>
                  <a:pt x="167043" y="185038"/>
                </a:lnTo>
                <a:lnTo>
                  <a:pt x="255084" y="185038"/>
                </a:lnTo>
                <a:lnTo>
                  <a:pt x="259961" y="175620"/>
                </a:lnTo>
                <a:lnTo>
                  <a:pt x="266763" y="133565"/>
                </a:lnTo>
                <a:lnTo>
                  <a:pt x="259961" y="91335"/>
                </a:lnTo>
                <a:lnTo>
                  <a:pt x="241029" y="54669"/>
                </a:lnTo>
                <a:lnTo>
                  <a:pt x="233898" y="475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96463" y="3565920"/>
            <a:ext cx="1109980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ct val="100000"/>
              </a:lnSpc>
            </a:pPr>
            <a:r>
              <a:rPr sz="2400" b="1" spc="-5" dirty="0">
                <a:solidFill>
                  <a:srgbClr val="D97757"/>
                </a:solidFill>
                <a:latin typeface="Calibri"/>
                <a:cs typeface="Calibri"/>
              </a:rPr>
              <a:t>78</a:t>
            </a:r>
            <a:r>
              <a:rPr sz="2400" b="1" spc="-375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5B6573"/>
                </a:solidFill>
                <a:latin typeface="Calibri"/>
                <a:cs typeface="Calibri"/>
              </a:rPr>
              <a:t>días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promedio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en</a:t>
            </a:r>
            <a:r>
              <a:rPr sz="950" spc="-3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mercado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720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180107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755711"/>
                </a:lnTo>
                <a:lnTo>
                  <a:pt x="15098" y="1800089"/>
                </a:lnTo>
                <a:lnTo>
                  <a:pt x="54046" y="1826369"/>
                </a:lnTo>
                <a:lnTo>
                  <a:pt x="73075" y="1828800"/>
                </a:lnTo>
                <a:lnTo>
                  <a:pt x="1801444" y="1828431"/>
                </a:lnTo>
                <a:lnTo>
                  <a:pt x="1845814" y="1813340"/>
                </a:lnTo>
                <a:lnTo>
                  <a:pt x="1872091" y="1774390"/>
                </a:lnTo>
                <a:lnTo>
                  <a:pt x="1874520" y="1755355"/>
                </a:lnTo>
                <a:lnTo>
                  <a:pt x="1874164" y="73075"/>
                </a:lnTo>
                <a:lnTo>
                  <a:pt x="1859060" y="28698"/>
                </a:lnTo>
                <a:lnTo>
                  <a:pt x="1820116" y="2428"/>
                </a:lnTo>
                <a:lnTo>
                  <a:pt x="180107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20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705" y="15091"/>
                </a:lnTo>
                <a:lnTo>
                  <a:pt x="73075" y="0"/>
                </a:lnTo>
                <a:lnTo>
                  <a:pt x="1801075" y="0"/>
                </a:lnTo>
                <a:lnTo>
                  <a:pt x="1845608" y="15096"/>
                </a:lnTo>
                <a:lnTo>
                  <a:pt x="1871733" y="54219"/>
                </a:lnTo>
                <a:lnTo>
                  <a:pt x="1874164" y="73075"/>
                </a:lnTo>
                <a:lnTo>
                  <a:pt x="1874520" y="1755355"/>
                </a:lnTo>
                <a:lnTo>
                  <a:pt x="1873912" y="1764989"/>
                </a:lnTo>
                <a:lnTo>
                  <a:pt x="1872091" y="1774390"/>
                </a:lnTo>
                <a:lnTo>
                  <a:pt x="1845814" y="1813340"/>
                </a:lnTo>
                <a:lnTo>
                  <a:pt x="1801444" y="1828431"/>
                </a:lnTo>
                <a:lnTo>
                  <a:pt x="73075" y="1828800"/>
                </a:lnTo>
                <a:lnTo>
                  <a:pt x="28555" y="1813690"/>
                </a:lnTo>
                <a:lnTo>
                  <a:pt x="2428" y="1774567"/>
                </a:lnTo>
                <a:lnTo>
                  <a:pt x="0" y="1755711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578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282" y="0"/>
                </a:moveTo>
                <a:lnTo>
                  <a:pt x="186304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196" y="483631"/>
                </a:lnTo>
                <a:lnTo>
                  <a:pt x="218490" y="500721"/>
                </a:lnTo>
                <a:lnTo>
                  <a:pt x="251282" y="502919"/>
                </a:lnTo>
                <a:lnTo>
                  <a:pt x="284279" y="500721"/>
                </a:lnTo>
                <a:lnTo>
                  <a:pt x="347717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17" y="18982"/>
                </a:lnTo>
                <a:lnTo>
                  <a:pt x="284279" y="2142"/>
                </a:lnTo>
                <a:lnTo>
                  <a:pt x="251282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578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04" y="8504"/>
                </a:lnTo>
                <a:lnTo>
                  <a:pt x="251282" y="0"/>
                </a:lnTo>
                <a:lnTo>
                  <a:pt x="316571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571" y="494236"/>
                </a:lnTo>
                <a:lnTo>
                  <a:pt x="251282" y="502919"/>
                </a:lnTo>
                <a:lnTo>
                  <a:pt x="186304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70842" y="3069719"/>
            <a:ext cx="276225" cy="215265"/>
          </a:xfrm>
          <a:custGeom>
            <a:avLst/>
            <a:gdLst/>
            <a:ahLst/>
            <a:cxnLst/>
            <a:rect l="l" t="t" r="r" b="b"/>
            <a:pathLst>
              <a:path w="276225" h="215264">
                <a:moveTo>
                  <a:pt x="141833" y="55803"/>
                </a:moveTo>
                <a:lnTo>
                  <a:pt x="134277" y="55803"/>
                </a:lnTo>
                <a:lnTo>
                  <a:pt x="46075" y="128524"/>
                </a:lnTo>
                <a:lnTo>
                  <a:pt x="46075" y="208445"/>
                </a:lnTo>
                <a:lnTo>
                  <a:pt x="46431" y="209880"/>
                </a:lnTo>
                <a:lnTo>
                  <a:pt x="48602" y="213118"/>
                </a:lnTo>
                <a:lnTo>
                  <a:pt x="49682" y="213842"/>
                </a:lnTo>
                <a:lnTo>
                  <a:pt x="51117" y="214566"/>
                </a:lnTo>
                <a:lnTo>
                  <a:pt x="52197" y="214922"/>
                </a:lnTo>
                <a:lnTo>
                  <a:pt x="108712" y="214566"/>
                </a:lnTo>
                <a:lnTo>
                  <a:pt x="115201" y="159842"/>
                </a:lnTo>
                <a:lnTo>
                  <a:pt x="115557" y="158407"/>
                </a:lnTo>
                <a:lnTo>
                  <a:pt x="121323" y="153365"/>
                </a:lnTo>
                <a:lnTo>
                  <a:pt x="230035" y="153365"/>
                </a:lnTo>
                <a:lnTo>
                  <a:pt x="230035" y="128524"/>
                </a:lnTo>
                <a:lnTo>
                  <a:pt x="141833" y="55803"/>
                </a:lnTo>
                <a:close/>
              </a:path>
              <a:path w="276225" h="215264">
                <a:moveTo>
                  <a:pt x="230035" y="153365"/>
                </a:moveTo>
                <a:lnTo>
                  <a:pt x="154800" y="153365"/>
                </a:lnTo>
                <a:lnTo>
                  <a:pt x="155879" y="153720"/>
                </a:lnTo>
                <a:lnTo>
                  <a:pt x="157314" y="154444"/>
                </a:lnTo>
                <a:lnTo>
                  <a:pt x="160921" y="159842"/>
                </a:lnTo>
                <a:lnTo>
                  <a:pt x="160921" y="208445"/>
                </a:lnTo>
                <a:lnTo>
                  <a:pt x="161277" y="209524"/>
                </a:lnTo>
                <a:lnTo>
                  <a:pt x="222478" y="214922"/>
                </a:lnTo>
                <a:lnTo>
                  <a:pt x="223913" y="214922"/>
                </a:lnTo>
                <a:lnTo>
                  <a:pt x="230035" y="208445"/>
                </a:lnTo>
                <a:lnTo>
                  <a:pt x="230035" y="153365"/>
                </a:lnTo>
                <a:close/>
              </a:path>
              <a:path w="276225" h="215264">
                <a:moveTo>
                  <a:pt x="142201" y="0"/>
                </a:moveTo>
                <a:lnTo>
                  <a:pt x="133921" y="0"/>
                </a:lnTo>
                <a:lnTo>
                  <a:pt x="129959" y="1079"/>
                </a:lnTo>
                <a:lnTo>
                  <a:pt x="126720" y="3238"/>
                </a:lnTo>
                <a:lnTo>
                  <a:pt x="125272" y="3962"/>
                </a:lnTo>
                <a:lnTo>
                  <a:pt x="124561" y="4686"/>
                </a:lnTo>
                <a:lnTo>
                  <a:pt x="123482" y="5397"/>
                </a:lnTo>
                <a:lnTo>
                  <a:pt x="2159" y="105117"/>
                </a:lnTo>
                <a:lnTo>
                  <a:pt x="1079" y="106197"/>
                </a:lnTo>
                <a:lnTo>
                  <a:pt x="355" y="107645"/>
                </a:lnTo>
                <a:lnTo>
                  <a:pt x="0" y="108724"/>
                </a:lnTo>
                <a:lnTo>
                  <a:pt x="0" y="110883"/>
                </a:lnTo>
                <a:lnTo>
                  <a:pt x="355" y="111607"/>
                </a:lnTo>
                <a:lnTo>
                  <a:pt x="711" y="112687"/>
                </a:lnTo>
                <a:lnTo>
                  <a:pt x="1435" y="113398"/>
                </a:lnTo>
                <a:lnTo>
                  <a:pt x="13677" y="128168"/>
                </a:lnTo>
                <a:lnTo>
                  <a:pt x="14033" y="128879"/>
                </a:lnTo>
                <a:lnTo>
                  <a:pt x="14401" y="129247"/>
                </a:lnTo>
                <a:lnTo>
                  <a:pt x="15836" y="129959"/>
                </a:lnTo>
                <a:lnTo>
                  <a:pt x="16916" y="130327"/>
                </a:lnTo>
                <a:lnTo>
                  <a:pt x="19075" y="130327"/>
                </a:lnTo>
                <a:lnTo>
                  <a:pt x="20154" y="129959"/>
                </a:lnTo>
                <a:lnTo>
                  <a:pt x="20878" y="129603"/>
                </a:lnTo>
                <a:lnTo>
                  <a:pt x="21602" y="128879"/>
                </a:lnTo>
                <a:lnTo>
                  <a:pt x="134277" y="36004"/>
                </a:lnTo>
                <a:lnTo>
                  <a:pt x="134632" y="36004"/>
                </a:lnTo>
                <a:lnTo>
                  <a:pt x="135000" y="35648"/>
                </a:lnTo>
                <a:lnTo>
                  <a:pt x="137160" y="34925"/>
                </a:lnTo>
                <a:lnTo>
                  <a:pt x="188493" y="34925"/>
                </a:lnTo>
                <a:lnTo>
                  <a:pt x="152641" y="5397"/>
                </a:lnTo>
                <a:lnTo>
                  <a:pt x="146151" y="1079"/>
                </a:lnTo>
                <a:lnTo>
                  <a:pt x="142201" y="0"/>
                </a:lnTo>
                <a:close/>
              </a:path>
              <a:path w="276225" h="215264">
                <a:moveTo>
                  <a:pt x="188493" y="34925"/>
                </a:moveTo>
                <a:lnTo>
                  <a:pt x="138963" y="34925"/>
                </a:lnTo>
                <a:lnTo>
                  <a:pt x="141122" y="35648"/>
                </a:lnTo>
                <a:lnTo>
                  <a:pt x="141477" y="36004"/>
                </a:lnTo>
                <a:lnTo>
                  <a:pt x="141833" y="36004"/>
                </a:lnTo>
                <a:lnTo>
                  <a:pt x="254520" y="128879"/>
                </a:lnTo>
                <a:lnTo>
                  <a:pt x="254876" y="129247"/>
                </a:lnTo>
                <a:lnTo>
                  <a:pt x="254876" y="129603"/>
                </a:lnTo>
                <a:lnTo>
                  <a:pt x="255231" y="129603"/>
                </a:lnTo>
                <a:lnTo>
                  <a:pt x="256311" y="129959"/>
                </a:lnTo>
                <a:lnTo>
                  <a:pt x="257035" y="130327"/>
                </a:lnTo>
                <a:lnTo>
                  <a:pt x="259194" y="130327"/>
                </a:lnTo>
                <a:lnTo>
                  <a:pt x="260273" y="129959"/>
                </a:lnTo>
                <a:lnTo>
                  <a:pt x="261721" y="129247"/>
                </a:lnTo>
                <a:lnTo>
                  <a:pt x="262077" y="128879"/>
                </a:lnTo>
                <a:lnTo>
                  <a:pt x="262432" y="128168"/>
                </a:lnTo>
                <a:lnTo>
                  <a:pt x="274675" y="113398"/>
                </a:lnTo>
                <a:lnTo>
                  <a:pt x="275399" y="112687"/>
                </a:lnTo>
                <a:lnTo>
                  <a:pt x="275755" y="111607"/>
                </a:lnTo>
                <a:lnTo>
                  <a:pt x="276123" y="110883"/>
                </a:lnTo>
                <a:lnTo>
                  <a:pt x="276123" y="108724"/>
                </a:lnTo>
                <a:lnTo>
                  <a:pt x="275755" y="107645"/>
                </a:lnTo>
                <a:lnTo>
                  <a:pt x="275031" y="106197"/>
                </a:lnTo>
                <a:lnTo>
                  <a:pt x="273951" y="105117"/>
                </a:lnTo>
                <a:lnTo>
                  <a:pt x="233997" y="72364"/>
                </a:lnTo>
                <a:lnTo>
                  <a:pt x="233997" y="40678"/>
                </a:lnTo>
                <a:lnTo>
                  <a:pt x="195478" y="40678"/>
                </a:lnTo>
                <a:lnTo>
                  <a:pt x="188493" y="34925"/>
                </a:lnTo>
                <a:close/>
              </a:path>
              <a:path w="276225" h="215264">
                <a:moveTo>
                  <a:pt x="138963" y="54368"/>
                </a:moveTo>
                <a:lnTo>
                  <a:pt x="137160" y="54368"/>
                </a:lnTo>
                <a:lnTo>
                  <a:pt x="136080" y="54724"/>
                </a:lnTo>
                <a:lnTo>
                  <a:pt x="135000" y="55448"/>
                </a:lnTo>
                <a:lnTo>
                  <a:pt x="134632" y="55803"/>
                </a:lnTo>
                <a:lnTo>
                  <a:pt x="141477" y="55803"/>
                </a:lnTo>
                <a:lnTo>
                  <a:pt x="141122" y="55448"/>
                </a:lnTo>
                <a:lnTo>
                  <a:pt x="140042" y="54724"/>
                </a:lnTo>
                <a:lnTo>
                  <a:pt x="138963" y="54368"/>
                </a:lnTo>
                <a:close/>
              </a:path>
              <a:path w="276225" h="215264">
                <a:moveTo>
                  <a:pt x="229311" y="0"/>
                </a:moveTo>
                <a:lnTo>
                  <a:pt x="200151" y="0"/>
                </a:lnTo>
                <a:lnTo>
                  <a:pt x="199440" y="368"/>
                </a:lnTo>
                <a:lnTo>
                  <a:pt x="198361" y="723"/>
                </a:lnTo>
                <a:lnTo>
                  <a:pt x="196202" y="2882"/>
                </a:lnTo>
                <a:lnTo>
                  <a:pt x="195834" y="3962"/>
                </a:lnTo>
                <a:lnTo>
                  <a:pt x="195478" y="4686"/>
                </a:lnTo>
                <a:lnTo>
                  <a:pt x="195478" y="40678"/>
                </a:lnTo>
                <a:lnTo>
                  <a:pt x="233997" y="40678"/>
                </a:lnTo>
                <a:lnTo>
                  <a:pt x="233997" y="4686"/>
                </a:lnTo>
                <a:lnTo>
                  <a:pt x="233641" y="3962"/>
                </a:lnTo>
                <a:lnTo>
                  <a:pt x="233273" y="2882"/>
                </a:lnTo>
                <a:lnTo>
                  <a:pt x="231114" y="723"/>
                </a:lnTo>
                <a:lnTo>
                  <a:pt x="230035" y="368"/>
                </a:lnTo>
                <a:lnTo>
                  <a:pt x="2293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64582" y="3565920"/>
            <a:ext cx="1289050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3DA4"/>
                </a:solidFill>
                <a:latin typeface="Calibri"/>
                <a:cs typeface="Calibri"/>
              </a:rPr>
              <a:t>2</a:t>
            </a:r>
            <a:r>
              <a:rPr sz="2400" b="1" spc="-105" dirty="0">
                <a:solidFill>
                  <a:srgbClr val="003DA4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3DA4"/>
                </a:solidFill>
                <a:latin typeface="Calibri"/>
                <a:cs typeface="Calibri"/>
              </a:rPr>
              <a:t>amb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tipología más</a:t>
            </a:r>
            <a:r>
              <a:rPr sz="950" spc="-10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demandada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294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180107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755711"/>
                </a:lnTo>
                <a:lnTo>
                  <a:pt x="15098" y="1800089"/>
                </a:lnTo>
                <a:lnTo>
                  <a:pt x="54046" y="1826369"/>
                </a:lnTo>
                <a:lnTo>
                  <a:pt x="73075" y="1828800"/>
                </a:lnTo>
                <a:lnTo>
                  <a:pt x="1801444" y="1828431"/>
                </a:lnTo>
                <a:lnTo>
                  <a:pt x="1845814" y="1813340"/>
                </a:lnTo>
                <a:lnTo>
                  <a:pt x="1872091" y="1774390"/>
                </a:lnTo>
                <a:lnTo>
                  <a:pt x="1874520" y="1755355"/>
                </a:lnTo>
                <a:lnTo>
                  <a:pt x="1874164" y="73075"/>
                </a:lnTo>
                <a:lnTo>
                  <a:pt x="1859060" y="28698"/>
                </a:lnTo>
                <a:lnTo>
                  <a:pt x="1820116" y="2428"/>
                </a:lnTo>
                <a:lnTo>
                  <a:pt x="180107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29400" y="2742846"/>
            <a:ext cx="1874520" cy="1828800"/>
          </a:xfrm>
          <a:custGeom>
            <a:avLst/>
            <a:gdLst/>
            <a:ahLst/>
            <a:cxnLst/>
            <a:rect l="l" t="t" r="r" b="b"/>
            <a:pathLst>
              <a:path w="1874520" h="18288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705" y="15091"/>
                </a:lnTo>
                <a:lnTo>
                  <a:pt x="73075" y="0"/>
                </a:lnTo>
                <a:lnTo>
                  <a:pt x="1801075" y="0"/>
                </a:lnTo>
                <a:lnTo>
                  <a:pt x="1845608" y="15096"/>
                </a:lnTo>
                <a:lnTo>
                  <a:pt x="1871733" y="54219"/>
                </a:lnTo>
                <a:lnTo>
                  <a:pt x="1874164" y="73075"/>
                </a:lnTo>
                <a:lnTo>
                  <a:pt x="1874520" y="1755355"/>
                </a:lnTo>
                <a:lnTo>
                  <a:pt x="1873912" y="1764989"/>
                </a:lnTo>
                <a:lnTo>
                  <a:pt x="1872091" y="1774390"/>
                </a:lnTo>
                <a:lnTo>
                  <a:pt x="1845814" y="1813340"/>
                </a:lnTo>
                <a:lnTo>
                  <a:pt x="1801444" y="1828431"/>
                </a:lnTo>
                <a:lnTo>
                  <a:pt x="73075" y="1828800"/>
                </a:lnTo>
                <a:lnTo>
                  <a:pt x="28555" y="1813690"/>
                </a:lnTo>
                <a:lnTo>
                  <a:pt x="2428" y="1774567"/>
                </a:lnTo>
                <a:lnTo>
                  <a:pt x="0" y="1755711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152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15200" y="292608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28598" y="3080882"/>
            <a:ext cx="275590" cy="193040"/>
          </a:xfrm>
          <a:custGeom>
            <a:avLst/>
            <a:gdLst/>
            <a:ahLst/>
            <a:cxnLst/>
            <a:rect l="l" t="t" r="r" b="b"/>
            <a:pathLst>
              <a:path w="275590" h="193039">
                <a:moveTo>
                  <a:pt x="41401" y="27355"/>
                </a:moveTo>
                <a:lnTo>
                  <a:pt x="30746" y="29560"/>
                </a:lnTo>
                <a:lnTo>
                  <a:pt x="22051" y="35545"/>
                </a:lnTo>
                <a:lnTo>
                  <a:pt x="16193" y="44366"/>
                </a:lnTo>
                <a:lnTo>
                  <a:pt x="14046" y="55079"/>
                </a:lnTo>
                <a:lnTo>
                  <a:pt x="16193" y="65735"/>
                </a:lnTo>
                <a:lnTo>
                  <a:pt x="22051" y="74429"/>
                </a:lnTo>
                <a:lnTo>
                  <a:pt x="30746" y="80288"/>
                </a:lnTo>
                <a:lnTo>
                  <a:pt x="41401" y="82435"/>
                </a:lnTo>
                <a:lnTo>
                  <a:pt x="52057" y="80288"/>
                </a:lnTo>
                <a:lnTo>
                  <a:pt x="60752" y="74429"/>
                </a:lnTo>
                <a:lnTo>
                  <a:pt x="66610" y="65735"/>
                </a:lnTo>
                <a:lnTo>
                  <a:pt x="68757" y="55079"/>
                </a:lnTo>
                <a:lnTo>
                  <a:pt x="66610" y="44366"/>
                </a:lnTo>
                <a:lnTo>
                  <a:pt x="60752" y="35545"/>
                </a:lnTo>
                <a:lnTo>
                  <a:pt x="52057" y="29560"/>
                </a:lnTo>
                <a:lnTo>
                  <a:pt x="41401" y="27355"/>
                </a:lnTo>
                <a:close/>
              </a:path>
              <a:path w="275590" h="193039">
                <a:moveTo>
                  <a:pt x="233997" y="27355"/>
                </a:moveTo>
                <a:lnTo>
                  <a:pt x="223347" y="29560"/>
                </a:lnTo>
                <a:lnTo>
                  <a:pt x="214652" y="35545"/>
                </a:lnTo>
                <a:lnTo>
                  <a:pt x="208790" y="44366"/>
                </a:lnTo>
                <a:lnTo>
                  <a:pt x="206641" y="55079"/>
                </a:lnTo>
                <a:lnTo>
                  <a:pt x="208790" y="65735"/>
                </a:lnTo>
                <a:lnTo>
                  <a:pt x="214652" y="74429"/>
                </a:lnTo>
                <a:lnTo>
                  <a:pt x="223347" y="80288"/>
                </a:lnTo>
                <a:lnTo>
                  <a:pt x="233997" y="82435"/>
                </a:lnTo>
                <a:lnTo>
                  <a:pt x="244654" y="80288"/>
                </a:lnTo>
                <a:lnTo>
                  <a:pt x="253353" y="74429"/>
                </a:lnTo>
                <a:lnTo>
                  <a:pt x="259216" y="65735"/>
                </a:lnTo>
                <a:lnTo>
                  <a:pt x="261366" y="55079"/>
                </a:lnTo>
                <a:lnTo>
                  <a:pt x="259216" y="44366"/>
                </a:lnTo>
                <a:lnTo>
                  <a:pt x="253353" y="35545"/>
                </a:lnTo>
                <a:lnTo>
                  <a:pt x="244654" y="29560"/>
                </a:lnTo>
                <a:lnTo>
                  <a:pt x="233997" y="27355"/>
                </a:lnTo>
                <a:close/>
              </a:path>
              <a:path w="275590" h="193039">
                <a:moveTo>
                  <a:pt x="108356" y="110159"/>
                </a:moveTo>
                <a:lnTo>
                  <a:pt x="104762" y="110159"/>
                </a:lnTo>
                <a:lnTo>
                  <a:pt x="85458" y="114018"/>
                </a:lnTo>
                <a:lnTo>
                  <a:pt x="69662" y="124558"/>
                </a:lnTo>
                <a:lnTo>
                  <a:pt x="58995" y="140227"/>
                </a:lnTo>
                <a:lnTo>
                  <a:pt x="55079" y="159473"/>
                </a:lnTo>
                <a:lnTo>
                  <a:pt x="55079" y="172085"/>
                </a:lnTo>
                <a:lnTo>
                  <a:pt x="56722" y="179993"/>
                </a:lnTo>
                <a:lnTo>
                  <a:pt x="61199" y="186521"/>
                </a:lnTo>
                <a:lnTo>
                  <a:pt x="67836" y="190958"/>
                </a:lnTo>
                <a:lnTo>
                  <a:pt x="75958" y="192595"/>
                </a:lnTo>
                <a:lnTo>
                  <a:pt x="199440" y="192595"/>
                </a:lnTo>
                <a:lnTo>
                  <a:pt x="207562" y="190958"/>
                </a:lnTo>
                <a:lnTo>
                  <a:pt x="214199" y="186521"/>
                </a:lnTo>
                <a:lnTo>
                  <a:pt x="218677" y="179993"/>
                </a:lnTo>
                <a:lnTo>
                  <a:pt x="220319" y="172085"/>
                </a:lnTo>
                <a:lnTo>
                  <a:pt x="220319" y="159473"/>
                </a:lnTo>
                <a:lnTo>
                  <a:pt x="216405" y="140227"/>
                </a:lnTo>
                <a:lnTo>
                  <a:pt x="205741" y="124558"/>
                </a:lnTo>
                <a:lnTo>
                  <a:pt x="194422" y="117005"/>
                </a:lnTo>
                <a:lnTo>
                  <a:pt x="137883" y="117005"/>
                </a:lnTo>
                <a:lnTo>
                  <a:pt x="129976" y="116542"/>
                </a:lnTo>
                <a:lnTo>
                  <a:pt x="122443" y="115201"/>
                </a:lnTo>
                <a:lnTo>
                  <a:pt x="115248" y="113051"/>
                </a:lnTo>
                <a:lnTo>
                  <a:pt x="108356" y="110159"/>
                </a:lnTo>
                <a:close/>
              </a:path>
              <a:path w="275590" h="193039">
                <a:moveTo>
                  <a:pt x="62636" y="96481"/>
                </a:moveTo>
                <a:lnTo>
                  <a:pt x="27724" y="96481"/>
                </a:lnTo>
                <a:lnTo>
                  <a:pt x="17011" y="98630"/>
                </a:lnTo>
                <a:lnTo>
                  <a:pt x="8189" y="104492"/>
                </a:lnTo>
                <a:lnTo>
                  <a:pt x="2204" y="113187"/>
                </a:lnTo>
                <a:lnTo>
                  <a:pt x="19" y="123745"/>
                </a:lnTo>
                <a:lnTo>
                  <a:pt x="0" y="145084"/>
                </a:lnTo>
                <a:lnTo>
                  <a:pt x="6476" y="151193"/>
                </a:lnTo>
                <a:lnTo>
                  <a:pt x="42125" y="151193"/>
                </a:lnTo>
                <a:lnTo>
                  <a:pt x="45968" y="136694"/>
                </a:lnTo>
                <a:lnTo>
                  <a:pt x="52919" y="123745"/>
                </a:lnTo>
                <a:lnTo>
                  <a:pt x="62573" y="112820"/>
                </a:lnTo>
                <a:lnTo>
                  <a:pt x="74523" y="104393"/>
                </a:lnTo>
                <a:lnTo>
                  <a:pt x="69481" y="99364"/>
                </a:lnTo>
                <a:lnTo>
                  <a:pt x="62636" y="96481"/>
                </a:lnTo>
                <a:close/>
              </a:path>
              <a:path w="275590" h="193039">
                <a:moveTo>
                  <a:pt x="247675" y="96481"/>
                </a:moveTo>
                <a:lnTo>
                  <a:pt x="212763" y="96481"/>
                </a:lnTo>
                <a:lnTo>
                  <a:pt x="205917" y="99364"/>
                </a:lnTo>
                <a:lnTo>
                  <a:pt x="200875" y="104393"/>
                </a:lnTo>
                <a:lnTo>
                  <a:pt x="212826" y="112820"/>
                </a:lnTo>
                <a:lnTo>
                  <a:pt x="222481" y="123745"/>
                </a:lnTo>
                <a:lnTo>
                  <a:pt x="229436" y="136694"/>
                </a:lnTo>
                <a:lnTo>
                  <a:pt x="233286" y="151193"/>
                </a:lnTo>
                <a:lnTo>
                  <a:pt x="268922" y="151193"/>
                </a:lnTo>
                <a:lnTo>
                  <a:pt x="275399" y="145084"/>
                </a:lnTo>
                <a:lnTo>
                  <a:pt x="275380" y="123745"/>
                </a:lnTo>
                <a:lnTo>
                  <a:pt x="273194" y="113187"/>
                </a:lnTo>
                <a:lnTo>
                  <a:pt x="267209" y="104492"/>
                </a:lnTo>
                <a:lnTo>
                  <a:pt x="258388" y="98630"/>
                </a:lnTo>
                <a:lnTo>
                  <a:pt x="247675" y="96481"/>
                </a:lnTo>
                <a:close/>
              </a:path>
              <a:path w="275590" h="193039">
                <a:moveTo>
                  <a:pt x="170637" y="110159"/>
                </a:moveTo>
                <a:lnTo>
                  <a:pt x="167043" y="110159"/>
                </a:lnTo>
                <a:lnTo>
                  <a:pt x="160156" y="113051"/>
                </a:lnTo>
                <a:lnTo>
                  <a:pt x="153001" y="115201"/>
                </a:lnTo>
                <a:lnTo>
                  <a:pt x="145577" y="116542"/>
                </a:lnTo>
                <a:lnTo>
                  <a:pt x="137883" y="117005"/>
                </a:lnTo>
                <a:lnTo>
                  <a:pt x="194422" y="117005"/>
                </a:lnTo>
                <a:lnTo>
                  <a:pt x="189946" y="114018"/>
                </a:lnTo>
                <a:lnTo>
                  <a:pt x="170637" y="110159"/>
                </a:lnTo>
                <a:close/>
              </a:path>
              <a:path w="275590" h="193039">
                <a:moveTo>
                  <a:pt x="137883" y="0"/>
                </a:moveTo>
                <a:lnTo>
                  <a:pt x="119104" y="3791"/>
                </a:lnTo>
                <a:lnTo>
                  <a:pt x="103768" y="14130"/>
                </a:lnTo>
                <a:lnTo>
                  <a:pt x="93428" y="29462"/>
                </a:lnTo>
                <a:lnTo>
                  <a:pt x="89636" y="48234"/>
                </a:lnTo>
                <a:lnTo>
                  <a:pt x="93428" y="67013"/>
                </a:lnTo>
                <a:lnTo>
                  <a:pt x="103768" y="82349"/>
                </a:lnTo>
                <a:lnTo>
                  <a:pt x="119104" y="92690"/>
                </a:lnTo>
                <a:lnTo>
                  <a:pt x="137883" y="96481"/>
                </a:lnTo>
                <a:lnTo>
                  <a:pt x="156450" y="92690"/>
                </a:lnTo>
                <a:lnTo>
                  <a:pt x="171677" y="82349"/>
                </a:lnTo>
                <a:lnTo>
                  <a:pt x="181976" y="67013"/>
                </a:lnTo>
                <a:lnTo>
                  <a:pt x="185762" y="48234"/>
                </a:lnTo>
                <a:lnTo>
                  <a:pt x="181976" y="29462"/>
                </a:lnTo>
                <a:lnTo>
                  <a:pt x="171677" y="14130"/>
                </a:lnTo>
                <a:lnTo>
                  <a:pt x="156450" y="3791"/>
                </a:lnTo>
                <a:lnTo>
                  <a:pt x="1378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13625" y="3565920"/>
            <a:ext cx="1504950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400" b="1" spc="-5" dirty="0">
                <a:solidFill>
                  <a:srgbClr val="DB1C2E"/>
                </a:solidFill>
                <a:latin typeface="Calibri"/>
                <a:cs typeface="Calibri"/>
              </a:rPr>
              <a:t>+18%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consultas </a:t>
            </a:r>
            <a:r>
              <a:rPr sz="950" spc="-5" dirty="0">
                <a:solidFill>
                  <a:srgbClr val="191919"/>
                </a:solidFill>
                <a:latin typeface="Calibri"/>
                <a:cs typeface="Calibri"/>
              </a:rPr>
              <a:t>por</a:t>
            </a:r>
            <a:r>
              <a:rPr sz="950" spc="-10" dirty="0">
                <a:solidFill>
                  <a:srgbClr val="191919"/>
                </a:solidFill>
                <a:latin typeface="Calibri"/>
                <a:cs typeface="Calibri"/>
              </a:rPr>
              <a:t> monoambientes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66863" y="4892219"/>
            <a:ext cx="88455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02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6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Mercado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2743200" cy="2286000"/>
          </a:xfrm>
          <a:custGeom>
            <a:avLst/>
            <a:gdLst/>
            <a:ahLst/>
            <a:cxnLst/>
            <a:rect l="l" t="t" r="r" b="b"/>
            <a:pathLst>
              <a:path w="2743200" h="2286000">
                <a:moveTo>
                  <a:pt x="2684732" y="0"/>
                </a:moveTo>
                <a:lnTo>
                  <a:pt x="0" y="0"/>
                </a:lnTo>
                <a:lnTo>
                  <a:pt x="0" y="2040682"/>
                </a:lnTo>
                <a:lnTo>
                  <a:pt x="43832" y="2065201"/>
                </a:lnTo>
                <a:lnTo>
                  <a:pt x="88614" y="2088650"/>
                </a:lnTo>
                <a:lnTo>
                  <a:pt x="133964" y="2110820"/>
                </a:lnTo>
                <a:lnTo>
                  <a:pt x="179853" y="2131706"/>
                </a:lnTo>
                <a:lnTo>
                  <a:pt x="226253" y="2151300"/>
                </a:lnTo>
                <a:lnTo>
                  <a:pt x="273137" y="2169593"/>
                </a:lnTo>
                <a:lnTo>
                  <a:pt x="320478" y="2186578"/>
                </a:lnTo>
                <a:lnTo>
                  <a:pt x="368246" y="2202249"/>
                </a:lnTo>
                <a:lnTo>
                  <a:pt x="416416" y="2216596"/>
                </a:lnTo>
                <a:lnTo>
                  <a:pt x="464958" y="2229613"/>
                </a:lnTo>
                <a:lnTo>
                  <a:pt x="513845" y="2241291"/>
                </a:lnTo>
                <a:lnTo>
                  <a:pt x="563050" y="2251625"/>
                </a:lnTo>
                <a:lnTo>
                  <a:pt x="612545" y="2260605"/>
                </a:lnTo>
                <a:lnTo>
                  <a:pt x="662301" y="2268224"/>
                </a:lnTo>
                <a:lnTo>
                  <a:pt x="712292" y="2274475"/>
                </a:lnTo>
                <a:lnTo>
                  <a:pt x="762490" y="2279350"/>
                </a:lnTo>
                <a:lnTo>
                  <a:pt x="812866" y="2282842"/>
                </a:lnTo>
                <a:lnTo>
                  <a:pt x="863393" y="2284942"/>
                </a:lnTo>
                <a:lnTo>
                  <a:pt x="914044" y="2285644"/>
                </a:lnTo>
                <a:lnTo>
                  <a:pt x="964694" y="2284942"/>
                </a:lnTo>
                <a:lnTo>
                  <a:pt x="1015221" y="2282842"/>
                </a:lnTo>
                <a:lnTo>
                  <a:pt x="1065597" y="2279350"/>
                </a:lnTo>
                <a:lnTo>
                  <a:pt x="1115794" y="2274475"/>
                </a:lnTo>
                <a:lnTo>
                  <a:pt x="1165784" y="2268224"/>
                </a:lnTo>
                <a:lnTo>
                  <a:pt x="1215540" y="2260605"/>
                </a:lnTo>
                <a:lnTo>
                  <a:pt x="1265034" y="2251625"/>
                </a:lnTo>
                <a:lnTo>
                  <a:pt x="1314239" y="2241291"/>
                </a:lnTo>
                <a:lnTo>
                  <a:pt x="1363125" y="2229613"/>
                </a:lnTo>
                <a:lnTo>
                  <a:pt x="1411667" y="2216596"/>
                </a:lnTo>
                <a:lnTo>
                  <a:pt x="1459836" y="2202249"/>
                </a:lnTo>
                <a:lnTo>
                  <a:pt x="1507605" y="2186578"/>
                </a:lnTo>
                <a:lnTo>
                  <a:pt x="1554945" y="2169593"/>
                </a:lnTo>
                <a:lnTo>
                  <a:pt x="1601829" y="2151300"/>
                </a:lnTo>
                <a:lnTo>
                  <a:pt x="1648230" y="2131706"/>
                </a:lnTo>
                <a:lnTo>
                  <a:pt x="1694120" y="2110820"/>
                </a:lnTo>
                <a:lnTo>
                  <a:pt x="1739470" y="2088650"/>
                </a:lnTo>
                <a:lnTo>
                  <a:pt x="1784254" y="2065201"/>
                </a:lnTo>
                <a:lnTo>
                  <a:pt x="1828444" y="2040483"/>
                </a:lnTo>
                <a:lnTo>
                  <a:pt x="1871933" y="2014603"/>
                </a:lnTo>
                <a:lnTo>
                  <a:pt x="1914623" y="1987565"/>
                </a:lnTo>
                <a:lnTo>
                  <a:pt x="1956493" y="1959390"/>
                </a:lnTo>
                <a:lnTo>
                  <a:pt x="1997522" y="1930100"/>
                </a:lnTo>
                <a:lnTo>
                  <a:pt x="2037690" y="1899715"/>
                </a:lnTo>
                <a:lnTo>
                  <a:pt x="2076973" y="1868257"/>
                </a:lnTo>
                <a:lnTo>
                  <a:pt x="2115353" y="1835747"/>
                </a:lnTo>
                <a:lnTo>
                  <a:pt x="2152807" y="1802206"/>
                </a:lnTo>
                <a:lnTo>
                  <a:pt x="2189315" y="1767655"/>
                </a:lnTo>
                <a:lnTo>
                  <a:pt x="2224855" y="1732115"/>
                </a:lnTo>
                <a:lnTo>
                  <a:pt x="2259406" y="1695607"/>
                </a:lnTo>
                <a:lnTo>
                  <a:pt x="2292947" y="1658153"/>
                </a:lnTo>
                <a:lnTo>
                  <a:pt x="2325457" y="1619773"/>
                </a:lnTo>
                <a:lnTo>
                  <a:pt x="2356915" y="1580490"/>
                </a:lnTo>
                <a:lnTo>
                  <a:pt x="2387300" y="1540322"/>
                </a:lnTo>
                <a:lnTo>
                  <a:pt x="2416590" y="1499293"/>
                </a:lnTo>
                <a:lnTo>
                  <a:pt x="2444765" y="1457423"/>
                </a:lnTo>
                <a:lnTo>
                  <a:pt x="2471803" y="1414733"/>
                </a:lnTo>
                <a:lnTo>
                  <a:pt x="2497683" y="1371244"/>
                </a:lnTo>
                <a:lnTo>
                  <a:pt x="2522401" y="1327054"/>
                </a:lnTo>
                <a:lnTo>
                  <a:pt x="2545850" y="1282270"/>
                </a:lnTo>
                <a:lnTo>
                  <a:pt x="2568020" y="1236920"/>
                </a:lnTo>
                <a:lnTo>
                  <a:pt x="2588906" y="1191030"/>
                </a:lnTo>
                <a:lnTo>
                  <a:pt x="2608500" y="1144629"/>
                </a:lnTo>
                <a:lnTo>
                  <a:pt x="2626793" y="1097745"/>
                </a:lnTo>
                <a:lnTo>
                  <a:pt x="2643778" y="1050405"/>
                </a:lnTo>
                <a:lnTo>
                  <a:pt x="2659449" y="1002636"/>
                </a:lnTo>
                <a:lnTo>
                  <a:pt x="2673796" y="954467"/>
                </a:lnTo>
                <a:lnTo>
                  <a:pt x="2686813" y="905925"/>
                </a:lnTo>
                <a:lnTo>
                  <a:pt x="2698491" y="857039"/>
                </a:lnTo>
                <a:lnTo>
                  <a:pt x="2708825" y="807834"/>
                </a:lnTo>
                <a:lnTo>
                  <a:pt x="2717805" y="758340"/>
                </a:lnTo>
                <a:lnTo>
                  <a:pt x="2725424" y="708584"/>
                </a:lnTo>
                <a:lnTo>
                  <a:pt x="2731675" y="658594"/>
                </a:lnTo>
                <a:lnTo>
                  <a:pt x="2736550" y="608397"/>
                </a:lnTo>
                <a:lnTo>
                  <a:pt x="2740042" y="558021"/>
                </a:lnTo>
                <a:lnTo>
                  <a:pt x="2742142" y="507494"/>
                </a:lnTo>
                <a:lnTo>
                  <a:pt x="2742844" y="456844"/>
                </a:lnTo>
                <a:lnTo>
                  <a:pt x="2742142" y="406193"/>
                </a:lnTo>
                <a:lnTo>
                  <a:pt x="2740042" y="355666"/>
                </a:lnTo>
                <a:lnTo>
                  <a:pt x="2736550" y="305290"/>
                </a:lnTo>
                <a:lnTo>
                  <a:pt x="2731675" y="255092"/>
                </a:lnTo>
                <a:lnTo>
                  <a:pt x="2725424" y="205101"/>
                </a:lnTo>
                <a:lnTo>
                  <a:pt x="2717805" y="155345"/>
                </a:lnTo>
                <a:lnTo>
                  <a:pt x="2708825" y="105850"/>
                </a:lnTo>
                <a:lnTo>
                  <a:pt x="2698491" y="56645"/>
                </a:lnTo>
                <a:lnTo>
                  <a:pt x="2686813" y="7758"/>
                </a:lnTo>
                <a:lnTo>
                  <a:pt x="2684732" y="0"/>
                </a:lnTo>
                <a:close/>
              </a:path>
            </a:pathLst>
          </a:custGeom>
          <a:solidFill>
            <a:srgbClr val="DB1C2E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"/>
            <a:ext cx="2743200" cy="2286000"/>
          </a:xfrm>
          <a:custGeom>
            <a:avLst/>
            <a:gdLst/>
            <a:ahLst/>
            <a:cxnLst/>
            <a:rect l="l" t="t" r="r" b="b"/>
            <a:pathLst>
              <a:path w="2743200" h="2286000">
                <a:moveTo>
                  <a:pt x="2684732" y="0"/>
                </a:moveTo>
                <a:lnTo>
                  <a:pt x="2698491" y="56645"/>
                </a:lnTo>
                <a:lnTo>
                  <a:pt x="2708825" y="105850"/>
                </a:lnTo>
                <a:lnTo>
                  <a:pt x="2717805" y="155345"/>
                </a:lnTo>
                <a:lnTo>
                  <a:pt x="2725424" y="205101"/>
                </a:lnTo>
                <a:lnTo>
                  <a:pt x="2731675" y="255092"/>
                </a:lnTo>
                <a:lnTo>
                  <a:pt x="2736550" y="305290"/>
                </a:lnTo>
                <a:lnTo>
                  <a:pt x="2740042" y="355666"/>
                </a:lnTo>
                <a:lnTo>
                  <a:pt x="2742142" y="406193"/>
                </a:lnTo>
                <a:lnTo>
                  <a:pt x="2742844" y="456844"/>
                </a:lnTo>
                <a:lnTo>
                  <a:pt x="2742142" y="507494"/>
                </a:lnTo>
                <a:lnTo>
                  <a:pt x="2740042" y="558021"/>
                </a:lnTo>
                <a:lnTo>
                  <a:pt x="2736550" y="608397"/>
                </a:lnTo>
                <a:lnTo>
                  <a:pt x="2731675" y="658594"/>
                </a:lnTo>
                <a:lnTo>
                  <a:pt x="2725424" y="708584"/>
                </a:lnTo>
                <a:lnTo>
                  <a:pt x="2717805" y="758340"/>
                </a:lnTo>
                <a:lnTo>
                  <a:pt x="2708825" y="807834"/>
                </a:lnTo>
                <a:lnTo>
                  <a:pt x="2698491" y="857039"/>
                </a:lnTo>
                <a:lnTo>
                  <a:pt x="2686813" y="905925"/>
                </a:lnTo>
                <a:lnTo>
                  <a:pt x="2673796" y="954467"/>
                </a:lnTo>
                <a:lnTo>
                  <a:pt x="2659449" y="1002636"/>
                </a:lnTo>
                <a:lnTo>
                  <a:pt x="2643778" y="1050405"/>
                </a:lnTo>
                <a:lnTo>
                  <a:pt x="2626793" y="1097745"/>
                </a:lnTo>
                <a:lnTo>
                  <a:pt x="2608500" y="1144629"/>
                </a:lnTo>
                <a:lnTo>
                  <a:pt x="2588906" y="1191030"/>
                </a:lnTo>
                <a:lnTo>
                  <a:pt x="2568020" y="1236920"/>
                </a:lnTo>
                <a:lnTo>
                  <a:pt x="2545850" y="1282270"/>
                </a:lnTo>
                <a:lnTo>
                  <a:pt x="2522401" y="1327054"/>
                </a:lnTo>
                <a:lnTo>
                  <a:pt x="2497683" y="1371244"/>
                </a:lnTo>
                <a:lnTo>
                  <a:pt x="2471803" y="1414733"/>
                </a:lnTo>
                <a:lnTo>
                  <a:pt x="2444765" y="1457423"/>
                </a:lnTo>
                <a:lnTo>
                  <a:pt x="2416590" y="1499293"/>
                </a:lnTo>
                <a:lnTo>
                  <a:pt x="2387300" y="1540322"/>
                </a:lnTo>
                <a:lnTo>
                  <a:pt x="2356915" y="1580490"/>
                </a:lnTo>
                <a:lnTo>
                  <a:pt x="2325457" y="1619773"/>
                </a:lnTo>
                <a:lnTo>
                  <a:pt x="2292947" y="1658153"/>
                </a:lnTo>
                <a:lnTo>
                  <a:pt x="2259406" y="1695607"/>
                </a:lnTo>
                <a:lnTo>
                  <a:pt x="2224855" y="1732115"/>
                </a:lnTo>
                <a:lnTo>
                  <a:pt x="2189315" y="1767655"/>
                </a:lnTo>
                <a:lnTo>
                  <a:pt x="2152807" y="1802206"/>
                </a:lnTo>
                <a:lnTo>
                  <a:pt x="2115353" y="1835747"/>
                </a:lnTo>
                <a:lnTo>
                  <a:pt x="2076973" y="1868257"/>
                </a:lnTo>
                <a:lnTo>
                  <a:pt x="2037690" y="1899715"/>
                </a:lnTo>
                <a:lnTo>
                  <a:pt x="1997522" y="1930100"/>
                </a:lnTo>
                <a:lnTo>
                  <a:pt x="1956493" y="1959390"/>
                </a:lnTo>
                <a:lnTo>
                  <a:pt x="1914623" y="1987565"/>
                </a:lnTo>
                <a:lnTo>
                  <a:pt x="1871933" y="2014603"/>
                </a:lnTo>
                <a:lnTo>
                  <a:pt x="1828444" y="2040483"/>
                </a:lnTo>
                <a:lnTo>
                  <a:pt x="1784254" y="2065201"/>
                </a:lnTo>
                <a:lnTo>
                  <a:pt x="1739470" y="2088650"/>
                </a:lnTo>
                <a:lnTo>
                  <a:pt x="1694120" y="2110820"/>
                </a:lnTo>
                <a:lnTo>
                  <a:pt x="1648230" y="2131706"/>
                </a:lnTo>
                <a:lnTo>
                  <a:pt x="1601829" y="2151300"/>
                </a:lnTo>
                <a:lnTo>
                  <a:pt x="1554945" y="2169593"/>
                </a:lnTo>
                <a:lnTo>
                  <a:pt x="1507605" y="2186578"/>
                </a:lnTo>
                <a:lnTo>
                  <a:pt x="1459836" y="2202249"/>
                </a:lnTo>
                <a:lnTo>
                  <a:pt x="1411667" y="2216596"/>
                </a:lnTo>
                <a:lnTo>
                  <a:pt x="1363125" y="2229613"/>
                </a:lnTo>
                <a:lnTo>
                  <a:pt x="1314239" y="2241291"/>
                </a:lnTo>
                <a:lnTo>
                  <a:pt x="1265034" y="2251625"/>
                </a:lnTo>
                <a:lnTo>
                  <a:pt x="1215540" y="2260605"/>
                </a:lnTo>
                <a:lnTo>
                  <a:pt x="1165784" y="2268224"/>
                </a:lnTo>
                <a:lnTo>
                  <a:pt x="1115794" y="2274475"/>
                </a:lnTo>
                <a:lnTo>
                  <a:pt x="1065597" y="2279350"/>
                </a:lnTo>
                <a:lnTo>
                  <a:pt x="1015221" y="2282842"/>
                </a:lnTo>
                <a:lnTo>
                  <a:pt x="964694" y="2284942"/>
                </a:lnTo>
                <a:lnTo>
                  <a:pt x="914044" y="2285644"/>
                </a:lnTo>
                <a:lnTo>
                  <a:pt x="863393" y="2284942"/>
                </a:lnTo>
                <a:lnTo>
                  <a:pt x="812866" y="2282842"/>
                </a:lnTo>
                <a:lnTo>
                  <a:pt x="762490" y="2279350"/>
                </a:lnTo>
                <a:lnTo>
                  <a:pt x="712292" y="2274475"/>
                </a:lnTo>
                <a:lnTo>
                  <a:pt x="662301" y="2268224"/>
                </a:lnTo>
                <a:lnTo>
                  <a:pt x="612545" y="2260605"/>
                </a:lnTo>
                <a:lnTo>
                  <a:pt x="563050" y="2251625"/>
                </a:lnTo>
                <a:lnTo>
                  <a:pt x="513845" y="2241291"/>
                </a:lnTo>
                <a:lnTo>
                  <a:pt x="464958" y="2229613"/>
                </a:lnTo>
                <a:lnTo>
                  <a:pt x="416416" y="2216596"/>
                </a:lnTo>
                <a:lnTo>
                  <a:pt x="368246" y="2202249"/>
                </a:lnTo>
                <a:lnTo>
                  <a:pt x="320478" y="2186578"/>
                </a:lnTo>
                <a:lnTo>
                  <a:pt x="273137" y="2169593"/>
                </a:lnTo>
                <a:lnTo>
                  <a:pt x="226253" y="2151300"/>
                </a:lnTo>
                <a:lnTo>
                  <a:pt x="179853" y="2131706"/>
                </a:lnTo>
                <a:lnTo>
                  <a:pt x="133964" y="2110820"/>
                </a:lnTo>
                <a:lnTo>
                  <a:pt x="88614" y="2088650"/>
                </a:lnTo>
                <a:lnTo>
                  <a:pt x="43832" y="2065201"/>
                </a:lnTo>
                <a:lnTo>
                  <a:pt x="0" y="2040682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7644" y="2742846"/>
            <a:ext cx="2286000" cy="2400935"/>
          </a:xfrm>
          <a:custGeom>
            <a:avLst/>
            <a:gdLst/>
            <a:ahLst/>
            <a:cxnLst/>
            <a:rect l="l" t="t" r="r" b="b"/>
            <a:pathLst>
              <a:path w="2286000" h="2400935">
                <a:moveTo>
                  <a:pt x="1600200" y="0"/>
                </a:moveTo>
                <a:lnTo>
                  <a:pt x="1550699" y="764"/>
                </a:lnTo>
                <a:lnTo>
                  <a:pt x="1501332" y="3053"/>
                </a:lnTo>
                <a:lnTo>
                  <a:pt x="1452131" y="6857"/>
                </a:lnTo>
                <a:lnTo>
                  <a:pt x="1403131" y="12168"/>
                </a:lnTo>
                <a:lnTo>
                  <a:pt x="1354369" y="18978"/>
                </a:lnTo>
                <a:lnTo>
                  <a:pt x="1305877" y="27278"/>
                </a:lnTo>
                <a:lnTo>
                  <a:pt x="1257691" y="37060"/>
                </a:lnTo>
                <a:lnTo>
                  <a:pt x="1209845" y="48316"/>
                </a:lnTo>
                <a:lnTo>
                  <a:pt x="1162374" y="61037"/>
                </a:lnTo>
                <a:lnTo>
                  <a:pt x="1115313" y="75215"/>
                </a:lnTo>
                <a:lnTo>
                  <a:pt x="1068697" y="90842"/>
                </a:lnTo>
                <a:lnTo>
                  <a:pt x="1022560" y="107908"/>
                </a:lnTo>
                <a:lnTo>
                  <a:pt x="976937" y="126407"/>
                </a:lnTo>
                <a:lnTo>
                  <a:pt x="931862" y="146329"/>
                </a:lnTo>
                <a:lnTo>
                  <a:pt x="887371" y="167667"/>
                </a:lnTo>
                <a:lnTo>
                  <a:pt x="843498" y="190411"/>
                </a:lnTo>
                <a:lnTo>
                  <a:pt x="800277" y="214553"/>
                </a:lnTo>
                <a:lnTo>
                  <a:pt x="757766" y="239965"/>
                </a:lnTo>
                <a:lnTo>
                  <a:pt x="716138" y="266629"/>
                </a:lnTo>
                <a:lnTo>
                  <a:pt x="675419" y="294523"/>
                </a:lnTo>
                <a:lnTo>
                  <a:pt x="635633" y="323621"/>
                </a:lnTo>
                <a:lnTo>
                  <a:pt x="596805" y="353899"/>
                </a:lnTo>
                <a:lnTo>
                  <a:pt x="558959" y="385332"/>
                </a:lnTo>
                <a:lnTo>
                  <a:pt x="522121" y="417895"/>
                </a:lnTo>
                <a:lnTo>
                  <a:pt x="486314" y="451564"/>
                </a:lnTo>
                <a:lnTo>
                  <a:pt x="451564" y="486314"/>
                </a:lnTo>
                <a:lnTo>
                  <a:pt x="417895" y="522121"/>
                </a:lnTo>
                <a:lnTo>
                  <a:pt x="385332" y="558959"/>
                </a:lnTo>
                <a:lnTo>
                  <a:pt x="353899" y="596805"/>
                </a:lnTo>
                <a:lnTo>
                  <a:pt x="323621" y="635633"/>
                </a:lnTo>
                <a:lnTo>
                  <a:pt x="294523" y="675419"/>
                </a:lnTo>
                <a:lnTo>
                  <a:pt x="266629" y="716138"/>
                </a:lnTo>
                <a:lnTo>
                  <a:pt x="239965" y="757766"/>
                </a:lnTo>
                <a:lnTo>
                  <a:pt x="214553" y="800277"/>
                </a:lnTo>
                <a:lnTo>
                  <a:pt x="190411" y="843498"/>
                </a:lnTo>
                <a:lnTo>
                  <a:pt x="167667" y="887371"/>
                </a:lnTo>
                <a:lnTo>
                  <a:pt x="146329" y="931862"/>
                </a:lnTo>
                <a:lnTo>
                  <a:pt x="126407" y="976937"/>
                </a:lnTo>
                <a:lnTo>
                  <a:pt x="107908" y="1022560"/>
                </a:lnTo>
                <a:lnTo>
                  <a:pt x="90842" y="1068697"/>
                </a:lnTo>
                <a:lnTo>
                  <a:pt x="75215" y="1115313"/>
                </a:lnTo>
                <a:lnTo>
                  <a:pt x="61037" y="1162374"/>
                </a:lnTo>
                <a:lnTo>
                  <a:pt x="48316" y="1209845"/>
                </a:lnTo>
                <a:lnTo>
                  <a:pt x="37060" y="1257691"/>
                </a:lnTo>
                <a:lnTo>
                  <a:pt x="27278" y="1305877"/>
                </a:lnTo>
                <a:lnTo>
                  <a:pt x="18978" y="1354369"/>
                </a:lnTo>
                <a:lnTo>
                  <a:pt x="12168" y="1403131"/>
                </a:lnTo>
                <a:lnTo>
                  <a:pt x="6857" y="1452131"/>
                </a:lnTo>
                <a:lnTo>
                  <a:pt x="3053" y="1501332"/>
                </a:lnTo>
                <a:lnTo>
                  <a:pt x="764" y="1550699"/>
                </a:lnTo>
                <a:lnTo>
                  <a:pt x="0" y="1600200"/>
                </a:lnTo>
                <a:lnTo>
                  <a:pt x="764" y="1649698"/>
                </a:lnTo>
                <a:lnTo>
                  <a:pt x="3053" y="1699065"/>
                </a:lnTo>
                <a:lnTo>
                  <a:pt x="6857" y="1748266"/>
                </a:lnTo>
                <a:lnTo>
                  <a:pt x="12168" y="1797267"/>
                </a:lnTo>
                <a:lnTo>
                  <a:pt x="18978" y="1846034"/>
                </a:lnTo>
                <a:lnTo>
                  <a:pt x="27278" y="1894532"/>
                </a:lnTo>
                <a:lnTo>
                  <a:pt x="37060" y="1942728"/>
                </a:lnTo>
                <a:lnTo>
                  <a:pt x="48316" y="1990586"/>
                </a:lnTo>
                <a:lnTo>
                  <a:pt x="61037" y="2038073"/>
                </a:lnTo>
                <a:lnTo>
                  <a:pt x="75215" y="2085154"/>
                </a:lnTo>
                <a:lnTo>
                  <a:pt x="90842" y="2131795"/>
                </a:lnTo>
                <a:lnTo>
                  <a:pt x="107908" y="2177962"/>
                </a:lnTo>
                <a:lnTo>
                  <a:pt x="126407" y="2223619"/>
                </a:lnTo>
                <a:lnTo>
                  <a:pt x="146329" y="2268734"/>
                </a:lnTo>
                <a:lnTo>
                  <a:pt x="167667" y="2313272"/>
                </a:lnTo>
                <a:lnTo>
                  <a:pt x="190411" y="2357197"/>
                </a:lnTo>
                <a:lnTo>
                  <a:pt x="214553" y="2400477"/>
                </a:lnTo>
                <a:lnTo>
                  <a:pt x="2286000" y="2400477"/>
                </a:lnTo>
                <a:lnTo>
                  <a:pt x="2286000" y="154708"/>
                </a:lnTo>
                <a:lnTo>
                  <a:pt x="2268529" y="146329"/>
                </a:lnTo>
                <a:lnTo>
                  <a:pt x="2223455" y="126407"/>
                </a:lnTo>
                <a:lnTo>
                  <a:pt x="2177832" y="107908"/>
                </a:lnTo>
                <a:lnTo>
                  <a:pt x="2131695" y="90842"/>
                </a:lnTo>
                <a:lnTo>
                  <a:pt x="2085079" y="75215"/>
                </a:lnTo>
                <a:lnTo>
                  <a:pt x="2038018" y="61037"/>
                </a:lnTo>
                <a:lnTo>
                  <a:pt x="1990548" y="48316"/>
                </a:lnTo>
                <a:lnTo>
                  <a:pt x="1942702" y="37060"/>
                </a:lnTo>
                <a:lnTo>
                  <a:pt x="1894516" y="27278"/>
                </a:lnTo>
                <a:lnTo>
                  <a:pt x="1846025" y="18978"/>
                </a:lnTo>
                <a:lnTo>
                  <a:pt x="1797262" y="12168"/>
                </a:lnTo>
                <a:lnTo>
                  <a:pt x="1748264" y="6857"/>
                </a:lnTo>
                <a:lnTo>
                  <a:pt x="1699064" y="3053"/>
                </a:lnTo>
                <a:lnTo>
                  <a:pt x="1649698" y="764"/>
                </a:lnTo>
                <a:lnTo>
                  <a:pt x="1600200" y="0"/>
                </a:lnTo>
                <a:close/>
              </a:path>
            </a:pathLst>
          </a:custGeom>
          <a:solidFill>
            <a:srgbClr val="003DA4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7644" y="2742846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0" y="1600200"/>
                </a:moveTo>
                <a:lnTo>
                  <a:pt x="764" y="1550699"/>
                </a:lnTo>
                <a:lnTo>
                  <a:pt x="3053" y="1501332"/>
                </a:lnTo>
                <a:lnTo>
                  <a:pt x="6857" y="1452131"/>
                </a:lnTo>
                <a:lnTo>
                  <a:pt x="12168" y="1403131"/>
                </a:lnTo>
                <a:lnTo>
                  <a:pt x="18978" y="1354369"/>
                </a:lnTo>
                <a:lnTo>
                  <a:pt x="27278" y="1305877"/>
                </a:lnTo>
                <a:lnTo>
                  <a:pt x="37060" y="1257691"/>
                </a:lnTo>
                <a:lnTo>
                  <a:pt x="48316" y="1209845"/>
                </a:lnTo>
                <a:lnTo>
                  <a:pt x="61037" y="1162374"/>
                </a:lnTo>
                <a:lnTo>
                  <a:pt x="75215" y="1115313"/>
                </a:lnTo>
                <a:lnTo>
                  <a:pt x="90842" y="1068697"/>
                </a:lnTo>
                <a:lnTo>
                  <a:pt x="107908" y="1022560"/>
                </a:lnTo>
                <a:lnTo>
                  <a:pt x="126407" y="976937"/>
                </a:lnTo>
                <a:lnTo>
                  <a:pt x="146329" y="931862"/>
                </a:lnTo>
                <a:lnTo>
                  <a:pt x="167667" y="887371"/>
                </a:lnTo>
                <a:lnTo>
                  <a:pt x="190411" y="843498"/>
                </a:lnTo>
                <a:lnTo>
                  <a:pt x="214553" y="800277"/>
                </a:lnTo>
                <a:lnTo>
                  <a:pt x="239965" y="757766"/>
                </a:lnTo>
                <a:lnTo>
                  <a:pt x="266629" y="716138"/>
                </a:lnTo>
                <a:lnTo>
                  <a:pt x="294523" y="675419"/>
                </a:lnTo>
                <a:lnTo>
                  <a:pt x="323621" y="635633"/>
                </a:lnTo>
                <a:lnTo>
                  <a:pt x="353899" y="596805"/>
                </a:lnTo>
                <a:lnTo>
                  <a:pt x="385332" y="558959"/>
                </a:lnTo>
                <a:lnTo>
                  <a:pt x="417895" y="522121"/>
                </a:lnTo>
                <a:lnTo>
                  <a:pt x="451564" y="486314"/>
                </a:lnTo>
                <a:lnTo>
                  <a:pt x="486314" y="451564"/>
                </a:lnTo>
                <a:lnTo>
                  <a:pt x="522121" y="417895"/>
                </a:lnTo>
                <a:lnTo>
                  <a:pt x="558959" y="385332"/>
                </a:lnTo>
                <a:lnTo>
                  <a:pt x="596805" y="353899"/>
                </a:lnTo>
                <a:lnTo>
                  <a:pt x="635633" y="323621"/>
                </a:lnTo>
                <a:lnTo>
                  <a:pt x="675419" y="294523"/>
                </a:lnTo>
                <a:lnTo>
                  <a:pt x="716138" y="266629"/>
                </a:lnTo>
                <a:lnTo>
                  <a:pt x="757766" y="239965"/>
                </a:lnTo>
                <a:lnTo>
                  <a:pt x="800277" y="214553"/>
                </a:lnTo>
                <a:lnTo>
                  <a:pt x="843498" y="190411"/>
                </a:lnTo>
                <a:lnTo>
                  <a:pt x="887371" y="167667"/>
                </a:lnTo>
                <a:lnTo>
                  <a:pt x="931862" y="146329"/>
                </a:lnTo>
                <a:lnTo>
                  <a:pt x="976937" y="126407"/>
                </a:lnTo>
                <a:lnTo>
                  <a:pt x="1022560" y="107908"/>
                </a:lnTo>
                <a:lnTo>
                  <a:pt x="1068697" y="90842"/>
                </a:lnTo>
                <a:lnTo>
                  <a:pt x="1115313" y="75215"/>
                </a:lnTo>
                <a:lnTo>
                  <a:pt x="1162374" y="61037"/>
                </a:lnTo>
                <a:lnTo>
                  <a:pt x="1209845" y="48316"/>
                </a:lnTo>
                <a:lnTo>
                  <a:pt x="1257691" y="37060"/>
                </a:lnTo>
                <a:lnTo>
                  <a:pt x="1305877" y="27278"/>
                </a:lnTo>
                <a:lnTo>
                  <a:pt x="1354369" y="18978"/>
                </a:lnTo>
                <a:lnTo>
                  <a:pt x="1403131" y="12168"/>
                </a:lnTo>
                <a:lnTo>
                  <a:pt x="1452131" y="6857"/>
                </a:lnTo>
                <a:lnTo>
                  <a:pt x="1501332" y="3053"/>
                </a:lnTo>
                <a:lnTo>
                  <a:pt x="1550699" y="764"/>
                </a:lnTo>
                <a:lnTo>
                  <a:pt x="1600200" y="0"/>
                </a:lnTo>
                <a:lnTo>
                  <a:pt x="1649698" y="764"/>
                </a:lnTo>
                <a:lnTo>
                  <a:pt x="1699064" y="3053"/>
                </a:lnTo>
                <a:lnTo>
                  <a:pt x="1748264" y="6857"/>
                </a:lnTo>
                <a:lnTo>
                  <a:pt x="1797262" y="12168"/>
                </a:lnTo>
                <a:lnTo>
                  <a:pt x="1846025" y="18978"/>
                </a:lnTo>
                <a:lnTo>
                  <a:pt x="1894516" y="27278"/>
                </a:lnTo>
                <a:lnTo>
                  <a:pt x="1942702" y="37060"/>
                </a:lnTo>
                <a:lnTo>
                  <a:pt x="1990548" y="48316"/>
                </a:lnTo>
                <a:lnTo>
                  <a:pt x="2038018" y="61037"/>
                </a:lnTo>
                <a:lnTo>
                  <a:pt x="2085079" y="75215"/>
                </a:lnTo>
                <a:lnTo>
                  <a:pt x="2131695" y="90842"/>
                </a:lnTo>
                <a:lnTo>
                  <a:pt x="2177832" y="107908"/>
                </a:lnTo>
                <a:lnTo>
                  <a:pt x="2223455" y="126407"/>
                </a:lnTo>
                <a:lnTo>
                  <a:pt x="2268529" y="146329"/>
                </a:lnTo>
                <a:lnTo>
                  <a:pt x="2286000" y="154708"/>
                </a:lnTo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7644" y="4343046"/>
            <a:ext cx="214629" cy="800735"/>
          </a:xfrm>
          <a:custGeom>
            <a:avLst/>
            <a:gdLst/>
            <a:ahLst/>
            <a:cxnLst/>
            <a:rect l="l" t="t" r="r" b="b"/>
            <a:pathLst>
              <a:path w="214629" h="800735">
                <a:moveTo>
                  <a:pt x="214553" y="800277"/>
                </a:moveTo>
                <a:lnTo>
                  <a:pt x="190411" y="756997"/>
                </a:lnTo>
                <a:lnTo>
                  <a:pt x="167667" y="713072"/>
                </a:lnTo>
                <a:lnTo>
                  <a:pt x="146329" y="668534"/>
                </a:lnTo>
                <a:lnTo>
                  <a:pt x="126407" y="623419"/>
                </a:lnTo>
                <a:lnTo>
                  <a:pt x="107908" y="577762"/>
                </a:lnTo>
                <a:lnTo>
                  <a:pt x="90842" y="531595"/>
                </a:lnTo>
                <a:lnTo>
                  <a:pt x="75215" y="484954"/>
                </a:lnTo>
                <a:lnTo>
                  <a:pt x="61037" y="437873"/>
                </a:lnTo>
                <a:lnTo>
                  <a:pt x="48316" y="390386"/>
                </a:lnTo>
                <a:lnTo>
                  <a:pt x="37060" y="342528"/>
                </a:lnTo>
                <a:lnTo>
                  <a:pt x="27278" y="294332"/>
                </a:lnTo>
                <a:lnTo>
                  <a:pt x="18978" y="245834"/>
                </a:lnTo>
                <a:lnTo>
                  <a:pt x="12168" y="197067"/>
                </a:lnTo>
                <a:lnTo>
                  <a:pt x="6857" y="148066"/>
                </a:lnTo>
                <a:lnTo>
                  <a:pt x="3053" y="98865"/>
                </a:lnTo>
                <a:lnTo>
                  <a:pt x="764" y="49498"/>
                </a:lnTo>
                <a:lnTo>
                  <a:pt x="0" y="0"/>
                </a:lnTo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4144" y="1736968"/>
            <a:ext cx="4376420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10" dirty="0"/>
              <a:t>Análisis </a:t>
            </a:r>
            <a:r>
              <a:rPr sz="4000" spc="-5" dirty="0"/>
              <a:t>de </a:t>
            </a:r>
            <a:r>
              <a:rPr sz="4000" spc="-20" dirty="0"/>
              <a:t>zonas </a:t>
            </a:r>
            <a:r>
              <a:rPr sz="4000" dirty="0"/>
              <a:t>e  </a:t>
            </a:r>
            <a:r>
              <a:rPr sz="4000" spc="-25" dirty="0"/>
              <a:t>investigación</a:t>
            </a:r>
            <a:r>
              <a:rPr sz="4000" spc="-90" dirty="0"/>
              <a:t> </a:t>
            </a:r>
            <a:r>
              <a:rPr sz="4000" spc="-5" dirty="0"/>
              <a:t>urbana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444144" y="3626842"/>
            <a:ext cx="308356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Conocé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el barrio mejor que tu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cliente.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8697" y="4892219"/>
            <a:ext cx="74231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03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Zonas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674497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3.1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25" dirty="0">
                <a:solidFill>
                  <a:srgbClr val="003DA4"/>
                </a:solidFill>
              </a:rPr>
              <a:t>Investigar </a:t>
            </a:r>
            <a:r>
              <a:rPr sz="2800" spc="-5" dirty="0">
                <a:solidFill>
                  <a:srgbClr val="003DA4"/>
                </a:solidFill>
              </a:rPr>
              <a:t>un barrio en</a:t>
            </a:r>
            <a:r>
              <a:rPr sz="2800" spc="20" dirty="0">
                <a:solidFill>
                  <a:srgbClr val="003DA4"/>
                </a:solidFill>
              </a:rPr>
              <a:t> </a:t>
            </a:r>
            <a:r>
              <a:rPr sz="2800" spc="-10" dirty="0">
                <a:solidFill>
                  <a:srgbClr val="003DA4"/>
                </a:solidFill>
              </a:rPr>
              <a:t>profundidad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Información concreta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para asesorar mejor al</a:t>
            </a:r>
            <a:r>
              <a:rPr sz="1300" b="0" i="1" spc="2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cliente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634" y="1199148"/>
            <a:ext cx="4144314" cy="1583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384011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12230" y="1325880"/>
                </a:lnTo>
                <a:lnTo>
                  <a:pt x="45720" y="1359357"/>
                </a:lnTo>
                <a:lnTo>
                  <a:pt x="91439" y="1371600"/>
                </a:lnTo>
                <a:lnTo>
                  <a:pt x="3840480" y="1371231"/>
                </a:lnTo>
                <a:lnTo>
                  <a:pt x="3886200" y="1359001"/>
                </a:lnTo>
                <a:lnTo>
                  <a:pt x="3919677" y="1325511"/>
                </a:lnTo>
                <a:lnTo>
                  <a:pt x="3931920" y="1279791"/>
                </a:lnTo>
                <a:lnTo>
                  <a:pt x="3931551" y="91440"/>
                </a:lnTo>
                <a:lnTo>
                  <a:pt x="3919321" y="45720"/>
                </a:lnTo>
                <a:lnTo>
                  <a:pt x="3885831" y="12230"/>
                </a:lnTo>
                <a:lnTo>
                  <a:pt x="384011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44" y="1279806"/>
            <a:ext cx="3931920" cy="1371600"/>
          </a:xfrm>
          <a:custGeom>
            <a:avLst/>
            <a:gdLst/>
            <a:ahLst/>
            <a:cxnLst/>
            <a:rect l="l" t="t" r="r" b="b"/>
            <a:pathLst>
              <a:path w="3931920" h="1371600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3840111" y="0"/>
                </a:lnTo>
                <a:lnTo>
                  <a:pt x="3885831" y="12230"/>
                </a:lnTo>
                <a:lnTo>
                  <a:pt x="3919321" y="45720"/>
                </a:lnTo>
                <a:lnTo>
                  <a:pt x="3931551" y="91440"/>
                </a:lnTo>
                <a:lnTo>
                  <a:pt x="3931920" y="1279791"/>
                </a:lnTo>
                <a:lnTo>
                  <a:pt x="3931119" y="1291798"/>
                </a:lnTo>
                <a:lnTo>
                  <a:pt x="3928765" y="1303466"/>
                </a:lnTo>
                <a:lnTo>
                  <a:pt x="3905229" y="1344552"/>
                </a:lnTo>
                <a:lnTo>
                  <a:pt x="3864144" y="1368083"/>
                </a:lnTo>
                <a:lnTo>
                  <a:pt x="91439" y="1371600"/>
                </a:lnTo>
                <a:lnTo>
                  <a:pt x="45720" y="1359357"/>
                </a:lnTo>
                <a:lnTo>
                  <a:pt x="12230" y="1325880"/>
                </a:lnTo>
                <a:lnTo>
                  <a:pt x="0" y="128016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63715" y="0"/>
                </a:moveTo>
                <a:lnTo>
                  <a:pt x="0" y="0"/>
                </a:lnTo>
                <a:lnTo>
                  <a:pt x="0" y="1371231"/>
                </a:lnTo>
                <a:lnTo>
                  <a:pt x="63715" y="137123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371600"/>
          </a:xfrm>
          <a:custGeom>
            <a:avLst/>
            <a:gdLst/>
            <a:ahLst/>
            <a:cxnLst/>
            <a:rect l="l" t="t" r="r" b="b"/>
            <a:pathLst>
              <a:path w="64134" h="1371600">
                <a:moveTo>
                  <a:pt x="32029" y="1371231"/>
                </a:moveTo>
                <a:lnTo>
                  <a:pt x="0" y="1371231"/>
                </a:lnTo>
                <a:lnTo>
                  <a:pt x="0" y="0"/>
                </a:lnTo>
                <a:lnTo>
                  <a:pt x="63715" y="0"/>
                </a:lnTo>
                <a:lnTo>
                  <a:pt x="63715" y="1371231"/>
                </a:lnTo>
                <a:lnTo>
                  <a:pt x="32029" y="137123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434" y="1199148"/>
            <a:ext cx="4327194" cy="3595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1644" y="1279806"/>
            <a:ext cx="4114800" cy="3383279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40229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3291840"/>
                </a:lnTo>
                <a:lnTo>
                  <a:pt x="12230" y="3337560"/>
                </a:lnTo>
                <a:lnTo>
                  <a:pt x="45720" y="3371037"/>
                </a:lnTo>
                <a:lnTo>
                  <a:pt x="91440" y="3383280"/>
                </a:lnTo>
                <a:lnTo>
                  <a:pt x="4023360" y="3382911"/>
                </a:lnTo>
                <a:lnTo>
                  <a:pt x="4069079" y="3370681"/>
                </a:lnTo>
                <a:lnTo>
                  <a:pt x="4102557" y="3337191"/>
                </a:lnTo>
                <a:lnTo>
                  <a:pt x="4114800" y="3291471"/>
                </a:lnTo>
                <a:lnTo>
                  <a:pt x="4114431" y="91440"/>
                </a:lnTo>
                <a:lnTo>
                  <a:pt x="4102201" y="45720"/>
                </a:lnTo>
                <a:lnTo>
                  <a:pt x="4068711" y="12230"/>
                </a:lnTo>
                <a:lnTo>
                  <a:pt x="40229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1644" y="1279806"/>
            <a:ext cx="4114800" cy="3383279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20"/>
                </a:lnTo>
                <a:lnTo>
                  <a:pt x="4114431" y="91440"/>
                </a:lnTo>
                <a:lnTo>
                  <a:pt x="4114800" y="3291471"/>
                </a:lnTo>
                <a:lnTo>
                  <a:pt x="4113999" y="3303478"/>
                </a:lnTo>
                <a:lnTo>
                  <a:pt x="4111645" y="3315146"/>
                </a:lnTo>
                <a:lnTo>
                  <a:pt x="4088109" y="3356232"/>
                </a:lnTo>
                <a:lnTo>
                  <a:pt x="4047024" y="3379763"/>
                </a:lnTo>
                <a:lnTo>
                  <a:pt x="91440" y="3383280"/>
                </a:lnTo>
                <a:lnTo>
                  <a:pt x="45720" y="3371037"/>
                </a:lnTo>
                <a:lnTo>
                  <a:pt x="12230" y="3337560"/>
                </a:lnTo>
                <a:lnTo>
                  <a:pt x="0" y="329184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63715" y="0"/>
                </a:moveTo>
                <a:lnTo>
                  <a:pt x="0" y="0"/>
                </a:lnTo>
                <a:lnTo>
                  <a:pt x="0" y="3382911"/>
                </a:lnTo>
                <a:lnTo>
                  <a:pt x="63715" y="33829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32029" y="3382911"/>
                </a:moveTo>
                <a:lnTo>
                  <a:pt x="0" y="3382911"/>
                </a:lnTo>
                <a:lnTo>
                  <a:pt x="0" y="0"/>
                </a:lnTo>
                <a:lnTo>
                  <a:pt x="63715" y="0"/>
                </a:lnTo>
                <a:lnTo>
                  <a:pt x="63715" y="3382911"/>
                </a:lnTo>
                <a:lnTo>
                  <a:pt x="32029" y="33829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xfrm>
            <a:off x="4603502" y="1406145"/>
            <a:ext cx="3991609" cy="2990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</a:t>
            </a:r>
            <a:r>
              <a:rPr spc="-95" dirty="0"/>
              <a:t> </a:t>
            </a:r>
            <a:r>
              <a:rPr spc="-5" dirty="0"/>
              <a:t>COMPLETO</a:t>
            </a:r>
          </a:p>
          <a:p>
            <a:pPr marL="168910" marR="1210945">
              <a:lnSpc>
                <a:spcPct val="100000"/>
              </a:lnSpc>
              <a:spcBef>
                <a:spcPts val="425"/>
              </a:spcBef>
            </a:pP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b="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consultor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b="0" spc="-165" dirty="0" err="1">
                <a:solidFill>
                  <a:srgbClr val="191919"/>
                </a:solidFill>
                <a:latin typeface="Lucida Console"/>
                <a:cs typeface="Lucida Console"/>
              </a:rPr>
              <a:t>obiliario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conoce</a:t>
            </a:r>
            <a:r>
              <a:rPr lang="es-AR"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uy</a:t>
            </a:r>
            <a:r>
              <a:rPr sz="100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bien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60" dirty="0" err="1">
                <a:solidFill>
                  <a:srgbClr val="191919"/>
                </a:solidFill>
                <a:latin typeface="Lucida Console"/>
                <a:cs typeface="Lucida Console"/>
              </a:rPr>
              <a:t>Maipu</a:t>
            </a:r>
            <a:r>
              <a:rPr lang="es-AR" sz="1000" b="0" spc="60" dirty="0">
                <a:solidFill>
                  <a:srgbClr val="191919"/>
                </a:solidFill>
                <a:latin typeface="Lucida Console"/>
                <a:cs typeface="Lucida Console"/>
              </a:rPr>
              <a:t>. </a:t>
            </a: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4" dirty="0" err="1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1000" b="0" spc="-11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4" dirty="0" err="1">
                <a:solidFill>
                  <a:srgbClr val="191919"/>
                </a:solidFill>
                <a:latin typeface="Lucida Console"/>
                <a:cs typeface="Lucida Console"/>
              </a:rPr>
              <a:t>cliente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una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fam</a:t>
            </a:r>
            <a:r>
              <a:rPr sz="1000" b="0" spc="-250" dirty="0" err="1">
                <a:solidFill>
                  <a:srgbClr val="191919"/>
                </a:solidFill>
                <a:latin typeface="Lucida Console"/>
                <a:cs typeface="Lucida Console"/>
              </a:rPr>
              <a:t>ilia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4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personas: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30" dirty="0">
                <a:solidFill>
                  <a:srgbClr val="191919"/>
                </a:solidFill>
                <a:latin typeface="Lucida Console"/>
                <a:cs typeface="Lucida Console"/>
              </a:rPr>
              <a:t>-2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5" dirty="0" err="1">
                <a:solidFill>
                  <a:srgbClr val="191919"/>
                </a:solidFill>
                <a:latin typeface="Lucida Console"/>
                <a:cs typeface="Lucida Console"/>
              </a:rPr>
              <a:t>hijos</a:t>
            </a:r>
            <a:r>
              <a:rPr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5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00"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9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años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-Trabajan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zona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10" dirty="0" err="1">
                <a:solidFill>
                  <a:srgbClr val="191919"/>
                </a:solidFill>
                <a:latin typeface="Lucida Console"/>
                <a:cs typeface="Lucida Console"/>
              </a:rPr>
              <a:t>icrocentro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spc="-35" dirty="0" err="1">
                <a:solidFill>
                  <a:srgbClr val="191919"/>
                </a:solidFill>
                <a:latin typeface="Lucida Console"/>
                <a:cs typeface="Lucida Console"/>
              </a:rPr>
              <a:t>Presupuesto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250.000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30" dirty="0">
                <a:solidFill>
                  <a:srgbClr val="191919"/>
                </a:solidFill>
                <a:latin typeface="Lucida Console"/>
                <a:cs typeface="Lucida Console"/>
              </a:rPr>
              <a:t>-Q</a:t>
            </a:r>
            <a:r>
              <a:rPr sz="1000" b="0" spc="-43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uieren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udarse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6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eses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H</a:t>
            </a:r>
            <a:r>
              <a:rPr sz="1000" b="0" spc="-4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acé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30" dirty="0">
                <a:solidFill>
                  <a:srgbClr val="191919"/>
                </a:solidFill>
                <a:latin typeface="Lucida Console"/>
                <a:cs typeface="Lucida Console"/>
              </a:rPr>
              <a:t>inform</a:t>
            </a:r>
            <a:r>
              <a:rPr sz="1000" b="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barrio</a:t>
            </a:r>
            <a:endParaRPr sz="1000" dirty="0">
              <a:latin typeface="Lucida Console"/>
              <a:cs typeface="Lucida Console"/>
            </a:endParaRPr>
          </a:p>
          <a:p>
            <a:pPr marL="168910" marR="1173480">
              <a:lnSpc>
                <a:spcPct val="100000"/>
              </a:lnSpc>
            </a:pP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[</a:t>
            </a:r>
            <a:r>
              <a:rPr lang="es-AR"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XXX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lang="es-AR" sz="1000" b="0" spc="-15" dirty="0">
                <a:solidFill>
                  <a:srgbClr val="191919"/>
                </a:solidFill>
                <a:latin typeface="Lucida Console"/>
                <a:cs typeface="Lucida Console"/>
              </a:rPr>
              <a:t>XXX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lang="es-AR"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XXX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] </a:t>
            </a: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cubriendo:</a:t>
            </a:r>
            <a:endParaRPr sz="1000" dirty="0">
              <a:latin typeface="Lucida Console"/>
              <a:cs typeface="Lucida Console"/>
            </a:endParaRPr>
          </a:p>
          <a:p>
            <a:pPr marL="168910" marR="875665">
              <a:lnSpc>
                <a:spcPct val="100000"/>
              </a:lnSpc>
            </a:pP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1.Seguridad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y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percepción </a:t>
            </a: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delvecino.  2.Escuelas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públicas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y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privadas </a:t>
            </a:r>
            <a:r>
              <a:rPr sz="100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cercanas. 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3.Transporte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público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0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tiem</a:t>
            </a:r>
            <a:r>
              <a:rPr sz="1000" b="0" spc="-2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po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al</a:t>
            </a:r>
            <a:r>
              <a:rPr lang="es-AR"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00" dirty="0" err="1">
                <a:solidFill>
                  <a:srgbClr val="191919"/>
                </a:solidFill>
                <a:latin typeface="Lucida Console"/>
                <a:cs typeface="Lucida Console"/>
              </a:rPr>
              <a:t>icrocentro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. 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4.Servicios: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súper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farm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acias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hospitales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endParaRPr sz="1000" dirty="0">
              <a:latin typeface="Lucida Console"/>
              <a:cs typeface="Lucida Console"/>
            </a:endParaRPr>
          </a:p>
          <a:p>
            <a:pPr marL="289560">
              <a:lnSpc>
                <a:spcPct val="100000"/>
              </a:lnSpc>
            </a:pP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plazas,</a:t>
            </a:r>
            <a:r>
              <a:rPr lang="es-AR"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gim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nasios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  <a:p>
            <a:pPr marL="168910" marR="665480">
              <a:lnSpc>
                <a:spcPct val="100000"/>
              </a:lnSpc>
            </a:pP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5.Tipo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bar</a:t>
            </a:r>
            <a:r>
              <a:rPr lang="es-AR"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b="0" spc="-170" dirty="0">
                <a:solidFill>
                  <a:srgbClr val="191919"/>
                </a:solidFill>
                <a:latin typeface="Lucida Console"/>
                <a:cs typeface="Lucida Console"/>
              </a:rPr>
              <a:t>io </a:t>
            </a:r>
            <a:r>
              <a:rPr sz="1000" b="0" spc="-120" dirty="0">
                <a:solidFill>
                  <a:srgbClr val="191919"/>
                </a:solidFill>
                <a:latin typeface="Lucida Console"/>
                <a:cs typeface="Lucida Console"/>
              </a:rPr>
              <a:t>(fam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iliar,</a:t>
            </a:r>
            <a:r>
              <a:rPr lang="es-AR"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0" dirty="0" err="1">
                <a:solidFill>
                  <a:srgbClr val="191919"/>
                </a:solidFill>
                <a:latin typeface="Lucida Console"/>
                <a:cs typeface="Lucida Console"/>
              </a:rPr>
              <a:t>joven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00" dirty="0" err="1">
                <a:solidFill>
                  <a:srgbClr val="191919"/>
                </a:solidFill>
                <a:latin typeface="Lucida Console"/>
                <a:cs typeface="Lucida Console"/>
              </a:rPr>
              <a:t>ezcla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).  </a:t>
            </a:r>
            <a:r>
              <a:rPr sz="100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6.Proyectos</a:t>
            </a:r>
            <a:r>
              <a:rPr sz="1000" b="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urbanos</a:t>
            </a:r>
            <a:r>
              <a:rPr sz="1000" b="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construcción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curso.</a:t>
            </a:r>
            <a:endParaRPr sz="1000" dirty="0">
              <a:latin typeface="Lucida Console"/>
              <a:cs typeface="Lucida Console"/>
            </a:endParaRPr>
          </a:p>
          <a:p>
            <a:pPr marL="59055">
              <a:lnSpc>
                <a:spcPts val="1060"/>
              </a:lnSpc>
              <a:tabLst>
                <a:tab pos="3990975" algn="l"/>
              </a:tabLst>
            </a:pPr>
            <a:r>
              <a:rPr sz="1000" b="0" u="sng" dirty="0">
                <a:solidFill>
                  <a:srgbClr val="191919"/>
                </a:solidFill>
                <a:latin typeface="Times New Roman"/>
                <a:cs typeface="Times New Roman"/>
              </a:rPr>
              <a:t>  </a:t>
            </a:r>
            <a:r>
              <a:rPr sz="1000" b="0" u="sng" spc="1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000" b="0" u="sng" spc="-30" dirty="0">
                <a:solidFill>
                  <a:srgbClr val="191919"/>
                </a:solidFill>
                <a:latin typeface="Lucida Console"/>
                <a:cs typeface="Lucida Console"/>
              </a:rPr>
              <a:t>7.Pros</a:t>
            </a:r>
            <a:r>
              <a:rPr sz="1000" b="0" u="sng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u="sng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00" b="0" u="sng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u="sng" spc="-65" dirty="0">
                <a:solidFill>
                  <a:srgbClr val="191919"/>
                </a:solidFill>
                <a:latin typeface="Lucida Console"/>
                <a:cs typeface="Lucida Console"/>
              </a:rPr>
              <a:t>contras</a:t>
            </a:r>
            <a:r>
              <a:rPr sz="1000" b="0" u="sng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u="sng" spc="-45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1000" b="0" u="sng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u="sng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esta</a:t>
            </a:r>
            <a:r>
              <a:rPr sz="1000" b="0" u="sng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u="sng" spc="-85" dirty="0">
                <a:solidFill>
                  <a:srgbClr val="191919"/>
                </a:solidFill>
                <a:latin typeface="Lucida Console"/>
                <a:cs typeface="Lucida Console"/>
              </a:rPr>
              <a:t>fam</a:t>
            </a:r>
            <a:r>
              <a:rPr lang="es-AR" sz="1000" b="0" u="sng" spc="-250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sz="1000" b="0" u="sng" spc="-200" dirty="0" err="1">
                <a:solidFill>
                  <a:srgbClr val="191919"/>
                </a:solidFill>
                <a:latin typeface="Lucida Console"/>
                <a:cs typeface="Lucida Console"/>
              </a:rPr>
              <a:t>lia</a:t>
            </a:r>
            <a:r>
              <a:rPr sz="1000" b="0" u="sng" spc="-200" dirty="0">
                <a:solidFill>
                  <a:srgbClr val="191919"/>
                </a:solidFill>
                <a:latin typeface="Lucida Console"/>
                <a:cs typeface="Lucida Console"/>
              </a:rPr>
              <a:t>.	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0175" y="4833075"/>
            <a:ext cx="24892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Form</a:t>
            </a:r>
            <a:r>
              <a:rPr sz="100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ato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secciones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100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40" dirty="0">
                <a:solidFill>
                  <a:srgbClr val="191919"/>
                </a:solidFill>
                <a:latin typeface="Lucida Console"/>
                <a:cs typeface="Lucida Console"/>
              </a:rPr>
              <a:t>bulets</a:t>
            </a:r>
            <a:r>
              <a:rPr sz="100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0" dirty="0">
                <a:solidFill>
                  <a:srgbClr val="191919"/>
                </a:solidFill>
                <a:latin typeface="Lucida Console"/>
                <a:cs typeface="Lucida Console"/>
              </a:rPr>
              <a:t>cortos.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844" y="2788922"/>
            <a:ext cx="3931920" cy="1874520"/>
          </a:xfrm>
          <a:custGeom>
            <a:avLst/>
            <a:gdLst/>
            <a:ahLst/>
            <a:cxnLst/>
            <a:rect l="l" t="t" r="r" b="b"/>
            <a:pathLst>
              <a:path w="3931920" h="187452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858475" y="0"/>
                </a:lnTo>
                <a:lnTo>
                  <a:pt x="3903003" y="15104"/>
                </a:lnTo>
                <a:lnTo>
                  <a:pt x="3929122" y="54224"/>
                </a:lnTo>
                <a:lnTo>
                  <a:pt x="3931551" y="73075"/>
                </a:lnTo>
                <a:lnTo>
                  <a:pt x="3931920" y="1801075"/>
                </a:lnTo>
                <a:lnTo>
                  <a:pt x="3931312" y="1810715"/>
                </a:lnTo>
                <a:lnTo>
                  <a:pt x="3929489" y="1820116"/>
                </a:lnTo>
                <a:lnTo>
                  <a:pt x="3903209" y="1859060"/>
                </a:lnTo>
                <a:lnTo>
                  <a:pt x="3858831" y="1874164"/>
                </a:lnTo>
                <a:lnTo>
                  <a:pt x="73075" y="1874520"/>
                </a:lnTo>
                <a:lnTo>
                  <a:pt x="28548" y="1859415"/>
                </a:lnTo>
                <a:lnTo>
                  <a:pt x="2428" y="1820295"/>
                </a:lnTo>
                <a:lnTo>
                  <a:pt x="0" y="1801444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4359" y="292608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7235" y="3031568"/>
            <a:ext cx="225425" cy="201295"/>
          </a:xfrm>
          <a:custGeom>
            <a:avLst/>
            <a:gdLst/>
            <a:ahLst/>
            <a:cxnLst/>
            <a:rect l="l" t="t" r="r" b="b"/>
            <a:pathLst>
              <a:path w="225425" h="201294">
                <a:moveTo>
                  <a:pt x="75247" y="104038"/>
                </a:moveTo>
                <a:lnTo>
                  <a:pt x="75247" y="175310"/>
                </a:lnTo>
                <a:lnTo>
                  <a:pt x="150126" y="200151"/>
                </a:lnTo>
                <a:lnTo>
                  <a:pt x="150126" y="140754"/>
                </a:lnTo>
                <a:lnTo>
                  <a:pt x="107289" y="140754"/>
                </a:lnTo>
                <a:lnTo>
                  <a:pt x="101879" y="138239"/>
                </a:lnTo>
                <a:lnTo>
                  <a:pt x="92510" y="126916"/>
                </a:lnTo>
                <a:lnTo>
                  <a:pt x="86633" y="119516"/>
                </a:lnTo>
                <a:lnTo>
                  <a:pt x="80822" y="111845"/>
                </a:lnTo>
                <a:lnTo>
                  <a:pt x="75247" y="104038"/>
                </a:lnTo>
                <a:close/>
              </a:path>
              <a:path w="225425" h="201294">
                <a:moveTo>
                  <a:pt x="150126" y="104038"/>
                </a:moveTo>
                <a:lnTo>
                  <a:pt x="123482" y="138239"/>
                </a:lnTo>
                <a:lnTo>
                  <a:pt x="118084" y="140754"/>
                </a:lnTo>
                <a:lnTo>
                  <a:pt x="150126" y="140754"/>
                </a:lnTo>
                <a:lnTo>
                  <a:pt x="150126" y="104038"/>
                </a:lnTo>
                <a:close/>
              </a:path>
              <a:path w="225425" h="201294">
                <a:moveTo>
                  <a:pt x="112687" y="0"/>
                </a:moveTo>
                <a:lnTo>
                  <a:pt x="93433" y="3858"/>
                </a:lnTo>
                <a:lnTo>
                  <a:pt x="77760" y="14398"/>
                </a:lnTo>
                <a:lnTo>
                  <a:pt x="67218" y="30068"/>
                </a:lnTo>
                <a:lnTo>
                  <a:pt x="63360" y="49314"/>
                </a:lnTo>
                <a:lnTo>
                  <a:pt x="68615" y="68484"/>
                </a:lnTo>
                <a:lnTo>
                  <a:pt x="81094" y="90355"/>
                </a:lnTo>
                <a:lnTo>
                  <a:pt x="95866" y="110877"/>
                </a:lnTo>
                <a:lnTo>
                  <a:pt x="108000" y="125996"/>
                </a:lnTo>
                <a:lnTo>
                  <a:pt x="110528" y="128879"/>
                </a:lnTo>
                <a:lnTo>
                  <a:pt x="114846" y="128879"/>
                </a:lnTo>
                <a:lnTo>
                  <a:pt x="144272" y="90355"/>
                </a:lnTo>
                <a:lnTo>
                  <a:pt x="157560" y="65519"/>
                </a:lnTo>
                <a:lnTo>
                  <a:pt x="103682" y="65519"/>
                </a:lnTo>
                <a:lnTo>
                  <a:pt x="96126" y="58318"/>
                </a:lnTo>
                <a:lnTo>
                  <a:pt x="96126" y="40309"/>
                </a:lnTo>
                <a:lnTo>
                  <a:pt x="103682" y="32753"/>
                </a:lnTo>
                <a:lnTo>
                  <a:pt x="158681" y="32753"/>
                </a:lnTo>
                <a:lnTo>
                  <a:pt x="158142" y="30068"/>
                </a:lnTo>
                <a:lnTo>
                  <a:pt x="147602" y="14398"/>
                </a:lnTo>
                <a:lnTo>
                  <a:pt x="131933" y="3858"/>
                </a:lnTo>
                <a:lnTo>
                  <a:pt x="112687" y="0"/>
                </a:lnTo>
                <a:close/>
              </a:path>
              <a:path w="225425" h="201294">
                <a:moveTo>
                  <a:pt x="158681" y="32753"/>
                </a:moveTo>
                <a:lnTo>
                  <a:pt x="121678" y="32753"/>
                </a:lnTo>
                <a:lnTo>
                  <a:pt x="129247" y="40309"/>
                </a:lnTo>
                <a:lnTo>
                  <a:pt x="129247" y="58318"/>
                </a:lnTo>
                <a:lnTo>
                  <a:pt x="121678" y="65519"/>
                </a:lnTo>
                <a:lnTo>
                  <a:pt x="157560" y="65519"/>
                </a:lnTo>
                <a:lnTo>
                  <a:pt x="162001" y="49314"/>
                </a:lnTo>
                <a:lnTo>
                  <a:pt x="158681" y="32753"/>
                </a:lnTo>
                <a:close/>
              </a:path>
              <a:path w="225425" h="201294">
                <a:moveTo>
                  <a:pt x="54368" y="65874"/>
                </a:moveTo>
                <a:lnTo>
                  <a:pt x="7924" y="84594"/>
                </a:lnTo>
                <a:lnTo>
                  <a:pt x="7569" y="84594"/>
                </a:lnTo>
                <a:lnTo>
                  <a:pt x="6845" y="84950"/>
                </a:lnTo>
                <a:lnTo>
                  <a:pt x="6489" y="85318"/>
                </a:lnTo>
                <a:lnTo>
                  <a:pt x="4330" y="86398"/>
                </a:lnTo>
                <a:lnTo>
                  <a:pt x="2882" y="87833"/>
                </a:lnTo>
                <a:lnTo>
                  <a:pt x="1803" y="89636"/>
                </a:lnTo>
                <a:lnTo>
                  <a:pt x="723" y="91795"/>
                </a:lnTo>
                <a:lnTo>
                  <a:pt x="0" y="93954"/>
                </a:lnTo>
                <a:lnTo>
                  <a:pt x="0" y="198348"/>
                </a:lnTo>
                <a:lnTo>
                  <a:pt x="4686" y="201231"/>
                </a:lnTo>
                <a:lnTo>
                  <a:pt x="8648" y="199796"/>
                </a:lnTo>
                <a:lnTo>
                  <a:pt x="62649" y="175310"/>
                </a:lnTo>
                <a:lnTo>
                  <a:pt x="62649" y="83870"/>
                </a:lnTo>
                <a:lnTo>
                  <a:pt x="59042" y="77749"/>
                </a:lnTo>
                <a:lnTo>
                  <a:pt x="56527" y="71627"/>
                </a:lnTo>
                <a:lnTo>
                  <a:pt x="54368" y="65874"/>
                </a:lnTo>
                <a:close/>
              </a:path>
              <a:path w="225425" h="201294">
                <a:moveTo>
                  <a:pt x="220687" y="61188"/>
                </a:moveTo>
                <a:lnTo>
                  <a:pt x="162725" y="87477"/>
                </a:lnTo>
                <a:lnTo>
                  <a:pt x="162725" y="200151"/>
                </a:lnTo>
                <a:lnTo>
                  <a:pt x="217449" y="178193"/>
                </a:lnTo>
                <a:lnTo>
                  <a:pt x="217805" y="178193"/>
                </a:lnTo>
                <a:lnTo>
                  <a:pt x="218528" y="177838"/>
                </a:lnTo>
                <a:lnTo>
                  <a:pt x="218884" y="177469"/>
                </a:lnTo>
                <a:lnTo>
                  <a:pt x="221043" y="176390"/>
                </a:lnTo>
                <a:lnTo>
                  <a:pt x="222478" y="174955"/>
                </a:lnTo>
                <a:lnTo>
                  <a:pt x="223570" y="172796"/>
                </a:lnTo>
                <a:lnTo>
                  <a:pt x="224650" y="170992"/>
                </a:lnTo>
                <a:lnTo>
                  <a:pt x="225361" y="168833"/>
                </a:lnTo>
                <a:lnTo>
                  <a:pt x="225361" y="64439"/>
                </a:lnTo>
                <a:lnTo>
                  <a:pt x="220687" y="61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sz="half" idx="2"/>
          </p:nvPr>
        </p:nvSpPr>
        <p:spPr>
          <a:xfrm>
            <a:off x="488702" y="1406145"/>
            <a:ext cx="3808729" cy="297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</a:t>
            </a:r>
            <a:r>
              <a:rPr spc="-90" dirty="0"/>
              <a:t> </a:t>
            </a:r>
            <a:r>
              <a:rPr spc="-10" dirty="0"/>
              <a:t>CORTO</a:t>
            </a:r>
          </a:p>
          <a:p>
            <a:pPr marL="168910" marR="71120">
              <a:lnSpc>
                <a:spcPct val="100000"/>
              </a:lnSpc>
              <a:spcBef>
                <a:spcPts val="420"/>
              </a:spcBef>
            </a:pPr>
            <a:r>
              <a:rPr sz="105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"C</a:t>
            </a:r>
            <a:r>
              <a:rPr sz="1050" b="0" spc="-5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ontam</a:t>
            </a:r>
            <a:r>
              <a:rPr sz="105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todo</a:t>
            </a:r>
            <a:r>
              <a:rPr sz="105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75" dirty="0">
                <a:solidFill>
                  <a:srgbClr val="191919"/>
                </a:solidFill>
                <a:latin typeface="Lucida Console"/>
                <a:cs typeface="Lucida Console"/>
              </a:rPr>
              <a:t>lo</a:t>
            </a:r>
            <a:r>
              <a:rPr sz="105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tenés</a:t>
            </a:r>
            <a:r>
              <a:rPr sz="1050" b="0" spc="-3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saber</a:t>
            </a:r>
            <a:r>
              <a:rPr lang="es-AR" sz="105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 de </a:t>
            </a:r>
            <a:r>
              <a:rPr sz="1050" b="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alguien</a:t>
            </a:r>
            <a:r>
              <a:rPr sz="105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lang="es-AR" sz="1050" b="0" spc="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se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quiere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50" b="0" spc="35" dirty="0">
                <a:solidFill>
                  <a:srgbClr val="191919"/>
                </a:solidFill>
                <a:latin typeface="Lucida Console"/>
                <a:cs typeface="Lucida Console"/>
              </a:rPr>
              <a:t>udar</a:t>
            </a:r>
            <a:r>
              <a:rPr lang="es-AR" sz="1050" b="0" spc="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3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5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XXX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105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5" dirty="0">
                <a:solidFill>
                  <a:srgbClr val="191919"/>
                </a:solidFill>
                <a:latin typeface="Lucida Console"/>
                <a:cs typeface="Lucida Console"/>
              </a:rPr>
              <a:t>dos</a:t>
            </a:r>
            <a:r>
              <a:rPr sz="1050" b="0" spc="-3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hijos</a:t>
            </a:r>
            <a:r>
              <a:rPr sz="1050" b="0" spc="-3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chicos."</a:t>
            </a:r>
            <a:endParaRPr sz="105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 marL="815975" indent="-162560">
              <a:lnSpc>
                <a:spcPct val="100000"/>
              </a:lnSpc>
              <a:spcBef>
                <a:spcPts val="950"/>
              </a:spcBef>
              <a:buFont typeface="Yu Gothic"/>
              <a:buChar char="✓"/>
              <a:tabLst>
                <a:tab pos="816610" algn="l"/>
              </a:tabLst>
            </a:pPr>
            <a:r>
              <a:rPr sz="1200" spc="-5" dirty="0">
                <a:solidFill>
                  <a:srgbClr val="003DA4"/>
                </a:solidFill>
              </a:rPr>
              <a:t>Combinalo con Google</a:t>
            </a:r>
            <a:r>
              <a:rPr sz="1200" spc="-70" dirty="0">
                <a:solidFill>
                  <a:srgbClr val="003DA4"/>
                </a:solidFill>
              </a:rPr>
              <a:t> </a:t>
            </a:r>
            <a:r>
              <a:rPr sz="1200" spc="-5" dirty="0">
                <a:solidFill>
                  <a:srgbClr val="003DA4"/>
                </a:solidFill>
              </a:rPr>
              <a:t>Maps</a:t>
            </a:r>
            <a:endParaRPr sz="1200" dirty="0"/>
          </a:p>
          <a:p>
            <a:pPr marL="653415">
              <a:lnSpc>
                <a:spcPts val="1260"/>
              </a:lnSpc>
              <a:spcBef>
                <a:spcPts val="355"/>
              </a:spcBef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Después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tener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el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informe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050" b="0" spc="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Claude:</a:t>
            </a:r>
            <a:endParaRPr sz="1050" dirty="0">
              <a:latin typeface="Calibri"/>
              <a:cs typeface="Calibri"/>
            </a:endParaRPr>
          </a:p>
          <a:p>
            <a:pPr marL="713105" marR="992505" indent="-59690">
              <a:lnSpc>
                <a:spcPct val="100000"/>
              </a:lnSpc>
              <a:buChar char="•"/>
              <a:tabLst>
                <a:tab pos="749935" algn="l"/>
              </a:tabLst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Pedí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que arme una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ruta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tipo "5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puntos  imprescindibles para visitar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el</a:t>
            </a:r>
            <a:r>
              <a:rPr sz="1050" b="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barrio".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Compartila con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el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cliente como </a:t>
            </a:r>
            <a:r>
              <a:rPr sz="1050" b="0" spc="-20" dirty="0">
                <a:solidFill>
                  <a:srgbClr val="191919"/>
                </a:solidFill>
                <a:latin typeface="Calibri"/>
                <a:cs typeface="Calibri"/>
              </a:rPr>
              <a:t>pre-tour.</a:t>
            </a:r>
            <a:endParaRPr sz="1050" dirty="0">
              <a:latin typeface="Calibri"/>
              <a:cs typeface="Calibri"/>
            </a:endParaRPr>
          </a:p>
          <a:p>
            <a:pPr marL="713105" marR="1266190" indent="-59690">
              <a:lnSpc>
                <a:spcPct val="100000"/>
              </a:lnSpc>
              <a:buChar char="•"/>
              <a:tabLst>
                <a:tab pos="749935" algn="l"/>
              </a:tabLst>
            </a:pPr>
            <a:r>
              <a:rPr sz="1050" b="0" spc="-15" dirty="0">
                <a:solidFill>
                  <a:srgbClr val="191919"/>
                </a:solidFill>
                <a:latin typeface="Calibri"/>
                <a:cs typeface="Calibri"/>
              </a:rPr>
              <a:t>Mostrás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cuidado por el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detalle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—  y eso se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traduce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en</a:t>
            </a:r>
            <a:r>
              <a:rPr sz="1050" b="0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confianza</a:t>
            </a:r>
            <a:endParaRPr sz="1050" dirty="0">
              <a:latin typeface="Calibri"/>
              <a:cs typeface="Calibri"/>
            </a:endParaRPr>
          </a:p>
          <a:p>
            <a:pPr marL="713105">
              <a:lnSpc>
                <a:spcPts val="1260"/>
              </a:lnSpc>
              <a:spcBef>
                <a:spcPts val="5"/>
              </a:spcBef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y en </a:t>
            </a:r>
            <a:r>
              <a:rPr sz="1050" b="0" spc="-15" dirty="0">
                <a:solidFill>
                  <a:srgbClr val="191919"/>
                </a:solidFill>
                <a:latin typeface="Calibri"/>
                <a:cs typeface="Calibri"/>
              </a:rPr>
              <a:t>contrato</a:t>
            </a:r>
            <a:r>
              <a:rPr sz="1050" b="0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firmado.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08697" y="4892219"/>
            <a:ext cx="74231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03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5B6573"/>
                </a:solidFill>
                <a:latin typeface="Calibri"/>
                <a:cs typeface="Calibri"/>
              </a:rPr>
              <a:t>Zonas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742846"/>
            <a:ext cx="2743200" cy="2400935"/>
          </a:xfrm>
          <a:custGeom>
            <a:avLst/>
            <a:gdLst/>
            <a:ahLst/>
            <a:cxnLst/>
            <a:rect l="l" t="t" r="r" b="b"/>
            <a:pathLst>
              <a:path w="2743200" h="2400935">
                <a:moveTo>
                  <a:pt x="914044" y="0"/>
                </a:moveTo>
                <a:lnTo>
                  <a:pt x="863393" y="701"/>
                </a:lnTo>
                <a:lnTo>
                  <a:pt x="812866" y="2801"/>
                </a:lnTo>
                <a:lnTo>
                  <a:pt x="762490" y="6293"/>
                </a:lnTo>
                <a:lnTo>
                  <a:pt x="712292" y="11167"/>
                </a:lnTo>
                <a:lnTo>
                  <a:pt x="662301" y="17417"/>
                </a:lnTo>
                <a:lnTo>
                  <a:pt x="612545" y="25036"/>
                </a:lnTo>
                <a:lnTo>
                  <a:pt x="563050" y="34015"/>
                </a:lnTo>
                <a:lnTo>
                  <a:pt x="513845" y="44348"/>
                </a:lnTo>
                <a:lnTo>
                  <a:pt x="464958" y="56026"/>
                </a:lnTo>
                <a:lnTo>
                  <a:pt x="416416" y="69043"/>
                </a:lnTo>
                <a:lnTo>
                  <a:pt x="368246" y="83390"/>
                </a:lnTo>
                <a:lnTo>
                  <a:pt x="320478" y="99059"/>
                </a:lnTo>
                <a:lnTo>
                  <a:pt x="273137" y="116045"/>
                </a:lnTo>
                <a:lnTo>
                  <a:pt x="226253" y="134338"/>
                </a:lnTo>
                <a:lnTo>
                  <a:pt x="179853" y="153932"/>
                </a:lnTo>
                <a:lnTo>
                  <a:pt x="133964" y="174819"/>
                </a:lnTo>
                <a:lnTo>
                  <a:pt x="88614" y="196991"/>
                </a:lnTo>
                <a:lnTo>
                  <a:pt x="43832" y="220440"/>
                </a:lnTo>
                <a:lnTo>
                  <a:pt x="0" y="244961"/>
                </a:lnTo>
                <a:lnTo>
                  <a:pt x="0" y="2400477"/>
                </a:lnTo>
                <a:lnTo>
                  <a:pt x="2650957" y="2400477"/>
                </a:lnTo>
                <a:lnTo>
                  <a:pt x="2659449" y="2374592"/>
                </a:lnTo>
                <a:lnTo>
                  <a:pt x="2673796" y="2326423"/>
                </a:lnTo>
                <a:lnTo>
                  <a:pt x="2686813" y="2277881"/>
                </a:lnTo>
                <a:lnTo>
                  <a:pt x="2698491" y="2228994"/>
                </a:lnTo>
                <a:lnTo>
                  <a:pt x="2708825" y="2179790"/>
                </a:lnTo>
                <a:lnTo>
                  <a:pt x="2717805" y="2130296"/>
                </a:lnTo>
                <a:lnTo>
                  <a:pt x="2725424" y="2080540"/>
                </a:lnTo>
                <a:lnTo>
                  <a:pt x="2731675" y="2030550"/>
                </a:lnTo>
                <a:lnTo>
                  <a:pt x="2736550" y="1980353"/>
                </a:lnTo>
                <a:lnTo>
                  <a:pt x="2740042" y="1929977"/>
                </a:lnTo>
                <a:lnTo>
                  <a:pt x="2742142" y="1879450"/>
                </a:lnTo>
                <a:lnTo>
                  <a:pt x="2742844" y="1828800"/>
                </a:lnTo>
                <a:lnTo>
                  <a:pt x="2742142" y="1778149"/>
                </a:lnTo>
                <a:lnTo>
                  <a:pt x="2740042" y="1727622"/>
                </a:lnTo>
                <a:lnTo>
                  <a:pt x="2736550" y="1677245"/>
                </a:lnTo>
                <a:lnTo>
                  <a:pt x="2731675" y="1627048"/>
                </a:lnTo>
                <a:lnTo>
                  <a:pt x="2725424" y="1577057"/>
                </a:lnTo>
                <a:lnTo>
                  <a:pt x="2717805" y="1527300"/>
                </a:lnTo>
                <a:lnTo>
                  <a:pt x="2708825" y="1477806"/>
                </a:lnTo>
                <a:lnTo>
                  <a:pt x="2698491" y="1428601"/>
                </a:lnTo>
                <a:lnTo>
                  <a:pt x="2686813" y="1379713"/>
                </a:lnTo>
                <a:lnTo>
                  <a:pt x="2673796" y="1331171"/>
                </a:lnTo>
                <a:lnTo>
                  <a:pt x="2659449" y="1283002"/>
                </a:lnTo>
                <a:lnTo>
                  <a:pt x="2643778" y="1235233"/>
                </a:lnTo>
                <a:lnTo>
                  <a:pt x="2626793" y="1187893"/>
                </a:lnTo>
                <a:lnTo>
                  <a:pt x="2608500" y="1141009"/>
                </a:lnTo>
                <a:lnTo>
                  <a:pt x="2588906" y="1094608"/>
                </a:lnTo>
                <a:lnTo>
                  <a:pt x="2568020" y="1048719"/>
                </a:lnTo>
                <a:lnTo>
                  <a:pt x="2545850" y="1003370"/>
                </a:lnTo>
                <a:lnTo>
                  <a:pt x="2522401" y="958587"/>
                </a:lnTo>
                <a:lnTo>
                  <a:pt x="2497683" y="914400"/>
                </a:lnTo>
                <a:lnTo>
                  <a:pt x="2471803" y="870909"/>
                </a:lnTo>
                <a:lnTo>
                  <a:pt x="2444765" y="828217"/>
                </a:lnTo>
                <a:lnTo>
                  <a:pt x="2416590" y="786346"/>
                </a:lnTo>
                <a:lnTo>
                  <a:pt x="2387300" y="745316"/>
                </a:lnTo>
                <a:lnTo>
                  <a:pt x="2356915" y="705148"/>
                </a:lnTo>
                <a:lnTo>
                  <a:pt x="2325457" y="665864"/>
                </a:lnTo>
                <a:lnTo>
                  <a:pt x="2292947" y="627485"/>
                </a:lnTo>
                <a:lnTo>
                  <a:pt x="2259406" y="590031"/>
                </a:lnTo>
                <a:lnTo>
                  <a:pt x="2224855" y="553524"/>
                </a:lnTo>
                <a:lnTo>
                  <a:pt x="2189315" y="517984"/>
                </a:lnTo>
                <a:lnTo>
                  <a:pt x="2152807" y="483434"/>
                </a:lnTo>
                <a:lnTo>
                  <a:pt x="2115353" y="449893"/>
                </a:lnTo>
                <a:lnTo>
                  <a:pt x="2076973" y="417384"/>
                </a:lnTo>
                <a:lnTo>
                  <a:pt x="2037690" y="385926"/>
                </a:lnTo>
                <a:lnTo>
                  <a:pt x="1997522" y="355542"/>
                </a:lnTo>
                <a:lnTo>
                  <a:pt x="1956493" y="326253"/>
                </a:lnTo>
                <a:lnTo>
                  <a:pt x="1914623" y="298078"/>
                </a:lnTo>
                <a:lnTo>
                  <a:pt x="1871933" y="271041"/>
                </a:lnTo>
                <a:lnTo>
                  <a:pt x="1828444" y="245160"/>
                </a:lnTo>
                <a:lnTo>
                  <a:pt x="1784254" y="220440"/>
                </a:lnTo>
                <a:lnTo>
                  <a:pt x="1739470" y="196991"/>
                </a:lnTo>
                <a:lnTo>
                  <a:pt x="1694120" y="174819"/>
                </a:lnTo>
                <a:lnTo>
                  <a:pt x="1648230" y="153932"/>
                </a:lnTo>
                <a:lnTo>
                  <a:pt x="1601829" y="134338"/>
                </a:lnTo>
                <a:lnTo>
                  <a:pt x="1554945" y="116045"/>
                </a:lnTo>
                <a:lnTo>
                  <a:pt x="1507605" y="99059"/>
                </a:lnTo>
                <a:lnTo>
                  <a:pt x="1459836" y="83390"/>
                </a:lnTo>
                <a:lnTo>
                  <a:pt x="1411667" y="69043"/>
                </a:lnTo>
                <a:lnTo>
                  <a:pt x="1363125" y="56026"/>
                </a:lnTo>
                <a:lnTo>
                  <a:pt x="1314239" y="44348"/>
                </a:lnTo>
                <a:lnTo>
                  <a:pt x="1265034" y="34015"/>
                </a:lnTo>
                <a:lnTo>
                  <a:pt x="1215540" y="25036"/>
                </a:lnTo>
                <a:lnTo>
                  <a:pt x="1165784" y="17417"/>
                </a:lnTo>
                <a:lnTo>
                  <a:pt x="1115794" y="11167"/>
                </a:lnTo>
                <a:lnTo>
                  <a:pt x="1065597" y="6293"/>
                </a:lnTo>
                <a:lnTo>
                  <a:pt x="1015221" y="2801"/>
                </a:lnTo>
                <a:lnTo>
                  <a:pt x="964694" y="701"/>
                </a:lnTo>
                <a:lnTo>
                  <a:pt x="914044" y="0"/>
                </a:lnTo>
                <a:close/>
              </a:path>
            </a:pathLst>
          </a:custGeom>
          <a:solidFill>
            <a:srgbClr val="D9775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42846"/>
            <a:ext cx="2743200" cy="2400935"/>
          </a:xfrm>
          <a:custGeom>
            <a:avLst/>
            <a:gdLst/>
            <a:ahLst/>
            <a:cxnLst/>
            <a:rect l="l" t="t" r="r" b="b"/>
            <a:pathLst>
              <a:path w="2743200" h="2400935">
                <a:moveTo>
                  <a:pt x="0" y="244961"/>
                </a:moveTo>
                <a:lnTo>
                  <a:pt x="43832" y="220440"/>
                </a:lnTo>
                <a:lnTo>
                  <a:pt x="88614" y="196991"/>
                </a:lnTo>
                <a:lnTo>
                  <a:pt x="133964" y="174819"/>
                </a:lnTo>
                <a:lnTo>
                  <a:pt x="179853" y="153932"/>
                </a:lnTo>
                <a:lnTo>
                  <a:pt x="226253" y="134338"/>
                </a:lnTo>
                <a:lnTo>
                  <a:pt x="273137" y="116045"/>
                </a:lnTo>
                <a:lnTo>
                  <a:pt x="320478" y="99059"/>
                </a:lnTo>
                <a:lnTo>
                  <a:pt x="368246" y="83390"/>
                </a:lnTo>
                <a:lnTo>
                  <a:pt x="416416" y="69043"/>
                </a:lnTo>
                <a:lnTo>
                  <a:pt x="464958" y="56026"/>
                </a:lnTo>
                <a:lnTo>
                  <a:pt x="513845" y="44348"/>
                </a:lnTo>
                <a:lnTo>
                  <a:pt x="563050" y="34015"/>
                </a:lnTo>
                <a:lnTo>
                  <a:pt x="612545" y="25036"/>
                </a:lnTo>
                <a:lnTo>
                  <a:pt x="662301" y="17417"/>
                </a:lnTo>
                <a:lnTo>
                  <a:pt x="712292" y="11167"/>
                </a:lnTo>
                <a:lnTo>
                  <a:pt x="762490" y="6293"/>
                </a:lnTo>
                <a:lnTo>
                  <a:pt x="812866" y="2801"/>
                </a:lnTo>
                <a:lnTo>
                  <a:pt x="863393" y="701"/>
                </a:lnTo>
                <a:lnTo>
                  <a:pt x="914044" y="0"/>
                </a:lnTo>
                <a:lnTo>
                  <a:pt x="964694" y="701"/>
                </a:lnTo>
                <a:lnTo>
                  <a:pt x="1015221" y="2801"/>
                </a:lnTo>
                <a:lnTo>
                  <a:pt x="1065597" y="6293"/>
                </a:lnTo>
                <a:lnTo>
                  <a:pt x="1115794" y="11167"/>
                </a:lnTo>
                <a:lnTo>
                  <a:pt x="1165784" y="17417"/>
                </a:lnTo>
                <a:lnTo>
                  <a:pt x="1215540" y="25036"/>
                </a:lnTo>
                <a:lnTo>
                  <a:pt x="1265034" y="34015"/>
                </a:lnTo>
                <a:lnTo>
                  <a:pt x="1314239" y="44348"/>
                </a:lnTo>
                <a:lnTo>
                  <a:pt x="1363125" y="56026"/>
                </a:lnTo>
                <a:lnTo>
                  <a:pt x="1411667" y="69043"/>
                </a:lnTo>
                <a:lnTo>
                  <a:pt x="1459836" y="83390"/>
                </a:lnTo>
                <a:lnTo>
                  <a:pt x="1507605" y="99059"/>
                </a:lnTo>
                <a:lnTo>
                  <a:pt x="1554945" y="116045"/>
                </a:lnTo>
                <a:lnTo>
                  <a:pt x="1601829" y="134338"/>
                </a:lnTo>
                <a:lnTo>
                  <a:pt x="1648230" y="153932"/>
                </a:lnTo>
                <a:lnTo>
                  <a:pt x="1694120" y="174819"/>
                </a:lnTo>
                <a:lnTo>
                  <a:pt x="1739470" y="196991"/>
                </a:lnTo>
                <a:lnTo>
                  <a:pt x="1784254" y="220440"/>
                </a:lnTo>
                <a:lnTo>
                  <a:pt x="1828444" y="245160"/>
                </a:lnTo>
                <a:lnTo>
                  <a:pt x="1871933" y="271041"/>
                </a:lnTo>
                <a:lnTo>
                  <a:pt x="1914623" y="298078"/>
                </a:lnTo>
                <a:lnTo>
                  <a:pt x="1956493" y="326253"/>
                </a:lnTo>
                <a:lnTo>
                  <a:pt x="1997522" y="355542"/>
                </a:lnTo>
                <a:lnTo>
                  <a:pt x="2037690" y="385926"/>
                </a:lnTo>
                <a:lnTo>
                  <a:pt x="2076973" y="417384"/>
                </a:lnTo>
                <a:lnTo>
                  <a:pt x="2115353" y="449893"/>
                </a:lnTo>
                <a:lnTo>
                  <a:pt x="2152807" y="483434"/>
                </a:lnTo>
                <a:lnTo>
                  <a:pt x="2189315" y="517984"/>
                </a:lnTo>
                <a:lnTo>
                  <a:pt x="2224855" y="553524"/>
                </a:lnTo>
                <a:lnTo>
                  <a:pt x="2259406" y="590031"/>
                </a:lnTo>
                <a:lnTo>
                  <a:pt x="2292947" y="627485"/>
                </a:lnTo>
                <a:lnTo>
                  <a:pt x="2325457" y="665864"/>
                </a:lnTo>
                <a:lnTo>
                  <a:pt x="2356915" y="705148"/>
                </a:lnTo>
                <a:lnTo>
                  <a:pt x="2387300" y="745316"/>
                </a:lnTo>
                <a:lnTo>
                  <a:pt x="2416590" y="786346"/>
                </a:lnTo>
                <a:lnTo>
                  <a:pt x="2444765" y="828217"/>
                </a:lnTo>
                <a:lnTo>
                  <a:pt x="2471803" y="870909"/>
                </a:lnTo>
                <a:lnTo>
                  <a:pt x="2497683" y="914400"/>
                </a:lnTo>
                <a:lnTo>
                  <a:pt x="2522401" y="958587"/>
                </a:lnTo>
                <a:lnTo>
                  <a:pt x="2545850" y="1003370"/>
                </a:lnTo>
                <a:lnTo>
                  <a:pt x="2568020" y="1048719"/>
                </a:lnTo>
                <a:lnTo>
                  <a:pt x="2588906" y="1094608"/>
                </a:lnTo>
                <a:lnTo>
                  <a:pt x="2608500" y="1141009"/>
                </a:lnTo>
                <a:lnTo>
                  <a:pt x="2626793" y="1187893"/>
                </a:lnTo>
                <a:lnTo>
                  <a:pt x="2643778" y="1235233"/>
                </a:lnTo>
                <a:lnTo>
                  <a:pt x="2659449" y="1283002"/>
                </a:lnTo>
                <a:lnTo>
                  <a:pt x="2673796" y="1331171"/>
                </a:lnTo>
                <a:lnTo>
                  <a:pt x="2686813" y="1379713"/>
                </a:lnTo>
                <a:lnTo>
                  <a:pt x="2698491" y="1428601"/>
                </a:lnTo>
                <a:lnTo>
                  <a:pt x="2708825" y="1477806"/>
                </a:lnTo>
                <a:lnTo>
                  <a:pt x="2717805" y="1527300"/>
                </a:lnTo>
                <a:lnTo>
                  <a:pt x="2725424" y="1577057"/>
                </a:lnTo>
                <a:lnTo>
                  <a:pt x="2731675" y="1627048"/>
                </a:lnTo>
                <a:lnTo>
                  <a:pt x="2736550" y="1677245"/>
                </a:lnTo>
                <a:lnTo>
                  <a:pt x="2740042" y="1727622"/>
                </a:lnTo>
                <a:lnTo>
                  <a:pt x="2742142" y="1778149"/>
                </a:lnTo>
                <a:lnTo>
                  <a:pt x="2742844" y="1828800"/>
                </a:lnTo>
                <a:lnTo>
                  <a:pt x="2742142" y="1879450"/>
                </a:lnTo>
                <a:lnTo>
                  <a:pt x="2740042" y="1929977"/>
                </a:lnTo>
                <a:lnTo>
                  <a:pt x="2736550" y="1980353"/>
                </a:lnTo>
                <a:lnTo>
                  <a:pt x="2731675" y="2030550"/>
                </a:lnTo>
                <a:lnTo>
                  <a:pt x="2725424" y="2080540"/>
                </a:lnTo>
                <a:lnTo>
                  <a:pt x="2717805" y="2130296"/>
                </a:lnTo>
                <a:lnTo>
                  <a:pt x="2708825" y="2179790"/>
                </a:lnTo>
                <a:lnTo>
                  <a:pt x="2698491" y="2228994"/>
                </a:lnTo>
                <a:lnTo>
                  <a:pt x="2686813" y="2277881"/>
                </a:lnTo>
                <a:lnTo>
                  <a:pt x="2673796" y="2326423"/>
                </a:lnTo>
                <a:lnTo>
                  <a:pt x="2659449" y="2374592"/>
                </a:lnTo>
                <a:lnTo>
                  <a:pt x="2650957" y="2400477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7644" y="2"/>
            <a:ext cx="2286000" cy="2743200"/>
          </a:xfrm>
          <a:custGeom>
            <a:avLst/>
            <a:gdLst/>
            <a:ahLst/>
            <a:cxnLst/>
            <a:rect l="l" t="t" r="r" b="b"/>
            <a:pathLst>
              <a:path w="2286000" h="2743200">
                <a:moveTo>
                  <a:pt x="2286000" y="0"/>
                </a:moveTo>
                <a:lnTo>
                  <a:pt x="244961" y="0"/>
                </a:lnTo>
                <a:lnTo>
                  <a:pt x="220440" y="43832"/>
                </a:lnTo>
                <a:lnTo>
                  <a:pt x="196991" y="88614"/>
                </a:lnTo>
                <a:lnTo>
                  <a:pt x="174819" y="133964"/>
                </a:lnTo>
                <a:lnTo>
                  <a:pt x="153932" y="179853"/>
                </a:lnTo>
                <a:lnTo>
                  <a:pt x="134338" y="226253"/>
                </a:lnTo>
                <a:lnTo>
                  <a:pt x="116045" y="273137"/>
                </a:lnTo>
                <a:lnTo>
                  <a:pt x="99059" y="320478"/>
                </a:lnTo>
                <a:lnTo>
                  <a:pt x="83390" y="368246"/>
                </a:lnTo>
                <a:lnTo>
                  <a:pt x="69043" y="416416"/>
                </a:lnTo>
                <a:lnTo>
                  <a:pt x="56026" y="464958"/>
                </a:lnTo>
                <a:lnTo>
                  <a:pt x="44348" y="513845"/>
                </a:lnTo>
                <a:lnTo>
                  <a:pt x="34015" y="563050"/>
                </a:lnTo>
                <a:lnTo>
                  <a:pt x="25036" y="612545"/>
                </a:lnTo>
                <a:lnTo>
                  <a:pt x="17417" y="662301"/>
                </a:lnTo>
                <a:lnTo>
                  <a:pt x="11167" y="712292"/>
                </a:lnTo>
                <a:lnTo>
                  <a:pt x="6293" y="762490"/>
                </a:lnTo>
                <a:lnTo>
                  <a:pt x="2801" y="812866"/>
                </a:lnTo>
                <a:lnTo>
                  <a:pt x="701" y="863393"/>
                </a:lnTo>
                <a:lnTo>
                  <a:pt x="0" y="914044"/>
                </a:lnTo>
                <a:lnTo>
                  <a:pt x="701" y="964694"/>
                </a:lnTo>
                <a:lnTo>
                  <a:pt x="2801" y="1015221"/>
                </a:lnTo>
                <a:lnTo>
                  <a:pt x="6293" y="1065597"/>
                </a:lnTo>
                <a:lnTo>
                  <a:pt x="11167" y="1115794"/>
                </a:lnTo>
                <a:lnTo>
                  <a:pt x="17417" y="1165784"/>
                </a:lnTo>
                <a:lnTo>
                  <a:pt x="25036" y="1215540"/>
                </a:lnTo>
                <a:lnTo>
                  <a:pt x="34015" y="1265034"/>
                </a:lnTo>
                <a:lnTo>
                  <a:pt x="44348" y="1314239"/>
                </a:lnTo>
                <a:lnTo>
                  <a:pt x="56026" y="1363125"/>
                </a:lnTo>
                <a:lnTo>
                  <a:pt x="69043" y="1411667"/>
                </a:lnTo>
                <a:lnTo>
                  <a:pt x="83390" y="1459836"/>
                </a:lnTo>
                <a:lnTo>
                  <a:pt x="99059" y="1507605"/>
                </a:lnTo>
                <a:lnTo>
                  <a:pt x="116045" y="1554945"/>
                </a:lnTo>
                <a:lnTo>
                  <a:pt x="134338" y="1601829"/>
                </a:lnTo>
                <a:lnTo>
                  <a:pt x="153932" y="1648230"/>
                </a:lnTo>
                <a:lnTo>
                  <a:pt x="174819" y="1694120"/>
                </a:lnTo>
                <a:lnTo>
                  <a:pt x="196991" y="1739470"/>
                </a:lnTo>
                <a:lnTo>
                  <a:pt x="220440" y="1784254"/>
                </a:lnTo>
                <a:lnTo>
                  <a:pt x="245160" y="1828444"/>
                </a:lnTo>
                <a:lnTo>
                  <a:pt x="271041" y="1871933"/>
                </a:lnTo>
                <a:lnTo>
                  <a:pt x="298078" y="1914623"/>
                </a:lnTo>
                <a:lnTo>
                  <a:pt x="326253" y="1956493"/>
                </a:lnTo>
                <a:lnTo>
                  <a:pt x="355542" y="1997522"/>
                </a:lnTo>
                <a:lnTo>
                  <a:pt x="385926" y="2037690"/>
                </a:lnTo>
                <a:lnTo>
                  <a:pt x="417384" y="2076973"/>
                </a:lnTo>
                <a:lnTo>
                  <a:pt x="449893" y="2115353"/>
                </a:lnTo>
                <a:lnTo>
                  <a:pt x="483434" y="2152807"/>
                </a:lnTo>
                <a:lnTo>
                  <a:pt x="517984" y="2189315"/>
                </a:lnTo>
                <a:lnTo>
                  <a:pt x="553524" y="2224855"/>
                </a:lnTo>
                <a:lnTo>
                  <a:pt x="590031" y="2259406"/>
                </a:lnTo>
                <a:lnTo>
                  <a:pt x="627485" y="2292947"/>
                </a:lnTo>
                <a:lnTo>
                  <a:pt x="665864" y="2325457"/>
                </a:lnTo>
                <a:lnTo>
                  <a:pt x="705148" y="2356915"/>
                </a:lnTo>
                <a:lnTo>
                  <a:pt x="745316" y="2387300"/>
                </a:lnTo>
                <a:lnTo>
                  <a:pt x="786346" y="2416590"/>
                </a:lnTo>
                <a:lnTo>
                  <a:pt x="828217" y="2444765"/>
                </a:lnTo>
                <a:lnTo>
                  <a:pt x="870909" y="2471803"/>
                </a:lnTo>
                <a:lnTo>
                  <a:pt x="914400" y="2497683"/>
                </a:lnTo>
                <a:lnTo>
                  <a:pt x="958587" y="2522401"/>
                </a:lnTo>
                <a:lnTo>
                  <a:pt x="1003370" y="2545850"/>
                </a:lnTo>
                <a:lnTo>
                  <a:pt x="1048719" y="2568020"/>
                </a:lnTo>
                <a:lnTo>
                  <a:pt x="1094608" y="2588906"/>
                </a:lnTo>
                <a:lnTo>
                  <a:pt x="1141009" y="2608500"/>
                </a:lnTo>
                <a:lnTo>
                  <a:pt x="1187893" y="2626793"/>
                </a:lnTo>
                <a:lnTo>
                  <a:pt x="1235233" y="2643778"/>
                </a:lnTo>
                <a:lnTo>
                  <a:pt x="1283002" y="2659449"/>
                </a:lnTo>
                <a:lnTo>
                  <a:pt x="1331171" y="2673796"/>
                </a:lnTo>
                <a:lnTo>
                  <a:pt x="1379713" y="2686813"/>
                </a:lnTo>
                <a:lnTo>
                  <a:pt x="1428601" y="2698491"/>
                </a:lnTo>
                <a:lnTo>
                  <a:pt x="1477806" y="2708825"/>
                </a:lnTo>
                <a:lnTo>
                  <a:pt x="1527300" y="2717805"/>
                </a:lnTo>
                <a:lnTo>
                  <a:pt x="1577057" y="2725424"/>
                </a:lnTo>
                <a:lnTo>
                  <a:pt x="1627048" y="2731675"/>
                </a:lnTo>
                <a:lnTo>
                  <a:pt x="1677245" y="2736550"/>
                </a:lnTo>
                <a:lnTo>
                  <a:pt x="1727622" y="2740042"/>
                </a:lnTo>
                <a:lnTo>
                  <a:pt x="1778149" y="2742142"/>
                </a:lnTo>
                <a:lnTo>
                  <a:pt x="1828800" y="2742844"/>
                </a:lnTo>
                <a:lnTo>
                  <a:pt x="1879450" y="2742142"/>
                </a:lnTo>
                <a:lnTo>
                  <a:pt x="1929977" y="2740042"/>
                </a:lnTo>
                <a:lnTo>
                  <a:pt x="1980353" y="2736550"/>
                </a:lnTo>
                <a:lnTo>
                  <a:pt x="2030550" y="2731675"/>
                </a:lnTo>
                <a:lnTo>
                  <a:pt x="2080540" y="2725424"/>
                </a:lnTo>
                <a:lnTo>
                  <a:pt x="2130296" y="2717805"/>
                </a:lnTo>
                <a:lnTo>
                  <a:pt x="2179790" y="2708825"/>
                </a:lnTo>
                <a:lnTo>
                  <a:pt x="2228994" y="2698491"/>
                </a:lnTo>
                <a:lnTo>
                  <a:pt x="2277881" y="2686813"/>
                </a:lnTo>
                <a:lnTo>
                  <a:pt x="2286000" y="2684636"/>
                </a:lnTo>
                <a:lnTo>
                  <a:pt x="2286000" y="0"/>
                </a:lnTo>
                <a:close/>
              </a:path>
            </a:pathLst>
          </a:custGeom>
          <a:solidFill>
            <a:srgbClr val="DB1C2E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7644" y="2"/>
            <a:ext cx="245110" cy="914400"/>
          </a:xfrm>
          <a:custGeom>
            <a:avLst/>
            <a:gdLst/>
            <a:ahLst/>
            <a:cxnLst/>
            <a:rect l="l" t="t" r="r" b="b"/>
            <a:pathLst>
              <a:path w="245109" h="914400">
                <a:moveTo>
                  <a:pt x="0" y="914044"/>
                </a:moveTo>
                <a:lnTo>
                  <a:pt x="701" y="863393"/>
                </a:lnTo>
                <a:lnTo>
                  <a:pt x="2801" y="812866"/>
                </a:lnTo>
                <a:lnTo>
                  <a:pt x="6293" y="762490"/>
                </a:lnTo>
                <a:lnTo>
                  <a:pt x="11167" y="712292"/>
                </a:lnTo>
                <a:lnTo>
                  <a:pt x="17417" y="662301"/>
                </a:lnTo>
                <a:lnTo>
                  <a:pt x="25036" y="612545"/>
                </a:lnTo>
                <a:lnTo>
                  <a:pt x="34015" y="563050"/>
                </a:lnTo>
                <a:lnTo>
                  <a:pt x="44348" y="513845"/>
                </a:lnTo>
                <a:lnTo>
                  <a:pt x="56026" y="464958"/>
                </a:lnTo>
                <a:lnTo>
                  <a:pt x="69043" y="416416"/>
                </a:lnTo>
                <a:lnTo>
                  <a:pt x="83390" y="368246"/>
                </a:lnTo>
                <a:lnTo>
                  <a:pt x="99059" y="320478"/>
                </a:lnTo>
                <a:lnTo>
                  <a:pt x="116045" y="273137"/>
                </a:lnTo>
                <a:lnTo>
                  <a:pt x="134338" y="226253"/>
                </a:lnTo>
                <a:lnTo>
                  <a:pt x="153932" y="179853"/>
                </a:lnTo>
                <a:lnTo>
                  <a:pt x="174819" y="133964"/>
                </a:lnTo>
                <a:lnTo>
                  <a:pt x="196991" y="88614"/>
                </a:lnTo>
                <a:lnTo>
                  <a:pt x="220440" y="43832"/>
                </a:lnTo>
                <a:lnTo>
                  <a:pt x="244961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7644" y="914046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2286000" y="1770591"/>
                </a:moveTo>
                <a:lnTo>
                  <a:pt x="2228994" y="1784447"/>
                </a:lnTo>
                <a:lnTo>
                  <a:pt x="2179790" y="1794780"/>
                </a:lnTo>
                <a:lnTo>
                  <a:pt x="2130296" y="1803760"/>
                </a:lnTo>
                <a:lnTo>
                  <a:pt x="2080540" y="1811380"/>
                </a:lnTo>
                <a:lnTo>
                  <a:pt x="2030550" y="1817631"/>
                </a:lnTo>
                <a:lnTo>
                  <a:pt x="1980353" y="1822506"/>
                </a:lnTo>
                <a:lnTo>
                  <a:pt x="1929977" y="1825997"/>
                </a:lnTo>
                <a:lnTo>
                  <a:pt x="1879450" y="1828098"/>
                </a:lnTo>
                <a:lnTo>
                  <a:pt x="1828800" y="1828799"/>
                </a:lnTo>
                <a:lnTo>
                  <a:pt x="1778149" y="1828098"/>
                </a:lnTo>
                <a:lnTo>
                  <a:pt x="1727622" y="1825997"/>
                </a:lnTo>
                <a:lnTo>
                  <a:pt x="1677245" y="1822506"/>
                </a:lnTo>
                <a:lnTo>
                  <a:pt x="1627048" y="1817631"/>
                </a:lnTo>
                <a:lnTo>
                  <a:pt x="1577057" y="1811380"/>
                </a:lnTo>
                <a:lnTo>
                  <a:pt x="1527300" y="1803760"/>
                </a:lnTo>
                <a:lnTo>
                  <a:pt x="1477806" y="1794780"/>
                </a:lnTo>
                <a:lnTo>
                  <a:pt x="1428601" y="1784447"/>
                </a:lnTo>
                <a:lnTo>
                  <a:pt x="1379713" y="1772768"/>
                </a:lnTo>
                <a:lnTo>
                  <a:pt x="1331171" y="1759751"/>
                </a:lnTo>
                <a:lnTo>
                  <a:pt x="1283002" y="1745404"/>
                </a:lnTo>
                <a:lnTo>
                  <a:pt x="1235233" y="1729734"/>
                </a:lnTo>
                <a:lnTo>
                  <a:pt x="1187893" y="1712748"/>
                </a:lnTo>
                <a:lnTo>
                  <a:pt x="1141009" y="1694455"/>
                </a:lnTo>
                <a:lnTo>
                  <a:pt x="1094608" y="1674862"/>
                </a:lnTo>
                <a:lnTo>
                  <a:pt x="1048719" y="1653976"/>
                </a:lnTo>
                <a:lnTo>
                  <a:pt x="1003370" y="1631805"/>
                </a:lnTo>
                <a:lnTo>
                  <a:pt x="958587" y="1608357"/>
                </a:lnTo>
                <a:lnTo>
                  <a:pt x="914400" y="1583639"/>
                </a:lnTo>
                <a:lnTo>
                  <a:pt x="870909" y="1557758"/>
                </a:lnTo>
                <a:lnTo>
                  <a:pt x="828217" y="1530720"/>
                </a:lnTo>
                <a:lnTo>
                  <a:pt x="786346" y="1502546"/>
                </a:lnTo>
                <a:lnTo>
                  <a:pt x="745316" y="1473255"/>
                </a:lnTo>
                <a:lnTo>
                  <a:pt x="705148" y="1442871"/>
                </a:lnTo>
                <a:lnTo>
                  <a:pt x="665864" y="1411413"/>
                </a:lnTo>
                <a:lnTo>
                  <a:pt x="627485" y="1378903"/>
                </a:lnTo>
                <a:lnTo>
                  <a:pt x="590031" y="1345361"/>
                </a:lnTo>
                <a:lnTo>
                  <a:pt x="553524" y="1310810"/>
                </a:lnTo>
                <a:lnTo>
                  <a:pt x="517984" y="1275270"/>
                </a:lnTo>
                <a:lnTo>
                  <a:pt x="483434" y="1238763"/>
                </a:lnTo>
                <a:lnTo>
                  <a:pt x="449893" y="1201309"/>
                </a:lnTo>
                <a:lnTo>
                  <a:pt x="417384" y="1162929"/>
                </a:lnTo>
                <a:lnTo>
                  <a:pt x="385926" y="1123645"/>
                </a:lnTo>
                <a:lnTo>
                  <a:pt x="355542" y="1083478"/>
                </a:lnTo>
                <a:lnTo>
                  <a:pt x="326253" y="1042449"/>
                </a:lnTo>
                <a:lnTo>
                  <a:pt x="298078" y="1000578"/>
                </a:lnTo>
                <a:lnTo>
                  <a:pt x="271041" y="957888"/>
                </a:lnTo>
                <a:lnTo>
                  <a:pt x="245160" y="914400"/>
                </a:lnTo>
                <a:lnTo>
                  <a:pt x="220440" y="870210"/>
                </a:lnTo>
                <a:lnTo>
                  <a:pt x="196991" y="825426"/>
                </a:lnTo>
                <a:lnTo>
                  <a:pt x="174819" y="780075"/>
                </a:lnTo>
                <a:lnTo>
                  <a:pt x="153932" y="734186"/>
                </a:lnTo>
                <a:lnTo>
                  <a:pt x="134338" y="687785"/>
                </a:lnTo>
                <a:lnTo>
                  <a:pt x="116045" y="640901"/>
                </a:lnTo>
                <a:lnTo>
                  <a:pt x="99059" y="593560"/>
                </a:lnTo>
                <a:lnTo>
                  <a:pt x="83390" y="545792"/>
                </a:lnTo>
                <a:lnTo>
                  <a:pt x="69043" y="497623"/>
                </a:lnTo>
                <a:lnTo>
                  <a:pt x="56026" y="449081"/>
                </a:lnTo>
                <a:lnTo>
                  <a:pt x="44348" y="400194"/>
                </a:lnTo>
                <a:lnTo>
                  <a:pt x="34015" y="350990"/>
                </a:lnTo>
                <a:lnTo>
                  <a:pt x="25036" y="301496"/>
                </a:lnTo>
                <a:lnTo>
                  <a:pt x="17417" y="251740"/>
                </a:lnTo>
                <a:lnTo>
                  <a:pt x="11167" y="201750"/>
                </a:lnTo>
                <a:lnTo>
                  <a:pt x="6293" y="151553"/>
                </a:lnTo>
                <a:lnTo>
                  <a:pt x="2801" y="101177"/>
                </a:lnTo>
                <a:lnTo>
                  <a:pt x="701" y="50650"/>
                </a:lnTo>
                <a:lnTo>
                  <a:pt x="0" y="0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9817" y="4907961"/>
            <a:ext cx="871219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04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8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Finanzas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15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4144" y="1736968"/>
            <a:ext cx="418528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Cálculos</a:t>
            </a:r>
            <a:r>
              <a:rPr sz="40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FFFFFF"/>
                </a:solidFill>
                <a:latin typeface="Calibri"/>
                <a:cs typeface="Calibri"/>
              </a:rPr>
              <a:t>financieros 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FFFFFF"/>
                </a:solidFill>
                <a:latin typeface="Calibri"/>
                <a:cs typeface="Calibri"/>
              </a:rPr>
              <a:t>hipotecarios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144" y="3626842"/>
            <a:ext cx="3891279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5" dirty="0">
                <a:solidFill>
                  <a:srgbClr val="FFFFFF"/>
                </a:solidFill>
                <a:latin typeface="Calibri"/>
                <a:cs typeface="Calibri"/>
              </a:rPr>
              <a:t>Convertí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dudas en </a:t>
            </a:r>
            <a:r>
              <a:rPr sz="1600" i="1" spc="-15" dirty="0">
                <a:solidFill>
                  <a:srgbClr val="FFFFFF"/>
                </a:solidFill>
                <a:latin typeface="Calibri"/>
                <a:cs typeface="Calibri"/>
              </a:rPr>
              <a:t>certezas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números</a:t>
            </a:r>
            <a:r>
              <a:rPr sz="1600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claros.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642302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4.1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5" dirty="0">
                <a:solidFill>
                  <a:srgbClr val="003DA4"/>
                </a:solidFill>
              </a:rPr>
              <a:t>Simulaciones </a:t>
            </a:r>
            <a:r>
              <a:rPr sz="2800" dirty="0">
                <a:solidFill>
                  <a:srgbClr val="003DA4"/>
                </a:solidFill>
              </a:rPr>
              <a:t>y </a:t>
            </a:r>
            <a:r>
              <a:rPr sz="2800" spc="-5" dirty="0">
                <a:solidFill>
                  <a:srgbClr val="003DA4"/>
                </a:solidFill>
              </a:rPr>
              <a:t>análisis</a:t>
            </a:r>
            <a:r>
              <a:rPr sz="2800" spc="-15" dirty="0">
                <a:solidFill>
                  <a:srgbClr val="003DA4"/>
                </a:solidFill>
              </a:rPr>
              <a:t> financiero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Hipoteca, ROI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de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inversión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gastos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de</a:t>
            </a:r>
            <a:r>
              <a:rPr sz="1300" b="0" i="1" spc="1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escrituración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278" y="1198793"/>
            <a:ext cx="4144683" cy="1766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279438"/>
            <a:ext cx="3932554" cy="1555115"/>
          </a:xfrm>
          <a:custGeom>
            <a:avLst/>
            <a:gdLst/>
            <a:ahLst/>
            <a:cxnLst/>
            <a:rect l="l" t="t" r="r" b="b"/>
            <a:pathLst>
              <a:path w="3932554" h="1555114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3840848" y="1554848"/>
                </a:lnTo>
                <a:lnTo>
                  <a:pt x="3886568" y="1542605"/>
                </a:lnTo>
                <a:lnTo>
                  <a:pt x="3920045" y="1509128"/>
                </a:lnTo>
                <a:lnTo>
                  <a:pt x="3932288" y="1463408"/>
                </a:lnTo>
                <a:lnTo>
                  <a:pt x="3932263" y="91439"/>
                </a:lnTo>
                <a:lnTo>
                  <a:pt x="3920045" y="46088"/>
                </a:lnTo>
                <a:lnTo>
                  <a:pt x="3886568" y="12598"/>
                </a:lnTo>
                <a:lnTo>
                  <a:pt x="384084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476" y="1279438"/>
            <a:ext cx="3932554" cy="1555115"/>
          </a:xfrm>
          <a:custGeom>
            <a:avLst/>
            <a:gdLst/>
            <a:ahLst/>
            <a:cxnLst/>
            <a:rect l="l" t="t" r="r" b="b"/>
            <a:pathLst>
              <a:path w="3932554" h="155511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840848" y="368"/>
                </a:lnTo>
                <a:lnTo>
                  <a:pt x="3886568" y="12598"/>
                </a:lnTo>
                <a:lnTo>
                  <a:pt x="3920045" y="46088"/>
                </a:lnTo>
                <a:lnTo>
                  <a:pt x="3932288" y="91808"/>
                </a:lnTo>
                <a:lnTo>
                  <a:pt x="3932288" y="1463408"/>
                </a:lnTo>
                <a:lnTo>
                  <a:pt x="3931488" y="1475408"/>
                </a:lnTo>
                <a:lnTo>
                  <a:pt x="3929133" y="1487073"/>
                </a:lnTo>
                <a:lnTo>
                  <a:pt x="3905597" y="1528157"/>
                </a:lnTo>
                <a:lnTo>
                  <a:pt x="3864513" y="1551693"/>
                </a:lnTo>
                <a:lnTo>
                  <a:pt x="3840848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39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554480"/>
          </a:xfrm>
          <a:custGeom>
            <a:avLst/>
            <a:gdLst/>
            <a:ahLst/>
            <a:cxnLst/>
            <a:rect l="l" t="t" r="r" b="b"/>
            <a:pathLst>
              <a:path w="64134" h="1554480">
                <a:moveTo>
                  <a:pt x="63715" y="0"/>
                </a:moveTo>
                <a:lnTo>
                  <a:pt x="0" y="0"/>
                </a:lnTo>
                <a:lnTo>
                  <a:pt x="0" y="1554111"/>
                </a:lnTo>
                <a:lnTo>
                  <a:pt x="63715" y="15541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554480"/>
          </a:xfrm>
          <a:custGeom>
            <a:avLst/>
            <a:gdLst/>
            <a:ahLst/>
            <a:cxnLst/>
            <a:rect l="l" t="t" r="r" b="b"/>
            <a:pathLst>
              <a:path w="64134" h="1554480">
                <a:moveTo>
                  <a:pt x="32029" y="1554111"/>
                </a:moveTo>
                <a:lnTo>
                  <a:pt x="0" y="1554111"/>
                </a:lnTo>
                <a:lnTo>
                  <a:pt x="0" y="0"/>
                </a:lnTo>
                <a:lnTo>
                  <a:pt x="63715" y="0"/>
                </a:lnTo>
                <a:lnTo>
                  <a:pt x="63715" y="1554111"/>
                </a:lnTo>
                <a:lnTo>
                  <a:pt x="32029" y="15541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434" y="1199148"/>
            <a:ext cx="4327194" cy="3595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1644" y="1279806"/>
            <a:ext cx="4114800" cy="3383279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40229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3291840"/>
                </a:lnTo>
                <a:lnTo>
                  <a:pt x="12230" y="3337560"/>
                </a:lnTo>
                <a:lnTo>
                  <a:pt x="45720" y="3371037"/>
                </a:lnTo>
                <a:lnTo>
                  <a:pt x="91440" y="3383280"/>
                </a:lnTo>
                <a:lnTo>
                  <a:pt x="4023360" y="3382911"/>
                </a:lnTo>
                <a:lnTo>
                  <a:pt x="4069079" y="3370681"/>
                </a:lnTo>
                <a:lnTo>
                  <a:pt x="4102557" y="3337191"/>
                </a:lnTo>
                <a:lnTo>
                  <a:pt x="4114800" y="3291471"/>
                </a:lnTo>
                <a:lnTo>
                  <a:pt x="4114431" y="91440"/>
                </a:lnTo>
                <a:lnTo>
                  <a:pt x="4102201" y="45720"/>
                </a:lnTo>
                <a:lnTo>
                  <a:pt x="4068711" y="12230"/>
                </a:lnTo>
                <a:lnTo>
                  <a:pt x="40229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1644" y="1279806"/>
            <a:ext cx="4114800" cy="3383279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20"/>
                </a:lnTo>
                <a:lnTo>
                  <a:pt x="4114431" y="91440"/>
                </a:lnTo>
                <a:lnTo>
                  <a:pt x="4114800" y="3291471"/>
                </a:lnTo>
                <a:lnTo>
                  <a:pt x="4113999" y="3303478"/>
                </a:lnTo>
                <a:lnTo>
                  <a:pt x="4111645" y="3315146"/>
                </a:lnTo>
                <a:lnTo>
                  <a:pt x="4088109" y="3356232"/>
                </a:lnTo>
                <a:lnTo>
                  <a:pt x="4047024" y="3379763"/>
                </a:lnTo>
                <a:lnTo>
                  <a:pt x="91440" y="3383280"/>
                </a:lnTo>
                <a:lnTo>
                  <a:pt x="45720" y="3371037"/>
                </a:lnTo>
                <a:lnTo>
                  <a:pt x="12230" y="3337560"/>
                </a:lnTo>
                <a:lnTo>
                  <a:pt x="0" y="329184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63715" y="0"/>
                </a:moveTo>
                <a:lnTo>
                  <a:pt x="0" y="0"/>
                </a:lnTo>
                <a:lnTo>
                  <a:pt x="0" y="3382911"/>
                </a:lnTo>
                <a:lnTo>
                  <a:pt x="63715" y="33829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32029" y="3382911"/>
                </a:moveTo>
                <a:lnTo>
                  <a:pt x="0" y="3382911"/>
                </a:lnTo>
                <a:lnTo>
                  <a:pt x="0" y="0"/>
                </a:lnTo>
                <a:lnTo>
                  <a:pt x="63715" y="0"/>
                </a:lnTo>
                <a:lnTo>
                  <a:pt x="63715" y="3382911"/>
                </a:lnTo>
                <a:lnTo>
                  <a:pt x="32029" y="33829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 COMPLETO </a:t>
            </a:r>
            <a:r>
              <a:rPr dirty="0"/>
              <a:t>— </a:t>
            </a:r>
            <a:r>
              <a:rPr spc="-5" dirty="0"/>
              <a:t>ROI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inversión</a:t>
            </a:r>
          </a:p>
          <a:p>
            <a:pPr marL="168910">
              <a:lnSpc>
                <a:spcPct val="100000"/>
              </a:lnSpc>
              <a:spcBef>
                <a:spcPts val="425"/>
              </a:spcBef>
            </a:pP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b="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asesor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4" dirty="0" err="1">
                <a:solidFill>
                  <a:srgbClr val="191919"/>
                </a:solidFill>
                <a:latin typeface="Lucida Console"/>
                <a:cs typeface="Lucida Console"/>
              </a:rPr>
              <a:t>financiero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b="0" spc="-150" dirty="0" err="1">
                <a:solidFill>
                  <a:srgbClr val="191919"/>
                </a:solidFill>
                <a:latin typeface="Lucida Console"/>
                <a:cs typeface="Lucida Console"/>
              </a:rPr>
              <a:t>obiliario</a:t>
            </a:r>
            <a:r>
              <a:rPr sz="1000" b="0" spc="-15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114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1000" b="0" spc="-11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4" dirty="0" err="1">
                <a:solidFill>
                  <a:srgbClr val="191919"/>
                </a:solidFill>
                <a:latin typeface="Lucida Console"/>
                <a:cs typeface="Lucida Console"/>
              </a:rPr>
              <a:t>cliente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b="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pra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depto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5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inversión: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-Precio:U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120.000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(alcontado)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-Alquila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por:</a:t>
            </a:r>
            <a:r>
              <a:rPr lang="es-AR"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600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20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sz="1000" b="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es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Expensas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b="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3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80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20" dirty="0">
                <a:solidFill>
                  <a:srgbClr val="191919"/>
                </a:solidFill>
                <a:latin typeface="Lucida Console"/>
                <a:cs typeface="Lucida Console"/>
              </a:rPr>
              <a:t>/m</a:t>
            </a:r>
            <a:r>
              <a:rPr sz="1000" b="0" spc="-2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(las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paga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25" dirty="0">
                <a:solidFill>
                  <a:srgbClr val="191919"/>
                </a:solidFill>
                <a:latin typeface="Lucida Console"/>
                <a:cs typeface="Lucida Console"/>
              </a:rPr>
              <a:t>inquilino)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35" dirty="0">
                <a:solidFill>
                  <a:srgbClr val="191919"/>
                </a:solidFill>
                <a:latin typeface="Lucida Console"/>
                <a:cs typeface="Lucida Console"/>
              </a:rPr>
              <a:t>-ABL:U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25</a:t>
            </a:r>
            <a:r>
              <a:rPr sz="1000" b="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20" dirty="0">
                <a:solidFill>
                  <a:srgbClr val="191919"/>
                </a:solidFill>
                <a:latin typeface="Lucida Console"/>
                <a:cs typeface="Lucida Console"/>
              </a:rPr>
              <a:t>/</a:t>
            </a:r>
            <a:r>
              <a:rPr sz="1000" b="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85" dirty="0">
                <a:solidFill>
                  <a:srgbClr val="191919"/>
                </a:solidFill>
                <a:latin typeface="Lucida Console"/>
                <a:cs typeface="Lucida Console"/>
              </a:rPr>
              <a:t>(lo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paga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eldueño)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4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spc="40" dirty="0" err="1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b="0" spc="-150" dirty="0" err="1">
                <a:solidFill>
                  <a:srgbClr val="191919"/>
                </a:solidFill>
                <a:latin typeface="Lucida Console"/>
                <a:cs typeface="Lucida Console"/>
              </a:rPr>
              <a:t>isión</a:t>
            </a:r>
            <a:r>
              <a:rPr sz="1000" b="0" spc="-1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 err="1">
                <a:solidFill>
                  <a:srgbClr val="191919"/>
                </a:solidFill>
                <a:latin typeface="Lucida Console"/>
                <a:cs typeface="Lucida Console"/>
              </a:rPr>
              <a:t>adm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inistración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5% 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lang="es-AR"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alquiler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-Vacancia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esperada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1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es</a:t>
            </a:r>
            <a:r>
              <a:rPr sz="1000" b="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por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año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Calculá:</a:t>
            </a:r>
            <a:endParaRPr sz="1000" dirty="0">
              <a:latin typeface="Lucida Console"/>
              <a:cs typeface="Lucida Console"/>
            </a:endParaRPr>
          </a:p>
          <a:p>
            <a:pPr marL="168910" marR="1685925">
              <a:lnSpc>
                <a:spcPct val="100000"/>
              </a:lnSpc>
            </a:pP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1.Rendim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iento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bruto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anua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l(%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). 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2.Rendim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iento </a:t>
            </a:r>
            <a:r>
              <a:rPr sz="1000" b="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neto</a:t>
            </a:r>
            <a:r>
              <a:rPr lang="es-AR"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anua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l(% </a:t>
            </a:r>
            <a:r>
              <a:rPr sz="1000" b="0" spc="-110" dirty="0">
                <a:solidFill>
                  <a:srgbClr val="191919"/>
                </a:solidFill>
                <a:latin typeface="Lucida Console"/>
                <a:cs typeface="Lucida Console"/>
              </a:rPr>
              <a:t>).  </a:t>
            </a: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3.Tiem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po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25" dirty="0">
                <a:solidFill>
                  <a:srgbClr val="191919"/>
                </a:solidFill>
                <a:latin typeface="Lucida Console"/>
                <a:cs typeface="Lucida Console"/>
              </a:rPr>
              <a:t>estim</a:t>
            </a:r>
            <a:r>
              <a:rPr sz="100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ado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recupero.</a:t>
            </a:r>
            <a:endParaRPr sz="1000" dirty="0">
              <a:latin typeface="Lucida Console"/>
              <a:cs typeface="Lucida Console"/>
            </a:endParaRPr>
          </a:p>
          <a:p>
            <a:pPr marL="168910" marR="866140">
              <a:lnSpc>
                <a:spcPct val="100000"/>
              </a:lnSpc>
            </a:pPr>
            <a:r>
              <a:rPr sz="1000" b="0" spc="25" dirty="0">
                <a:solidFill>
                  <a:srgbClr val="191919"/>
                </a:solidFill>
                <a:latin typeface="Lucida Console"/>
                <a:cs typeface="Lucida Console"/>
              </a:rPr>
              <a:t>4.Com</a:t>
            </a:r>
            <a:r>
              <a:rPr sz="1000" b="0" spc="-2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paralo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plazo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29" dirty="0">
                <a:solidFill>
                  <a:srgbClr val="191919"/>
                </a:solidFill>
                <a:latin typeface="Lucida Console"/>
                <a:cs typeface="Lucida Console"/>
              </a:rPr>
              <a:t>fijo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00" b="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lang="es-AR" sz="1000" b="0" spc="-1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(5%</a:t>
            </a:r>
            <a:r>
              <a:rPr sz="1000" b="0" spc="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TN</a:t>
            </a:r>
            <a:r>
              <a:rPr sz="1000" b="0" spc="-459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A). 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5.Sensibilidad:</a:t>
            </a:r>
            <a:r>
              <a:rPr lang="es-AR"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¿qué</a:t>
            </a:r>
            <a:r>
              <a:rPr sz="100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pasa</a:t>
            </a:r>
            <a:r>
              <a:rPr sz="100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si</a:t>
            </a:r>
            <a:r>
              <a:rPr lang="es-AR"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el</a:t>
            </a:r>
            <a:r>
              <a:rPr lang="es-AR"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alquiler</a:t>
            </a:r>
            <a:endParaRPr sz="1000" dirty="0">
              <a:latin typeface="Lucida Console"/>
              <a:cs typeface="Lucida Console"/>
            </a:endParaRPr>
          </a:p>
          <a:p>
            <a:pPr marL="289560">
              <a:lnSpc>
                <a:spcPct val="100000"/>
              </a:lnSpc>
            </a:pPr>
            <a:r>
              <a:rPr sz="1000" b="0" spc="-75" dirty="0">
                <a:solidFill>
                  <a:srgbClr val="191919"/>
                </a:solidFill>
                <a:latin typeface="Lucida Console"/>
                <a:cs typeface="Lucida Console"/>
              </a:rPr>
              <a:t>baja</a:t>
            </a:r>
            <a:r>
              <a:rPr sz="1000" b="0" spc="-3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15%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?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</a:pPr>
            <a:r>
              <a:rPr sz="1000" b="0" spc="-75" dirty="0" err="1">
                <a:solidFill>
                  <a:srgbClr val="191919"/>
                </a:solidFill>
                <a:latin typeface="Lucida Console"/>
                <a:cs typeface="Lucida Console"/>
              </a:rPr>
              <a:t>Form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ato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tabla</a:t>
            </a:r>
            <a:r>
              <a:rPr sz="100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resum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+</a:t>
            </a:r>
            <a:r>
              <a:rPr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3</a:t>
            </a:r>
            <a:r>
              <a:rPr sz="100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conclusiones.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6844" y="2971801"/>
            <a:ext cx="3931920" cy="1691639"/>
          </a:xfrm>
          <a:custGeom>
            <a:avLst/>
            <a:gdLst/>
            <a:ahLst/>
            <a:cxnLst/>
            <a:rect l="l" t="t" r="r" b="b"/>
            <a:pathLst>
              <a:path w="3931920" h="1691639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858475" y="0"/>
                </a:lnTo>
                <a:lnTo>
                  <a:pt x="3903003" y="15104"/>
                </a:lnTo>
                <a:lnTo>
                  <a:pt x="3929122" y="54224"/>
                </a:lnTo>
                <a:lnTo>
                  <a:pt x="3931551" y="73075"/>
                </a:lnTo>
                <a:lnTo>
                  <a:pt x="3931920" y="1618195"/>
                </a:lnTo>
                <a:lnTo>
                  <a:pt x="3931312" y="1627835"/>
                </a:lnTo>
                <a:lnTo>
                  <a:pt x="3929489" y="1637236"/>
                </a:lnTo>
                <a:lnTo>
                  <a:pt x="3903209" y="1676180"/>
                </a:lnTo>
                <a:lnTo>
                  <a:pt x="3858831" y="1691284"/>
                </a:lnTo>
                <a:lnTo>
                  <a:pt x="73075" y="1691640"/>
                </a:lnTo>
                <a:lnTo>
                  <a:pt x="28548" y="1676535"/>
                </a:lnTo>
                <a:lnTo>
                  <a:pt x="2428" y="1637415"/>
                </a:lnTo>
                <a:lnTo>
                  <a:pt x="0" y="1618564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4359" y="310896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B22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359" y="310896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868" y="3213991"/>
            <a:ext cx="226695" cy="201295"/>
          </a:xfrm>
          <a:custGeom>
            <a:avLst/>
            <a:gdLst/>
            <a:ahLst/>
            <a:cxnLst/>
            <a:rect l="l" t="t" r="r" b="b"/>
            <a:pathLst>
              <a:path w="226694" h="201295">
                <a:moveTo>
                  <a:pt x="113047" y="0"/>
                </a:moveTo>
                <a:lnTo>
                  <a:pt x="103936" y="2362"/>
                </a:lnTo>
                <a:lnTo>
                  <a:pt x="96848" y="9448"/>
                </a:lnTo>
                <a:lnTo>
                  <a:pt x="2525" y="172885"/>
                </a:lnTo>
                <a:lnTo>
                  <a:pt x="0" y="182437"/>
                </a:lnTo>
                <a:lnTo>
                  <a:pt x="2532" y="191516"/>
                </a:lnTo>
                <a:lnTo>
                  <a:pt x="9112" y="198298"/>
                </a:lnTo>
                <a:lnTo>
                  <a:pt x="18730" y="200964"/>
                </a:lnTo>
                <a:lnTo>
                  <a:pt x="207376" y="200964"/>
                </a:lnTo>
                <a:lnTo>
                  <a:pt x="216989" y="198350"/>
                </a:lnTo>
                <a:lnTo>
                  <a:pt x="223569" y="191654"/>
                </a:lnTo>
                <a:lnTo>
                  <a:pt x="226100" y="182592"/>
                </a:lnTo>
                <a:lnTo>
                  <a:pt x="224135" y="175056"/>
                </a:lnTo>
                <a:lnTo>
                  <a:pt x="113053" y="175056"/>
                </a:lnTo>
                <a:lnTo>
                  <a:pt x="105987" y="173660"/>
                </a:lnTo>
                <a:lnTo>
                  <a:pt x="100274" y="169833"/>
                </a:lnTo>
                <a:lnTo>
                  <a:pt x="96451" y="164116"/>
                </a:lnTo>
                <a:lnTo>
                  <a:pt x="95057" y="157048"/>
                </a:lnTo>
                <a:lnTo>
                  <a:pt x="96451" y="149987"/>
                </a:lnTo>
                <a:lnTo>
                  <a:pt x="100274" y="144273"/>
                </a:lnTo>
                <a:lnTo>
                  <a:pt x="105987" y="140447"/>
                </a:lnTo>
                <a:lnTo>
                  <a:pt x="113053" y="139052"/>
                </a:lnTo>
                <a:lnTo>
                  <a:pt x="204043" y="139052"/>
                </a:lnTo>
                <a:lnTo>
                  <a:pt x="199887" y="131851"/>
                </a:lnTo>
                <a:lnTo>
                  <a:pt x="101166" y="131851"/>
                </a:lnTo>
                <a:lnTo>
                  <a:pt x="99007" y="130048"/>
                </a:lnTo>
                <a:lnTo>
                  <a:pt x="98652" y="127533"/>
                </a:lnTo>
                <a:lnTo>
                  <a:pt x="95769" y="74256"/>
                </a:lnTo>
                <a:lnTo>
                  <a:pt x="95769" y="71374"/>
                </a:lnTo>
                <a:lnTo>
                  <a:pt x="97928" y="69215"/>
                </a:lnTo>
                <a:lnTo>
                  <a:pt x="163738" y="69215"/>
                </a:lnTo>
                <a:lnTo>
                  <a:pt x="129246" y="9448"/>
                </a:lnTo>
                <a:lnTo>
                  <a:pt x="122158" y="2362"/>
                </a:lnTo>
                <a:lnTo>
                  <a:pt x="113047" y="0"/>
                </a:lnTo>
                <a:close/>
              </a:path>
              <a:path w="226694" h="201295">
                <a:moveTo>
                  <a:pt x="204043" y="139052"/>
                </a:moveTo>
                <a:lnTo>
                  <a:pt x="113053" y="139052"/>
                </a:lnTo>
                <a:lnTo>
                  <a:pt x="120119" y="140447"/>
                </a:lnTo>
                <a:lnTo>
                  <a:pt x="125833" y="144273"/>
                </a:lnTo>
                <a:lnTo>
                  <a:pt x="129655" y="149987"/>
                </a:lnTo>
                <a:lnTo>
                  <a:pt x="131049" y="157048"/>
                </a:lnTo>
                <a:lnTo>
                  <a:pt x="129655" y="164116"/>
                </a:lnTo>
                <a:lnTo>
                  <a:pt x="125833" y="169833"/>
                </a:lnTo>
                <a:lnTo>
                  <a:pt x="120119" y="173660"/>
                </a:lnTo>
                <a:lnTo>
                  <a:pt x="113053" y="175056"/>
                </a:lnTo>
                <a:lnTo>
                  <a:pt x="224135" y="175056"/>
                </a:lnTo>
                <a:lnTo>
                  <a:pt x="223569" y="172885"/>
                </a:lnTo>
                <a:lnTo>
                  <a:pt x="204043" y="139052"/>
                </a:lnTo>
                <a:close/>
              </a:path>
              <a:path w="226694" h="201295">
                <a:moveTo>
                  <a:pt x="163738" y="69215"/>
                </a:moveTo>
                <a:lnTo>
                  <a:pt x="128166" y="69215"/>
                </a:lnTo>
                <a:lnTo>
                  <a:pt x="130325" y="71374"/>
                </a:lnTo>
                <a:lnTo>
                  <a:pt x="130325" y="74256"/>
                </a:lnTo>
                <a:lnTo>
                  <a:pt x="127455" y="127533"/>
                </a:lnTo>
                <a:lnTo>
                  <a:pt x="127087" y="130048"/>
                </a:lnTo>
                <a:lnTo>
                  <a:pt x="124928" y="131851"/>
                </a:lnTo>
                <a:lnTo>
                  <a:pt x="199887" y="131851"/>
                </a:lnTo>
                <a:lnTo>
                  <a:pt x="163738" y="69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sz="half" idx="2"/>
          </p:nvPr>
        </p:nvSpPr>
        <p:spPr>
          <a:xfrm>
            <a:off x="488702" y="1406145"/>
            <a:ext cx="3808729" cy="3318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 </a:t>
            </a:r>
            <a:r>
              <a:rPr spc="-10" dirty="0"/>
              <a:t>CORTO </a:t>
            </a:r>
            <a:r>
              <a:rPr dirty="0"/>
              <a:t>—</a:t>
            </a:r>
            <a:r>
              <a:rPr spc="-60" dirty="0"/>
              <a:t> </a:t>
            </a:r>
            <a:r>
              <a:rPr spc="-5" dirty="0"/>
              <a:t>Hipoteca</a:t>
            </a:r>
          </a:p>
          <a:p>
            <a:pPr marL="168910" marR="265430">
              <a:lnSpc>
                <a:spcPct val="100000"/>
              </a:lnSpc>
              <a:spcBef>
                <a:spcPts val="420"/>
              </a:spcBef>
            </a:pPr>
            <a:r>
              <a:rPr sz="105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"Sipido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5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20" dirty="0">
                <a:solidFill>
                  <a:srgbClr val="191919"/>
                </a:solidFill>
                <a:latin typeface="Lucida Console"/>
                <a:cs typeface="Lucida Console"/>
              </a:rPr>
              <a:t>crédito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45" dirty="0">
                <a:solidFill>
                  <a:srgbClr val="191919"/>
                </a:solidFill>
                <a:latin typeface="Lucida Console"/>
                <a:cs typeface="Lucida Console"/>
              </a:rPr>
              <a:t>UVA</a:t>
            </a:r>
            <a:r>
              <a:rPr sz="1050" b="0" spc="-2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5" dirty="0">
                <a:solidFill>
                  <a:srgbClr val="191919"/>
                </a:solidFill>
                <a:latin typeface="Lucida Console"/>
                <a:cs typeface="Lucida Console"/>
              </a:rPr>
              <a:t>por</a:t>
            </a:r>
            <a:r>
              <a:rPr sz="1050" b="0" spc="-5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U</a:t>
            </a:r>
            <a:r>
              <a:rPr sz="1050" b="0" spc="-5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5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80.000</a:t>
            </a:r>
            <a:r>
              <a:rPr sz="105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50" b="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20</a:t>
            </a:r>
            <a:r>
              <a:rPr sz="1050" b="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5" dirty="0">
                <a:solidFill>
                  <a:srgbClr val="191919"/>
                </a:solidFill>
                <a:latin typeface="Lucida Console"/>
                <a:cs typeface="Lucida Console"/>
              </a:rPr>
              <a:t>años  </a:t>
            </a:r>
            <a:r>
              <a:rPr sz="105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105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tasa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5%</a:t>
            </a:r>
            <a:r>
              <a:rPr sz="105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,¿cuánto</a:t>
            </a:r>
            <a:r>
              <a:rPr sz="105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5" dirty="0">
                <a:solidFill>
                  <a:srgbClr val="191919"/>
                </a:solidFill>
                <a:latin typeface="Lucida Console"/>
                <a:cs typeface="Lucida Console"/>
              </a:rPr>
              <a:t>pago</a:t>
            </a:r>
            <a:r>
              <a:rPr sz="1050" b="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cuota</a:t>
            </a:r>
            <a:r>
              <a:rPr sz="1050" b="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35" dirty="0" err="1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105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50" b="0" spc="-135" dirty="0" err="1">
                <a:solidFill>
                  <a:srgbClr val="191919"/>
                </a:solidFill>
                <a:latin typeface="Lucida Console"/>
                <a:cs typeface="Lucida Console"/>
              </a:rPr>
              <a:t>icial</a:t>
            </a:r>
            <a:r>
              <a:rPr lang="es-AR" sz="105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13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50" b="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cóm</a:t>
            </a:r>
            <a:r>
              <a:rPr lang="es-AR" sz="105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50" b="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evoluciona?"</a:t>
            </a:r>
            <a:endParaRPr sz="105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653415">
              <a:lnSpc>
                <a:spcPct val="100000"/>
              </a:lnSpc>
            </a:pPr>
            <a:r>
              <a:rPr sz="1200" spc="-125" dirty="0">
                <a:solidFill>
                  <a:srgbClr val="B22133"/>
                </a:solidFill>
                <a:latin typeface="Yu Gothic"/>
                <a:cs typeface="Yu Gothic"/>
              </a:rPr>
              <a:t>⚠ </a:t>
            </a:r>
            <a:r>
              <a:rPr sz="1200" spc="-15" dirty="0">
                <a:solidFill>
                  <a:srgbClr val="B22133"/>
                </a:solidFill>
              </a:rPr>
              <a:t>Verificá </a:t>
            </a:r>
            <a:r>
              <a:rPr sz="1200" spc="-5" dirty="0">
                <a:solidFill>
                  <a:srgbClr val="B22133"/>
                </a:solidFill>
              </a:rPr>
              <a:t>los</a:t>
            </a:r>
            <a:r>
              <a:rPr sz="1200" spc="-20" dirty="0">
                <a:solidFill>
                  <a:srgbClr val="B22133"/>
                </a:solidFill>
              </a:rPr>
              <a:t> </a:t>
            </a:r>
            <a:r>
              <a:rPr sz="1200" spc="-5" dirty="0">
                <a:solidFill>
                  <a:srgbClr val="B22133"/>
                </a:solidFill>
              </a:rPr>
              <a:t>números</a:t>
            </a:r>
            <a:endParaRPr sz="1200" dirty="0">
              <a:latin typeface="Yu Gothic"/>
              <a:cs typeface="Yu Gothic"/>
            </a:endParaRPr>
          </a:p>
          <a:p>
            <a:pPr marL="653415" marR="1111250">
              <a:lnSpc>
                <a:spcPct val="100000"/>
              </a:lnSpc>
              <a:spcBef>
                <a:spcPts val="350"/>
              </a:spcBef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Claude puede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equivocarse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en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cálculos  compuestos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o en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tasas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en pesos por  </a:t>
            </a:r>
            <a:r>
              <a:rPr sz="1050" b="0" spc="-10" dirty="0" err="1">
                <a:solidFill>
                  <a:srgbClr val="191919"/>
                </a:solidFill>
                <a:latin typeface="Calibri"/>
                <a:cs typeface="Calibri"/>
              </a:rPr>
              <a:t>inflación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.</a:t>
            </a:r>
            <a:endParaRPr sz="1050" dirty="0">
              <a:latin typeface="Times New Roman"/>
              <a:cs typeface="Times New Roman"/>
            </a:endParaRPr>
          </a:p>
          <a:p>
            <a:pPr marL="653415">
              <a:lnSpc>
                <a:spcPts val="1260"/>
              </a:lnSpc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Buenas</a:t>
            </a:r>
            <a:r>
              <a:rPr sz="1050" b="0" spc="-9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prácticas:</a:t>
            </a:r>
            <a:endParaRPr sz="1050" dirty="0">
              <a:latin typeface="Calibri"/>
              <a:cs typeface="Calibri"/>
            </a:endParaRPr>
          </a:p>
          <a:p>
            <a:pPr marL="713105" indent="-59690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Pedile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que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muestre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la</a:t>
            </a:r>
            <a:r>
              <a:rPr sz="1050" b="0" spc="-5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fórmula.</a:t>
            </a:r>
            <a:endParaRPr sz="1050" dirty="0">
              <a:latin typeface="Calibri"/>
              <a:cs typeface="Calibri"/>
            </a:endParaRPr>
          </a:p>
          <a:p>
            <a:pPr marL="749300" indent="-95885">
              <a:lnSpc>
                <a:spcPts val="1260"/>
              </a:lnSpc>
              <a:buChar char="•"/>
              <a:tabLst>
                <a:tab pos="749935" algn="l"/>
              </a:tabLst>
            </a:pP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Hacé el chequeo final en</a:t>
            </a:r>
            <a:r>
              <a:rPr sz="1050" b="0" spc="-9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Excel.</a:t>
            </a:r>
            <a:endParaRPr sz="1050" dirty="0">
              <a:latin typeface="Calibri"/>
              <a:cs typeface="Calibri"/>
            </a:endParaRPr>
          </a:p>
          <a:p>
            <a:pPr marL="713105" marR="1399540" indent="-59690">
              <a:lnSpc>
                <a:spcPct val="100000"/>
              </a:lnSpc>
              <a:buChar char="•"/>
              <a:tabLst>
                <a:tab pos="749935" algn="l"/>
              </a:tabLst>
            </a:pPr>
            <a:r>
              <a:rPr sz="1050" b="0" spc="-15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créditos reales, validá con  </a:t>
            </a:r>
            <a:r>
              <a:rPr sz="1050" b="0" spc="-5" dirty="0">
                <a:solidFill>
                  <a:srgbClr val="191919"/>
                </a:solidFill>
                <a:latin typeface="Calibri"/>
                <a:cs typeface="Calibri"/>
              </a:rPr>
              <a:t>el simulador oficial del</a:t>
            </a:r>
            <a:r>
              <a:rPr sz="1050" b="0" spc="-7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b="0" spc="-10" dirty="0">
                <a:solidFill>
                  <a:srgbClr val="191919"/>
                </a:solidFill>
                <a:latin typeface="Calibri"/>
                <a:cs typeface="Calibri"/>
              </a:rPr>
              <a:t>banco.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79817" y="4907961"/>
            <a:ext cx="871219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04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8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Finanzas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00444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743200" y="0"/>
                </a:moveTo>
                <a:lnTo>
                  <a:pt x="244961" y="0"/>
                </a:lnTo>
                <a:lnTo>
                  <a:pt x="220440" y="43832"/>
                </a:lnTo>
                <a:lnTo>
                  <a:pt x="196991" y="88614"/>
                </a:lnTo>
                <a:lnTo>
                  <a:pt x="174819" y="133964"/>
                </a:lnTo>
                <a:lnTo>
                  <a:pt x="153932" y="179853"/>
                </a:lnTo>
                <a:lnTo>
                  <a:pt x="134338" y="226253"/>
                </a:lnTo>
                <a:lnTo>
                  <a:pt x="116045" y="273137"/>
                </a:lnTo>
                <a:lnTo>
                  <a:pt x="99059" y="320478"/>
                </a:lnTo>
                <a:lnTo>
                  <a:pt x="83390" y="368246"/>
                </a:lnTo>
                <a:lnTo>
                  <a:pt x="69043" y="416416"/>
                </a:lnTo>
                <a:lnTo>
                  <a:pt x="56026" y="464958"/>
                </a:lnTo>
                <a:lnTo>
                  <a:pt x="44348" y="513845"/>
                </a:lnTo>
                <a:lnTo>
                  <a:pt x="34015" y="563050"/>
                </a:lnTo>
                <a:lnTo>
                  <a:pt x="25036" y="612545"/>
                </a:lnTo>
                <a:lnTo>
                  <a:pt x="17417" y="662301"/>
                </a:lnTo>
                <a:lnTo>
                  <a:pt x="11167" y="712292"/>
                </a:lnTo>
                <a:lnTo>
                  <a:pt x="6293" y="762490"/>
                </a:lnTo>
                <a:lnTo>
                  <a:pt x="2801" y="812866"/>
                </a:lnTo>
                <a:lnTo>
                  <a:pt x="701" y="863393"/>
                </a:lnTo>
                <a:lnTo>
                  <a:pt x="0" y="914044"/>
                </a:lnTo>
                <a:lnTo>
                  <a:pt x="701" y="964694"/>
                </a:lnTo>
                <a:lnTo>
                  <a:pt x="2801" y="1015221"/>
                </a:lnTo>
                <a:lnTo>
                  <a:pt x="6293" y="1065597"/>
                </a:lnTo>
                <a:lnTo>
                  <a:pt x="11167" y="1115794"/>
                </a:lnTo>
                <a:lnTo>
                  <a:pt x="17417" y="1165784"/>
                </a:lnTo>
                <a:lnTo>
                  <a:pt x="25036" y="1215540"/>
                </a:lnTo>
                <a:lnTo>
                  <a:pt x="34015" y="1265034"/>
                </a:lnTo>
                <a:lnTo>
                  <a:pt x="44348" y="1314239"/>
                </a:lnTo>
                <a:lnTo>
                  <a:pt x="56026" y="1363125"/>
                </a:lnTo>
                <a:lnTo>
                  <a:pt x="69043" y="1411667"/>
                </a:lnTo>
                <a:lnTo>
                  <a:pt x="83390" y="1459836"/>
                </a:lnTo>
                <a:lnTo>
                  <a:pt x="99059" y="1507605"/>
                </a:lnTo>
                <a:lnTo>
                  <a:pt x="116045" y="1554945"/>
                </a:lnTo>
                <a:lnTo>
                  <a:pt x="134338" y="1601829"/>
                </a:lnTo>
                <a:lnTo>
                  <a:pt x="153932" y="1648230"/>
                </a:lnTo>
                <a:lnTo>
                  <a:pt x="174819" y="1694120"/>
                </a:lnTo>
                <a:lnTo>
                  <a:pt x="196991" y="1739470"/>
                </a:lnTo>
                <a:lnTo>
                  <a:pt x="220440" y="1784254"/>
                </a:lnTo>
                <a:lnTo>
                  <a:pt x="245160" y="1828444"/>
                </a:lnTo>
                <a:lnTo>
                  <a:pt x="271041" y="1871933"/>
                </a:lnTo>
                <a:lnTo>
                  <a:pt x="298078" y="1914623"/>
                </a:lnTo>
                <a:lnTo>
                  <a:pt x="326253" y="1956493"/>
                </a:lnTo>
                <a:lnTo>
                  <a:pt x="355542" y="1997522"/>
                </a:lnTo>
                <a:lnTo>
                  <a:pt x="385926" y="2037690"/>
                </a:lnTo>
                <a:lnTo>
                  <a:pt x="417384" y="2076973"/>
                </a:lnTo>
                <a:lnTo>
                  <a:pt x="449893" y="2115353"/>
                </a:lnTo>
                <a:lnTo>
                  <a:pt x="483434" y="2152807"/>
                </a:lnTo>
                <a:lnTo>
                  <a:pt x="517984" y="2189315"/>
                </a:lnTo>
                <a:lnTo>
                  <a:pt x="553524" y="2224855"/>
                </a:lnTo>
                <a:lnTo>
                  <a:pt x="590031" y="2259406"/>
                </a:lnTo>
                <a:lnTo>
                  <a:pt x="627485" y="2292947"/>
                </a:lnTo>
                <a:lnTo>
                  <a:pt x="665864" y="2325457"/>
                </a:lnTo>
                <a:lnTo>
                  <a:pt x="705148" y="2356915"/>
                </a:lnTo>
                <a:lnTo>
                  <a:pt x="745316" y="2387300"/>
                </a:lnTo>
                <a:lnTo>
                  <a:pt x="786346" y="2416590"/>
                </a:lnTo>
                <a:lnTo>
                  <a:pt x="828217" y="2444765"/>
                </a:lnTo>
                <a:lnTo>
                  <a:pt x="870909" y="2471803"/>
                </a:lnTo>
                <a:lnTo>
                  <a:pt x="914400" y="2497683"/>
                </a:lnTo>
                <a:lnTo>
                  <a:pt x="958587" y="2522401"/>
                </a:lnTo>
                <a:lnTo>
                  <a:pt x="1003370" y="2545850"/>
                </a:lnTo>
                <a:lnTo>
                  <a:pt x="1048719" y="2568020"/>
                </a:lnTo>
                <a:lnTo>
                  <a:pt x="1094608" y="2588906"/>
                </a:lnTo>
                <a:lnTo>
                  <a:pt x="1141009" y="2608500"/>
                </a:lnTo>
                <a:lnTo>
                  <a:pt x="1187893" y="2626793"/>
                </a:lnTo>
                <a:lnTo>
                  <a:pt x="1235233" y="2643778"/>
                </a:lnTo>
                <a:lnTo>
                  <a:pt x="1283002" y="2659449"/>
                </a:lnTo>
                <a:lnTo>
                  <a:pt x="1331171" y="2673796"/>
                </a:lnTo>
                <a:lnTo>
                  <a:pt x="1379713" y="2686813"/>
                </a:lnTo>
                <a:lnTo>
                  <a:pt x="1428601" y="2698491"/>
                </a:lnTo>
                <a:lnTo>
                  <a:pt x="1477806" y="2708825"/>
                </a:lnTo>
                <a:lnTo>
                  <a:pt x="1527300" y="2717805"/>
                </a:lnTo>
                <a:lnTo>
                  <a:pt x="1577057" y="2725424"/>
                </a:lnTo>
                <a:lnTo>
                  <a:pt x="1627048" y="2731675"/>
                </a:lnTo>
                <a:lnTo>
                  <a:pt x="1677245" y="2736550"/>
                </a:lnTo>
                <a:lnTo>
                  <a:pt x="1727622" y="2740042"/>
                </a:lnTo>
                <a:lnTo>
                  <a:pt x="1778149" y="2742142"/>
                </a:lnTo>
                <a:lnTo>
                  <a:pt x="1828800" y="2742844"/>
                </a:lnTo>
                <a:lnTo>
                  <a:pt x="1879450" y="2742142"/>
                </a:lnTo>
                <a:lnTo>
                  <a:pt x="1929977" y="2740042"/>
                </a:lnTo>
                <a:lnTo>
                  <a:pt x="1980353" y="2736550"/>
                </a:lnTo>
                <a:lnTo>
                  <a:pt x="2030550" y="2731675"/>
                </a:lnTo>
                <a:lnTo>
                  <a:pt x="2080540" y="2725424"/>
                </a:lnTo>
                <a:lnTo>
                  <a:pt x="2130296" y="2717805"/>
                </a:lnTo>
                <a:lnTo>
                  <a:pt x="2179790" y="2708825"/>
                </a:lnTo>
                <a:lnTo>
                  <a:pt x="2228994" y="2698491"/>
                </a:lnTo>
                <a:lnTo>
                  <a:pt x="2277881" y="2686813"/>
                </a:lnTo>
                <a:lnTo>
                  <a:pt x="2326423" y="2673796"/>
                </a:lnTo>
                <a:lnTo>
                  <a:pt x="2374592" y="2659449"/>
                </a:lnTo>
                <a:lnTo>
                  <a:pt x="2422360" y="2643778"/>
                </a:lnTo>
                <a:lnTo>
                  <a:pt x="2469701" y="2626793"/>
                </a:lnTo>
                <a:lnTo>
                  <a:pt x="2516585" y="2608500"/>
                </a:lnTo>
                <a:lnTo>
                  <a:pt x="2562986" y="2588906"/>
                </a:lnTo>
                <a:lnTo>
                  <a:pt x="2608875" y="2568020"/>
                </a:lnTo>
                <a:lnTo>
                  <a:pt x="2654226" y="2545850"/>
                </a:lnTo>
                <a:lnTo>
                  <a:pt x="2699010" y="2522401"/>
                </a:lnTo>
                <a:lnTo>
                  <a:pt x="2743200" y="2497683"/>
                </a:lnTo>
                <a:lnTo>
                  <a:pt x="2743200" y="0"/>
                </a:lnTo>
                <a:close/>
              </a:path>
            </a:pathLst>
          </a:custGeom>
          <a:solidFill>
            <a:srgbClr val="D9775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00444" y="2"/>
            <a:ext cx="245110" cy="914400"/>
          </a:xfrm>
          <a:custGeom>
            <a:avLst/>
            <a:gdLst/>
            <a:ahLst/>
            <a:cxnLst/>
            <a:rect l="l" t="t" r="r" b="b"/>
            <a:pathLst>
              <a:path w="245109" h="914400">
                <a:moveTo>
                  <a:pt x="0" y="914044"/>
                </a:moveTo>
                <a:lnTo>
                  <a:pt x="701" y="863393"/>
                </a:lnTo>
                <a:lnTo>
                  <a:pt x="2801" y="812866"/>
                </a:lnTo>
                <a:lnTo>
                  <a:pt x="6293" y="762490"/>
                </a:lnTo>
                <a:lnTo>
                  <a:pt x="11167" y="712292"/>
                </a:lnTo>
                <a:lnTo>
                  <a:pt x="17417" y="662301"/>
                </a:lnTo>
                <a:lnTo>
                  <a:pt x="25036" y="612545"/>
                </a:lnTo>
                <a:lnTo>
                  <a:pt x="34015" y="563050"/>
                </a:lnTo>
                <a:lnTo>
                  <a:pt x="44348" y="513845"/>
                </a:lnTo>
                <a:lnTo>
                  <a:pt x="56026" y="464958"/>
                </a:lnTo>
                <a:lnTo>
                  <a:pt x="69043" y="416416"/>
                </a:lnTo>
                <a:lnTo>
                  <a:pt x="83390" y="368246"/>
                </a:lnTo>
                <a:lnTo>
                  <a:pt x="99059" y="320478"/>
                </a:lnTo>
                <a:lnTo>
                  <a:pt x="116045" y="273137"/>
                </a:lnTo>
                <a:lnTo>
                  <a:pt x="134338" y="226253"/>
                </a:lnTo>
                <a:lnTo>
                  <a:pt x="153932" y="179853"/>
                </a:lnTo>
                <a:lnTo>
                  <a:pt x="174819" y="133964"/>
                </a:lnTo>
                <a:lnTo>
                  <a:pt x="196991" y="88614"/>
                </a:lnTo>
                <a:lnTo>
                  <a:pt x="220440" y="43832"/>
                </a:lnTo>
                <a:lnTo>
                  <a:pt x="244961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444" y="914046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2743200" y="1583639"/>
                </a:moveTo>
                <a:lnTo>
                  <a:pt x="2699010" y="1608357"/>
                </a:lnTo>
                <a:lnTo>
                  <a:pt x="2654226" y="1631805"/>
                </a:lnTo>
                <a:lnTo>
                  <a:pt x="2608875" y="1653976"/>
                </a:lnTo>
                <a:lnTo>
                  <a:pt x="2562986" y="1674862"/>
                </a:lnTo>
                <a:lnTo>
                  <a:pt x="2516585" y="1694455"/>
                </a:lnTo>
                <a:lnTo>
                  <a:pt x="2469701" y="1712748"/>
                </a:lnTo>
                <a:lnTo>
                  <a:pt x="2422360" y="1729734"/>
                </a:lnTo>
                <a:lnTo>
                  <a:pt x="2374592" y="1745404"/>
                </a:lnTo>
                <a:lnTo>
                  <a:pt x="2326423" y="1759751"/>
                </a:lnTo>
                <a:lnTo>
                  <a:pt x="2277881" y="1772768"/>
                </a:lnTo>
                <a:lnTo>
                  <a:pt x="2228994" y="1784447"/>
                </a:lnTo>
                <a:lnTo>
                  <a:pt x="2179790" y="1794780"/>
                </a:lnTo>
                <a:lnTo>
                  <a:pt x="2130296" y="1803760"/>
                </a:lnTo>
                <a:lnTo>
                  <a:pt x="2080540" y="1811380"/>
                </a:lnTo>
                <a:lnTo>
                  <a:pt x="2030550" y="1817631"/>
                </a:lnTo>
                <a:lnTo>
                  <a:pt x="1980353" y="1822506"/>
                </a:lnTo>
                <a:lnTo>
                  <a:pt x="1929977" y="1825997"/>
                </a:lnTo>
                <a:lnTo>
                  <a:pt x="1879450" y="1828098"/>
                </a:lnTo>
                <a:lnTo>
                  <a:pt x="1828800" y="1828799"/>
                </a:lnTo>
                <a:lnTo>
                  <a:pt x="1778149" y="1828098"/>
                </a:lnTo>
                <a:lnTo>
                  <a:pt x="1727622" y="1825997"/>
                </a:lnTo>
                <a:lnTo>
                  <a:pt x="1677245" y="1822506"/>
                </a:lnTo>
                <a:lnTo>
                  <a:pt x="1627048" y="1817631"/>
                </a:lnTo>
                <a:lnTo>
                  <a:pt x="1577057" y="1811380"/>
                </a:lnTo>
                <a:lnTo>
                  <a:pt x="1527300" y="1803760"/>
                </a:lnTo>
                <a:lnTo>
                  <a:pt x="1477806" y="1794780"/>
                </a:lnTo>
                <a:lnTo>
                  <a:pt x="1428601" y="1784447"/>
                </a:lnTo>
                <a:lnTo>
                  <a:pt x="1379713" y="1772768"/>
                </a:lnTo>
                <a:lnTo>
                  <a:pt x="1331171" y="1759751"/>
                </a:lnTo>
                <a:lnTo>
                  <a:pt x="1283002" y="1745404"/>
                </a:lnTo>
                <a:lnTo>
                  <a:pt x="1235233" y="1729734"/>
                </a:lnTo>
                <a:lnTo>
                  <a:pt x="1187893" y="1712748"/>
                </a:lnTo>
                <a:lnTo>
                  <a:pt x="1141009" y="1694455"/>
                </a:lnTo>
                <a:lnTo>
                  <a:pt x="1094608" y="1674862"/>
                </a:lnTo>
                <a:lnTo>
                  <a:pt x="1048719" y="1653976"/>
                </a:lnTo>
                <a:lnTo>
                  <a:pt x="1003370" y="1631805"/>
                </a:lnTo>
                <a:lnTo>
                  <a:pt x="958587" y="1608357"/>
                </a:lnTo>
                <a:lnTo>
                  <a:pt x="914400" y="1583639"/>
                </a:lnTo>
                <a:lnTo>
                  <a:pt x="870909" y="1557758"/>
                </a:lnTo>
                <a:lnTo>
                  <a:pt x="828217" y="1530720"/>
                </a:lnTo>
                <a:lnTo>
                  <a:pt x="786346" y="1502546"/>
                </a:lnTo>
                <a:lnTo>
                  <a:pt x="745316" y="1473255"/>
                </a:lnTo>
                <a:lnTo>
                  <a:pt x="705148" y="1442871"/>
                </a:lnTo>
                <a:lnTo>
                  <a:pt x="665864" y="1411413"/>
                </a:lnTo>
                <a:lnTo>
                  <a:pt x="627485" y="1378903"/>
                </a:lnTo>
                <a:lnTo>
                  <a:pt x="590031" y="1345361"/>
                </a:lnTo>
                <a:lnTo>
                  <a:pt x="553524" y="1310810"/>
                </a:lnTo>
                <a:lnTo>
                  <a:pt x="517984" y="1275270"/>
                </a:lnTo>
                <a:lnTo>
                  <a:pt x="483434" y="1238763"/>
                </a:lnTo>
                <a:lnTo>
                  <a:pt x="449893" y="1201309"/>
                </a:lnTo>
                <a:lnTo>
                  <a:pt x="417384" y="1162929"/>
                </a:lnTo>
                <a:lnTo>
                  <a:pt x="385926" y="1123645"/>
                </a:lnTo>
                <a:lnTo>
                  <a:pt x="355542" y="1083478"/>
                </a:lnTo>
                <a:lnTo>
                  <a:pt x="326253" y="1042449"/>
                </a:lnTo>
                <a:lnTo>
                  <a:pt x="298078" y="1000578"/>
                </a:lnTo>
                <a:lnTo>
                  <a:pt x="271041" y="957888"/>
                </a:lnTo>
                <a:lnTo>
                  <a:pt x="245160" y="914400"/>
                </a:lnTo>
                <a:lnTo>
                  <a:pt x="220440" y="870210"/>
                </a:lnTo>
                <a:lnTo>
                  <a:pt x="196991" y="825426"/>
                </a:lnTo>
                <a:lnTo>
                  <a:pt x="174819" y="780075"/>
                </a:lnTo>
                <a:lnTo>
                  <a:pt x="153932" y="734186"/>
                </a:lnTo>
                <a:lnTo>
                  <a:pt x="134338" y="687785"/>
                </a:lnTo>
                <a:lnTo>
                  <a:pt x="116045" y="640901"/>
                </a:lnTo>
                <a:lnTo>
                  <a:pt x="99059" y="593560"/>
                </a:lnTo>
                <a:lnTo>
                  <a:pt x="83390" y="545792"/>
                </a:lnTo>
                <a:lnTo>
                  <a:pt x="69043" y="497623"/>
                </a:lnTo>
                <a:lnTo>
                  <a:pt x="56026" y="449081"/>
                </a:lnTo>
                <a:lnTo>
                  <a:pt x="44348" y="400194"/>
                </a:lnTo>
                <a:lnTo>
                  <a:pt x="34015" y="350990"/>
                </a:lnTo>
                <a:lnTo>
                  <a:pt x="25036" y="301496"/>
                </a:lnTo>
                <a:lnTo>
                  <a:pt x="17417" y="251740"/>
                </a:lnTo>
                <a:lnTo>
                  <a:pt x="11167" y="201750"/>
                </a:lnTo>
                <a:lnTo>
                  <a:pt x="6293" y="151553"/>
                </a:lnTo>
                <a:lnTo>
                  <a:pt x="2801" y="101177"/>
                </a:lnTo>
                <a:lnTo>
                  <a:pt x="701" y="50650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285646"/>
            <a:ext cx="2743200" cy="2858135"/>
          </a:xfrm>
          <a:custGeom>
            <a:avLst/>
            <a:gdLst/>
            <a:ahLst/>
            <a:cxnLst/>
            <a:rect l="l" t="t" r="r" b="b"/>
            <a:pathLst>
              <a:path w="2743200" h="2858135">
                <a:moveTo>
                  <a:pt x="914044" y="0"/>
                </a:moveTo>
                <a:lnTo>
                  <a:pt x="863393" y="701"/>
                </a:lnTo>
                <a:lnTo>
                  <a:pt x="812866" y="2801"/>
                </a:lnTo>
                <a:lnTo>
                  <a:pt x="762490" y="6293"/>
                </a:lnTo>
                <a:lnTo>
                  <a:pt x="712292" y="11167"/>
                </a:lnTo>
                <a:lnTo>
                  <a:pt x="662301" y="17417"/>
                </a:lnTo>
                <a:lnTo>
                  <a:pt x="612545" y="25036"/>
                </a:lnTo>
                <a:lnTo>
                  <a:pt x="563050" y="34015"/>
                </a:lnTo>
                <a:lnTo>
                  <a:pt x="513845" y="44348"/>
                </a:lnTo>
                <a:lnTo>
                  <a:pt x="464958" y="56026"/>
                </a:lnTo>
                <a:lnTo>
                  <a:pt x="416416" y="69043"/>
                </a:lnTo>
                <a:lnTo>
                  <a:pt x="368246" y="83390"/>
                </a:lnTo>
                <a:lnTo>
                  <a:pt x="320478" y="99059"/>
                </a:lnTo>
                <a:lnTo>
                  <a:pt x="273137" y="116045"/>
                </a:lnTo>
                <a:lnTo>
                  <a:pt x="226253" y="134338"/>
                </a:lnTo>
                <a:lnTo>
                  <a:pt x="179853" y="153932"/>
                </a:lnTo>
                <a:lnTo>
                  <a:pt x="133964" y="174819"/>
                </a:lnTo>
                <a:lnTo>
                  <a:pt x="88614" y="196991"/>
                </a:lnTo>
                <a:lnTo>
                  <a:pt x="43832" y="220440"/>
                </a:lnTo>
                <a:lnTo>
                  <a:pt x="0" y="244961"/>
                </a:lnTo>
                <a:lnTo>
                  <a:pt x="0" y="2857677"/>
                </a:lnTo>
                <a:lnTo>
                  <a:pt x="2425722" y="2857677"/>
                </a:lnTo>
                <a:lnTo>
                  <a:pt x="2444765" y="2829378"/>
                </a:lnTo>
                <a:lnTo>
                  <a:pt x="2471803" y="2786688"/>
                </a:lnTo>
                <a:lnTo>
                  <a:pt x="2497683" y="2743200"/>
                </a:lnTo>
                <a:lnTo>
                  <a:pt x="2522401" y="2699010"/>
                </a:lnTo>
                <a:lnTo>
                  <a:pt x="2545850" y="2654226"/>
                </a:lnTo>
                <a:lnTo>
                  <a:pt x="2568020" y="2608875"/>
                </a:lnTo>
                <a:lnTo>
                  <a:pt x="2588906" y="2562986"/>
                </a:lnTo>
                <a:lnTo>
                  <a:pt x="2608500" y="2516585"/>
                </a:lnTo>
                <a:lnTo>
                  <a:pt x="2626793" y="2469701"/>
                </a:lnTo>
                <a:lnTo>
                  <a:pt x="2643778" y="2422360"/>
                </a:lnTo>
                <a:lnTo>
                  <a:pt x="2659449" y="2374592"/>
                </a:lnTo>
                <a:lnTo>
                  <a:pt x="2673796" y="2326423"/>
                </a:lnTo>
                <a:lnTo>
                  <a:pt x="2686813" y="2277881"/>
                </a:lnTo>
                <a:lnTo>
                  <a:pt x="2698491" y="2228994"/>
                </a:lnTo>
                <a:lnTo>
                  <a:pt x="2708825" y="2179790"/>
                </a:lnTo>
                <a:lnTo>
                  <a:pt x="2717805" y="2130296"/>
                </a:lnTo>
                <a:lnTo>
                  <a:pt x="2725424" y="2080540"/>
                </a:lnTo>
                <a:lnTo>
                  <a:pt x="2731675" y="2030550"/>
                </a:lnTo>
                <a:lnTo>
                  <a:pt x="2736550" y="1980353"/>
                </a:lnTo>
                <a:lnTo>
                  <a:pt x="2740042" y="1929977"/>
                </a:lnTo>
                <a:lnTo>
                  <a:pt x="2742142" y="1879450"/>
                </a:lnTo>
                <a:lnTo>
                  <a:pt x="2742844" y="1828800"/>
                </a:lnTo>
                <a:lnTo>
                  <a:pt x="2742142" y="1778149"/>
                </a:lnTo>
                <a:lnTo>
                  <a:pt x="2740042" y="1727622"/>
                </a:lnTo>
                <a:lnTo>
                  <a:pt x="2736550" y="1677245"/>
                </a:lnTo>
                <a:lnTo>
                  <a:pt x="2731675" y="1627048"/>
                </a:lnTo>
                <a:lnTo>
                  <a:pt x="2725424" y="1577057"/>
                </a:lnTo>
                <a:lnTo>
                  <a:pt x="2717805" y="1527300"/>
                </a:lnTo>
                <a:lnTo>
                  <a:pt x="2708825" y="1477806"/>
                </a:lnTo>
                <a:lnTo>
                  <a:pt x="2698491" y="1428601"/>
                </a:lnTo>
                <a:lnTo>
                  <a:pt x="2686813" y="1379713"/>
                </a:lnTo>
                <a:lnTo>
                  <a:pt x="2673796" y="1331171"/>
                </a:lnTo>
                <a:lnTo>
                  <a:pt x="2659449" y="1283002"/>
                </a:lnTo>
                <a:lnTo>
                  <a:pt x="2643778" y="1235233"/>
                </a:lnTo>
                <a:lnTo>
                  <a:pt x="2626793" y="1187893"/>
                </a:lnTo>
                <a:lnTo>
                  <a:pt x="2608500" y="1141009"/>
                </a:lnTo>
                <a:lnTo>
                  <a:pt x="2588906" y="1094608"/>
                </a:lnTo>
                <a:lnTo>
                  <a:pt x="2568020" y="1048719"/>
                </a:lnTo>
                <a:lnTo>
                  <a:pt x="2545850" y="1003370"/>
                </a:lnTo>
                <a:lnTo>
                  <a:pt x="2522401" y="958587"/>
                </a:lnTo>
                <a:lnTo>
                  <a:pt x="2497683" y="914400"/>
                </a:lnTo>
                <a:lnTo>
                  <a:pt x="2471803" y="870909"/>
                </a:lnTo>
                <a:lnTo>
                  <a:pt x="2444765" y="828217"/>
                </a:lnTo>
                <a:lnTo>
                  <a:pt x="2416590" y="786346"/>
                </a:lnTo>
                <a:lnTo>
                  <a:pt x="2387300" y="745316"/>
                </a:lnTo>
                <a:lnTo>
                  <a:pt x="2356915" y="705148"/>
                </a:lnTo>
                <a:lnTo>
                  <a:pt x="2325457" y="665864"/>
                </a:lnTo>
                <a:lnTo>
                  <a:pt x="2292947" y="627485"/>
                </a:lnTo>
                <a:lnTo>
                  <a:pt x="2259406" y="590031"/>
                </a:lnTo>
                <a:lnTo>
                  <a:pt x="2224855" y="553524"/>
                </a:lnTo>
                <a:lnTo>
                  <a:pt x="2189315" y="517984"/>
                </a:lnTo>
                <a:lnTo>
                  <a:pt x="2152807" y="483434"/>
                </a:lnTo>
                <a:lnTo>
                  <a:pt x="2115353" y="449893"/>
                </a:lnTo>
                <a:lnTo>
                  <a:pt x="2076973" y="417384"/>
                </a:lnTo>
                <a:lnTo>
                  <a:pt x="2037690" y="385926"/>
                </a:lnTo>
                <a:lnTo>
                  <a:pt x="1997522" y="355542"/>
                </a:lnTo>
                <a:lnTo>
                  <a:pt x="1956493" y="326253"/>
                </a:lnTo>
                <a:lnTo>
                  <a:pt x="1914623" y="298078"/>
                </a:lnTo>
                <a:lnTo>
                  <a:pt x="1871933" y="271041"/>
                </a:lnTo>
                <a:lnTo>
                  <a:pt x="1828444" y="245160"/>
                </a:lnTo>
                <a:lnTo>
                  <a:pt x="1784254" y="220440"/>
                </a:lnTo>
                <a:lnTo>
                  <a:pt x="1739470" y="196991"/>
                </a:lnTo>
                <a:lnTo>
                  <a:pt x="1694120" y="174819"/>
                </a:lnTo>
                <a:lnTo>
                  <a:pt x="1648230" y="153932"/>
                </a:lnTo>
                <a:lnTo>
                  <a:pt x="1601829" y="134338"/>
                </a:lnTo>
                <a:lnTo>
                  <a:pt x="1554945" y="116045"/>
                </a:lnTo>
                <a:lnTo>
                  <a:pt x="1507605" y="99059"/>
                </a:lnTo>
                <a:lnTo>
                  <a:pt x="1459836" y="83390"/>
                </a:lnTo>
                <a:lnTo>
                  <a:pt x="1411667" y="69043"/>
                </a:lnTo>
                <a:lnTo>
                  <a:pt x="1363125" y="56026"/>
                </a:lnTo>
                <a:lnTo>
                  <a:pt x="1314239" y="44348"/>
                </a:lnTo>
                <a:lnTo>
                  <a:pt x="1265034" y="34015"/>
                </a:lnTo>
                <a:lnTo>
                  <a:pt x="1215540" y="25036"/>
                </a:lnTo>
                <a:lnTo>
                  <a:pt x="1165784" y="17417"/>
                </a:lnTo>
                <a:lnTo>
                  <a:pt x="1115794" y="11167"/>
                </a:lnTo>
                <a:lnTo>
                  <a:pt x="1065597" y="6293"/>
                </a:lnTo>
                <a:lnTo>
                  <a:pt x="1015221" y="2801"/>
                </a:lnTo>
                <a:lnTo>
                  <a:pt x="964694" y="701"/>
                </a:lnTo>
                <a:lnTo>
                  <a:pt x="914044" y="0"/>
                </a:lnTo>
                <a:close/>
              </a:path>
            </a:pathLst>
          </a:custGeom>
          <a:solidFill>
            <a:srgbClr val="003DA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2285646"/>
            <a:ext cx="2743200" cy="2858135"/>
          </a:xfrm>
          <a:custGeom>
            <a:avLst/>
            <a:gdLst/>
            <a:ahLst/>
            <a:cxnLst/>
            <a:rect l="l" t="t" r="r" b="b"/>
            <a:pathLst>
              <a:path w="2743200" h="2858135">
                <a:moveTo>
                  <a:pt x="0" y="244961"/>
                </a:moveTo>
                <a:lnTo>
                  <a:pt x="43832" y="220440"/>
                </a:lnTo>
                <a:lnTo>
                  <a:pt x="88614" y="196991"/>
                </a:lnTo>
                <a:lnTo>
                  <a:pt x="133964" y="174819"/>
                </a:lnTo>
                <a:lnTo>
                  <a:pt x="179853" y="153932"/>
                </a:lnTo>
                <a:lnTo>
                  <a:pt x="226253" y="134338"/>
                </a:lnTo>
                <a:lnTo>
                  <a:pt x="273137" y="116045"/>
                </a:lnTo>
                <a:lnTo>
                  <a:pt x="320478" y="99059"/>
                </a:lnTo>
                <a:lnTo>
                  <a:pt x="368246" y="83390"/>
                </a:lnTo>
                <a:lnTo>
                  <a:pt x="416416" y="69043"/>
                </a:lnTo>
                <a:lnTo>
                  <a:pt x="464958" y="56026"/>
                </a:lnTo>
                <a:lnTo>
                  <a:pt x="513845" y="44348"/>
                </a:lnTo>
                <a:lnTo>
                  <a:pt x="563050" y="34015"/>
                </a:lnTo>
                <a:lnTo>
                  <a:pt x="612545" y="25036"/>
                </a:lnTo>
                <a:lnTo>
                  <a:pt x="662301" y="17417"/>
                </a:lnTo>
                <a:lnTo>
                  <a:pt x="712292" y="11167"/>
                </a:lnTo>
                <a:lnTo>
                  <a:pt x="762490" y="6293"/>
                </a:lnTo>
                <a:lnTo>
                  <a:pt x="812866" y="2801"/>
                </a:lnTo>
                <a:lnTo>
                  <a:pt x="863393" y="701"/>
                </a:lnTo>
                <a:lnTo>
                  <a:pt x="914044" y="0"/>
                </a:lnTo>
                <a:lnTo>
                  <a:pt x="964694" y="701"/>
                </a:lnTo>
                <a:lnTo>
                  <a:pt x="1015221" y="2801"/>
                </a:lnTo>
                <a:lnTo>
                  <a:pt x="1065597" y="6293"/>
                </a:lnTo>
                <a:lnTo>
                  <a:pt x="1115794" y="11167"/>
                </a:lnTo>
                <a:lnTo>
                  <a:pt x="1165784" y="17417"/>
                </a:lnTo>
                <a:lnTo>
                  <a:pt x="1215540" y="25036"/>
                </a:lnTo>
                <a:lnTo>
                  <a:pt x="1265034" y="34015"/>
                </a:lnTo>
                <a:lnTo>
                  <a:pt x="1314239" y="44348"/>
                </a:lnTo>
                <a:lnTo>
                  <a:pt x="1363125" y="56026"/>
                </a:lnTo>
                <a:lnTo>
                  <a:pt x="1411667" y="69043"/>
                </a:lnTo>
                <a:lnTo>
                  <a:pt x="1459836" y="83390"/>
                </a:lnTo>
                <a:lnTo>
                  <a:pt x="1507605" y="99059"/>
                </a:lnTo>
                <a:lnTo>
                  <a:pt x="1554945" y="116045"/>
                </a:lnTo>
                <a:lnTo>
                  <a:pt x="1601829" y="134338"/>
                </a:lnTo>
                <a:lnTo>
                  <a:pt x="1648230" y="153932"/>
                </a:lnTo>
                <a:lnTo>
                  <a:pt x="1694120" y="174819"/>
                </a:lnTo>
                <a:lnTo>
                  <a:pt x="1739470" y="196991"/>
                </a:lnTo>
                <a:lnTo>
                  <a:pt x="1784254" y="220440"/>
                </a:lnTo>
                <a:lnTo>
                  <a:pt x="1828444" y="245160"/>
                </a:lnTo>
                <a:lnTo>
                  <a:pt x="1871933" y="271041"/>
                </a:lnTo>
                <a:lnTo>
                  <a:pt x="1914623" y="298078"/>
                </a:lnTo>
                <a:lnTo>
                  <a:pt x="1956493" y="326253"/>
                </a:lnTo>
                <a:lnTo>
                  <a:pt x="1997522" y="355542"/>
                </a:lnTo>
                <a:lnTo>
                  <a:pt x="2037690" y="385926"/>
                </a:lnTo>
                <a:lnTo>
                  <a:pt x="2076973" y="417384"/>
                </a:lnTo>
                <a:lnTo>
                  <a:pt x="2115353" y="449893"/>
                </a:lnTo>
                <a:lnTo>
                  <a:pt x="2152807" y="483434"/>
                </a:lnTo>
                <a:lnTo>
                  <a:pt x="2189315" y="517984"/>
                </a:lnTo>
                <a:lnTo>
                  <a:pt x="2224855" y="553524"/>
                </a:lnTo>
                <a:lnTo>
                  <a:pt x="2259406" y="590031"/>
                </a:lnTo>
                <a:lnTo>
                  <a:pt x="2292947" y="627485"/>
                </a:lnTo>
                <a:lnTo>
                  <a:pt x="2325457" y="665864"/>
                </a:lnTo>
                <a:lnTo>
                  <a:pt x="2356915" y="705148"/>
                </a:lnTo>
                <a:lnTo>
                  <a:pt x="2387300" y="745316"/>
                </a:lnTo>
                <a:lnTo>
                  <a:pt x="2416590" y="786346"/>
                </a:lnTo>
                <a:lnTo>
                  <a:pt x="2444765" y="828217"/>
                </a:lnTo>
                <a:lnTo>
                  <a:pt x="2471803" y="870909"/>
                </a:lnTo>
                <a:lnTo>
                  <a:pt x="2497683" y="914400"/>
                </a:lnTo>
                <a:lnTo>
                  <a:pt x="2522401" y="958587"/>
                </a:lnTo>
                <a:lnTo>
                  <a:pt x="2545850" y="1003370"/>
                </a:lnTo>
                <a:lnTo>
                  <a:pt x="2568020" y="1048719"/>
                </a:lnTo>
                <a:lnTo>
                  <a:pt x="2588906" y="1094608"/>
                </a:lnTo>
                <a:lnTo>
                  <a:pt x="2608500" y="1141009"/>
                </a:lnTo>
                <a:lnTo>
                  <a:pt x="2626793" y="1187893"/>
                </a:lnTo>
                <a:lnTo>
                  <a:pt x="2643778" y="1235233"/>
                </a:lnTo>
                <a:lnTo>
                  <a:pt x="2659449" y="1283002"/>
                </a:lnTo>
                <a:lnTo>
                  <a:pt x="2673796" y="1331171"/>
                </a:lnTo>
                <a:lnTo>
                  <a:pt x="2686813" y="1379713"/>
                </a:lnTo>
                <a:lnTo>
                  <a:pt x="2698491" y="1428601"/>
                </a:lnTo>
                <a:lnTo>
                  <a:pt x="2708825" y="1477806"/>
                </a:lnTo>
                <a:lnTo>
                  <a:pt x="2717805" y="1527300"/>
                </a:lnTo>
                <a:lnTo>
                  <a:pt x="2725424" y="1577057"/>
                </a:lnTo>
                <a:lnTo>
                  <a:pt x="2731675" y="1627048"/>
                </a:lnTo>
                <a:lnTo>
                  <a:pt x="2736550" y="1677245"/>
                </a:lnTo>
                <a:lnTo>
                  <a:pt x="2740042" y="1727622"/>
                </a:lnTo>
                <a:lnTo>
                  <a:pt x="2742142" y="1778149"/>
                </a:lnTo>
                <a:lnTo>
                  <a:pt x="2742844" y="1828800"/>
                </a:lnTo>
                <a:lnTo>
                  <a:pt x="2742142" y="1879450"/>
                </a:lnTo>
                <a:lnTo>
                  <a:pt x="2740042" y="1929977"/>
                </a:lnTo>
                <a:lnTo>
                  <a:pt x="2736550" y="1980353"/>
                </a:lnTo>
                <a:lnTo>
                  <a:pt x="2731675" y="2030550"/>
                </a:lnTo>
                <a:lnTo>
                  <a:pt x="2725424" y="2080540"/>
                </a:lnTo>
                <a:lnTo>
                  <a:pt x="2717805" y="2130296"/>
                </a:lnTo>
                <a:lnTo>
                  <a:pt x="2708825" y="2179790"/>
                </a:lnTo>
                <a:lnTo>
                  <a:pt x="2698491" y="2228994"/>
                </a:lnTo>
                <a:lnTo>
                  <a:pt x="2686813" y="2277881"/>
                </a:lnTo>
                <a:lnTo>
                  <a:pt x="2673796" y="2326423"/>
                </a:lnTo>
                <a:lnTo>
                  <a:pt x="2659449" y="2374592"/>
                </a:lnTo>
                <a:lnTo>
                  <a:pt x="2643778" y="2422360"/>
                </a:lnTo>
                <a:lnTo>
                  <a:pt x="2626793" y="2469701"/>
                </a:lnTo>
                <a:lnTo>
                  <a:pt x="2608500" y="2516585"/>
                </a:lnTo>
                <a:lnTo>
                  <a:pt x="2588906" y="2562986"/>
                </a:lnTo>
                <a:lnTo>
                  <a:pt x="2568020" y="2608875"/>
                </a:lnTo>
                <a:lnTo>
                  <a:pt x="2545850" y="2654226"/>
                </a:lnTo>
                <a:lnTo>
                  <a:pt x="2522401" y="2699010"/>
                </a:lnTo>
                <a:lnTo>
                  <a:pt x="2497683" y="2743200"/>
                </a:lnTo>
                <a:lnTo>
                  <a:pt x="2471803" y="2786688"/>
                </a:lnTo>
                <a:lnTo>
                  <a:pt x="2444765" y="2829378"/>
                </a:lnTo>
                <a:lnTo>
                  <a:pt x="2425722" y="2857677"/>
                </a:lnTo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4144" y="1736968"/>
            <a:ext cx="391096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30" dirty="0"/>
              <a:t>Atención </a:t>
            </a:r>
            <a:r>
              <a:rPr sz="4000" spc="-5" dirty="0"/>
              <a:t>al </a:t>
            </a:r>
            <a:r>
              <a:rPr sz="4000" spc="-20" dirty="0"/>
              <a:t>cliente  </a:t>
            </a:r>
            <a:r>
              <a:rPr sz="4000" dirty="0"/>
              <a:t>y</a:t>
            </a:r>
            <a:r>
              <a:rPr sz="4000" spc="-95" dirty="0"/>
              <a:t> </a:t>
            </a:r>
            <a:r>
              <a:rPr sz="4000" spc="-10" dirty="0"/>
              <a:t>negociación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444144" y="3626842"/>
            <a:ext cx="546417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5" dirty="0">
                <a:solidFill>
                  <a:srgbClr val="FFFFFF"/>
                </a:solidFill>
                <a:latin typeface="Calibri"/>
                <a:cs typeface="Calibri"/>
              </a:rPr>
              <a:t>Respuestas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más rápidas, mejor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argumentadas,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sin perder tu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estilo.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65136" y="4892219"/>
            <a:ext cx="7854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05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Cliente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9576"/>
            <a:ext cx="8534044" cy="93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5.1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15" dirty="0">
                <a:solidFill>
                  <a:srgbClr val="003DA4"/>
                </a:solidFill>
              </a:rPr>
              <a:t>Respuestas </a:t>
            </a:r>
            <a:r>
              <a:rPr sz="2800" dirty="0">
                <a:solidFill>
                  <a:srgbClr val="003DA4"/>
                </a:solidFill>
              </a:rPr>
              <a:t>a </a:t>
            </a:r>
            <a:r>
              <a:rPr sz="2800" spc="-10" dirty="0">
                <a:solidFill>
                  <a:srgbClr val="003DA4"/>
                </a:solidFill>
              </a:rPr>
              <a:t>consultas </a:t>
            </a:r>
            <a:r>
              <a:rPr sz="2800" dirty="0">
                <a:solidFill>
                  <a:srgbClr val="003DA4"/>
                </a:solidFill>
              </a:rPr>
              <a:t>y </a:t>
            </a:r>
            <a:r>
              <a:rPr sz="2800" spc="-5" dirty="0" err="1">
                <a:solidFill>
                  <a:srgbClr val="003DA4"/>
                </a:solidFill>
              </a:rPr>
              <a:t>manejo</a:t>
            </a:r>
            <a:r>
              <a:rPr sz="2800" spc="-70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de</a:t>
            </a:r>
            <a:endParaRPr lang="es-AR" sz="2800" dirty="0"/>
          </a:p>
          <a:p>
            <a:pPr marL="12700">
              <a:lnSpc>
                <a:spcPts val="3225"/>
              </a:lnSpc>
              <a:spcBef>
                <a:spcPts val="665"/>
              </a:spcBef>
            </a:pPr>
            <a:r>
              <a:rPr lang="es-AR" sz="1300" b="0" i="1" spc="-805" dirty="0" err="1">
                <a:solidFill>
                  <a:srgbClr val="5B6573"/>
                </a:solidFill>
                <a:latin typeface="Calibri"/>
                <a:cs typeface="Calibri"/>
              </a:rPr>
              <a:t>D</a:t>
            </a:r>
            <a:r>
              <a:rPr lang="es-AR" sz="4200" spc="-1064" baseline="12896" dirty="0" err="1">
                <a:solidFill>
                  <a:srgbClr val="003DA4"/>
                </a:solidFill>
              </a:rPr>
              <a:t>o</a:t>
            </a:r>
            <a:r>
              <a:rPr lang="es-AR" sz="1300" b="0" i="1" spc="80" dirty="0" err="1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lang="es-AR" sz="4200" spc="-1950" baseline="12896" dirty="0" err="1">
                <a:solidFill>
                  <a:srgbClr val="003DA4"/>
                </a:solidFill>
              </a:rPr>
              <a:t>b</a:t>
            </a:r>
            <a:r>
              <a:rPr lang="es-AR" sz="1300" b="0" i="1" dirty="0" err="1">
                <a:solidFill>
                  <a:srgbClr val="5B6573"/>
                </a:solidFill>
                <a:latin typeface="Calibri"/>
                <a:cs typeface="Calibri"/>
              </a:rPr>
              <a:t>p</a:t>
            </a:r>
            <a:r>
              <a:rPr lang="es-AR" sz="1300" b="0" i="1" spc="-5" dirty="0" err="1">
                <a:solidFill>
                  <a:srgbClr val="5B6573"/>
                </a:solidFill>
                <a:latin typeface="Calibri"/>
                <a:cs typeface="Calibri"/>
              </a:rPr>
              <a:t>r</a:t>
            </a:r>
            <a:r>
              <a:rPr lang="es-AR" sz="1300" b="0" i="1" spc="-440" dirty="0" err="1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lang="es-AR" sz="4200" spc="-419" baseline="12896" dirty="0" err="1">
                <a:solidFill>
                  <a:srgbClr val="003DA4"/>
                </a:solidFill>
              </a:rPr>
              <a:t>j</a:t>
            </a:r>
            <a:r>
              <a:rPr lang="es-AR" sz="1300" b="0" i="1" spc="-395" dirty="0" err="1">
                <a:solidFill>
                  <a:srgbClr val="5B6573"/>
                </a:solidFill>
                <a:latin typeface="Calibri"/>
                <a:cs typeface="Calibri"/>
              </a:rPr>
              <a:t>g</a:t>
            </a:r>
            <a:r>
              <a:rPr lang="es-AR" sz="4200" spc="-1530" baseline="12896" dirty="0" err="1">
                <a:solidFill>
                  <a:srgbClr val="003DA4"/>
                </a:solidFill>
              </a:rPr>
              <a:t>e</a:t>
            </a:r>
            <a:r>
              <a:rPr lang="es-AR" sz="1300" b="0" i="1" spc="-5" dirty="0" err="1">
                <a:solidFill>
                  <a:srgbClr val="5B6573"/>
                </a:solidFill>
                <a:latin typeface="Calibri"/>
                <a:cs typeface="Calibri"/>
              </a:rPr>
              <a:t>u</a:t>
            </a:r>
            <a:r>
              <a:rPr lang="es-AR" sz="1300" b="0" i="1" spc="-325" dirty="0" err="1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lang="es-AR" sz="4200" spc="-1305" baseline="12896" dirty="0" err="1">
                <a:solidFill>
                  <a:srgbClr val="003DA4"/>
                </a:solidFill>
              </a:rPr>
              <a:t>c</a:t>
            </a:r>
            <a:r>
              <a:rPr lang="es-AR" sz="1300" b="0" i="1" spc="-20" dirty="0" err="1">
                <a:solidFill>
                  <a:srgbClr val="5B6573"/>
                </a:solidFill>
                <a:latin typeface="Calibri"/>
                <a:cs typeface="Calibri"/>
              </a:rPr>
              <a:t>t</a:t>
            </a:r>
            <a:r>
              <a:rPr lang="es-AR" sz="1300" b="0" i="1" spc="-220" dirty="0" err="1">
                <a:solidFill>
                  <a:srgbClr val="5B6573"/>
                </a:solidFill>
                <a:latin typeface="Calibri"/>
                <a:cs typeface="Calibri"/>
              </a:rPr>
              <a:t>a</a:t>
            </a:r>
            <a:r>
              <a:rPr lang="es-AR" sz="4200" spc="-277" baseline="12896" dirty="0" err="1">
                <a:solidFill>
                  <a:srgbClr val="003DA4"/>
                </a:solidFill>
              </a:rPr>
              <a:t>i</a:t>
            </a:r>
            <a:r>
              <a:rPr lang="es-AR" sz="1300" b="0" i="1" spc="-495" dirty="0" err="1">
                <a:solidFill>
                  <a:srgbClr val="5B6573"/>
                </a:solidFill>
                <a:latin typeface="Calibri"/>
                <a:cs typeface="Calibri"/>
              </a:rPr>
              <a:t>d</a:t>
            </a:r>
            <a:r>
              <a:rPr lang="es-AR" sz="4200" spc="-1530" baseline="12896" dirty="0" err="1">
                <a:solidFill>
                  <a:srgbClr val="003DA4"/>
                </a:solidFill>
              </a:rPr>
              <a:t>o</a:t>
            </a:r>
            <a:r>
              <a:rPr lang="es-AR" sz="1300" b="0" i="1" spc="-5" dirty="0" err="1">
                <a:solidFill>
                  <a:srgbClr val="5B6573"/>
                </a:solidFill>
                <a:latin typeface="Calibri"/>
                <a:cs typeface="Calibri"/>
              </a:rPr>
              <a:t>if</a:t>
            </a:r>
            <a:r>
              <a:rPr lang="es-AR" sz="1300" b="0" i="1" spc="-10" dirty="0" err="1">
                <a:solidFill>
                  <a:srgbClr val="5B6573"/>
                </a:solidFill>
                <a:latin typeface="Calibri"/>
                <a:cs typeface="Calibri"/>
              </a:rPr>
              <a:t>í</a:t>
            </a:r>
            <a:r>
              <a:rPr lang="es-AR" sz="1300" b="0" i="1" spc="-515" dirty="0" err="1">
                <a:solidFill>
                  <a:srgbClr val="5B6573"/>
                </a:solidFill>
                <a:latin typeface="Calibri"/>
                <a:cs typeface="Calibri"/>
              </a:rPr>
              <a:t>c</a:t>
            </a:r>
            <a:r>
              <a:rPr lang="es-AR" sz="4200" spc="-1492" baseline="12896" dirty="0" err="1">
                <a:solidFill>
                  <a:srgbClr val="003DA4"/>
                </a:solidFill>
              </a:rPr>
              <a:t>n</a:t>
            </a:r>
            <a:r>
              <a:rPr lang="es-AR" sz="1300" b="0" i="1" dirty="0" err="1">
                <a:solidFill>
                  <a:srgbClr val="5B6573"/>
                </a:solidFill>
                <a:latin typeface="Calibri"/>
                <a:cs typeface="Calibri"/>
              </a:rPr>
              <a:t>il</a:t>
            </a:r>
            <a:r>
              <a:rPr lang="es-AR" sz="1300" b="0" i="1" spc="-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lang="es-AR" sz="1300" b="0" i="1" spc="-570" dirty="0" err="1">
                <a:solidFill>
                  <a:srgbClr val="5B6573"/>
                </a:solidFill>
                <a:latin typeface="Calibri"/>
                <a:cs typeface="Calibri"/>
              </a:rPr>
              <a:t>a</a:t>
            </a:r>
            <a:r>
              <a:rPr lang="es-AR" sz="4200" spc="-825" baseline="12896" dirty="0" err="1">
                <a:solidFill>
                  <a:srgbClr val="003DA4"/>
                </a:solidFill>
              </a:rPr>
              <a:t>e</a:t>
            </a:r>
            <a:r>
              <a:rPr lang="es-AR" sz="1300" b="0" i="1" spc="-5" dirty="0" err="1">
                <a:solidFill>
                  <a:srgbClr val="5B6573"/>
                </a:solidFill>
                <a:latin typeface="Calibri"/>
                <a:cs typeface="Calibri"/>
              </a:rPr>
              <a:t>r</a:t>
            </a:r>
            <a:r>
              <a:rPr lang="es-AR" sz="1300" b="0" i="1" spc="-520" dirty="0" err="1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lang="es-AR" sz="4200" spc="-907" baseline="12896" dirty="0" err="1">
                <a:solidFill>
                  <a:srgbClr val="003DA4"/>
                </a:solidFill>
              </a:rPr>
              <a:t>s</a:t>
            </a:r>
            <a:r>
              <a:rPr lang="es-AR" sz="1300" b="0" i="1" spc="-5" dirty="0" err="1">
                <a:solidFill>
                  <a:srgbClr val="5B6573"/>
                </a:solidFill>
                <a:latin typeface="Calibri"/>
                <a:cs typeface="Calibri"/>
              </a:rPr>
              <a:t>spue</a:t>
            </a:r>
            <a:r>
              <a:rPr lang="es-AR" sz="1300" b="0" i="1" spc="-20" dirty="0" err="1">
                <a:solidFill>
                  <a:srgbClr val="5B6573"/>
                </a:solidFill>
                <a:latin typeface="Calibri"/>
                <a:cs typeface="Calibri"/>
              </a:rPr>
              <a:t>st</a:t>
            </a:r>
            <a:r>
              <a:rPr lang="es-AR" sz="1300" b="0" i="1" dirty="0" err="1">
                <a:solidFill>
                  <a:srgbClr val="5B6573"/>
                </a:solidFill>
                <a:latin typeface="Calibri"/>
                <a:cs typeface="Calibri"/>
              </a:rPr>
              <a:t>a</a:t>
            </a:r>
            <a:r>
              <a:rPr lang="es-AR" sz="1300" b="0" i="1" spc="-5" dirty="0">
                <a:solidFill>
                  <a:srgbClr val="5B6573"/>
                </a:solidFill>
                <a:latin typeface="Calibri"/>
                <a:cs typeface="Calibri"/>
              </a:rPr>
              <a:t> li</a:t>
            </a:r>
            <a:r>
              <a:rPr lang="es-AR" sz="1300" b="0" i="1" spc="-20" dirty="0">
                <a:solidFill>
                  <a:srgbClr val="5B6573"/>
                </a:solidFill>
                <a:latin typeface="Calibri"/>
                <a:cs typeface="Calibri"/>
              </a:rPr>
              <a:t>st</a:t>
            </a:r>
            <a:r>
              <a:rPr lang="es-AR" sz="1300" b="0" i="1" dirty="0">
                <a:solidFill>
                  <a:srgbClr val="5B6573"/>
                </a:solidFill>
                <a:latin typeface="Calibri"/>
                <a:cs typeface="Calibri"/>
              </a:rPr>
              <a:t>a</a:t>
            </a:r>
            <a:r>
              <a:rPr lang="es-AR" sz="1300" b="0" i="1" spc="-5" dirty="0">
                <a:solidFill>
                  <a:srgbClr val="5B6573"/>
                </a:solidFill>
                <a:latin typeface="Calibri"/>
                <a:cs typeface="Calibri"/>
              </a:rPr>
              <a:t> e</a:t>
            </a:r>
            <a:r>
              <a:rPr lang="es-AR" sz="1300" b="0" i="1" dirty="0">
                <a:solidFill>
                  <a:srgbClr val="5B6573"/>
                </a:solidFill>
                <a:latin typeface="Calibri"/>
                <a:cs typeface="Calibri"/>
              </a:rPr>
              <a:t>n</a:t>
            </a:r>
            <a:r>
              <a:rPr lang="es-AR" sz="1300" b="0" i="1" spc="-5" dirty="0">
                <a:solidFill>
                  <a:srgbClr val="5B6573"/>
                </a:solidFill>
                <a:latin typeface="Calibri"/>
                <a:cs typeface="Calibri"/>
              </a:rPr>
              <a:t> segundo</a:t>
            </a:r>
            <a:r>
              <a:rPr lang="es-AR" sz="1300" b="0" i="1" dirty="0">
                <a:solidFill>
                  <a:srgbClr val="5B6573"/>
                </a:solidFill>
                <a:latin typeface="Calibri"/>
                <a:cs typeface="Calibri"/>
              </a:rPr>
              <a:t>s</a:t>
            </a:r>
            <a:endParaRPr lang="es-AR"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278" y="1198793"/>
            <a:ext cx="4144683" cy="1766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279438"/>
            <a:ext cx="3932554" cy="1555115"/>
          </a:xfrm>
          <a:custGeom>
            <a:avLst/>
            <a:gdLst/>
            <a:ahLst/>
            <a:cxnLst/>
            <a:rect l="l" t="t" r="r" b="b"/>
            <a:pathLst>
              <a:path w="3932554" h="1555114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3840848" y="1554848"/>
                </a:lnTo>
                <a:lnTo>
                  <a:pt x="3886568" y="1542605"/>
                </a:lnTo>
                <a:lnTo>
                  <a:pt x="3920045" y="1509128"/>
                </a:lnTo>
                <a:lnTo>
                  <a:pt x="3932288" y="1463408"/>
                </a:lnTo>
                <a:lnTo>
                  <a:pt x="3932263" y="91439"/>
                </a:lnTo>
                <a:lnTo>
                  <a:pt x="3920045" y="46088"/>
                </a:lnTo>
                <a:lnTo>
                  <a:pt x="3886568" y="12598"/>
                </a:lnTo>
                <a:lnTo>
                  <a:pt x="384084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476" y="1279438"/>
            <a:ext cx="3932554" cy="1555115"/>
          </a:xfrm>
          <a:custGeom>
            <a:avLst/>
            <a:gdLst/>
            <a:ahLst/>
            <a:cxnLst/>
            <a:rect l="l" t="t" r="r" b="b"/>
            <a:pathLst>
              <a:path w="3932554" h="155511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840848" y="368"/>
                </a:lnTo>
                <a:lnTo>
                  <a:pt x="3886568" y="12598"/>
                </a:lnTo>
                <a:lnTo>
                  <a:pt x="3920045" y="46088"/>
                </a:lnTo>
                <a:lnTo>
                  <a:pt x="3932288" y="91808"/>
                </a:lnTo>
                <a:lnTo>
                  <a:pt x="3932288" y="1463408"/>
                </a:lnTo>
                <a:lnTo>
                  <a:pt x="3931488" y="1475408"/>
                </a:lnTo>
                <a:lnTo>
                  <a:pt x="3929133" y="1487073"/>
                </a:lnTo>
                <a:lnTo>
                  <a:pt x="3905597" y="1528157"/>
                </a:lnTo>
                <a:lnTo>
                  <a:pt x="3864513" y="1551693"/>
                </a:lnTo>
                <a:lnTo>
                  <a:pt x="3840848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39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844" y="1279806"/>
            <a:ext cx="64135" cy="1554480"/>
          </a:xfrm>
          <a:custGeom>
            <a:avLst/>
            <a:gdLst/>
            <a:ahLst/>
            <a:cxnLst/>
            <a:rect l="l" t="t" r="r" b="b"/>
            <a:pathLst>
              <a:path w="64134" h="1554480">
                <a:moveTo>
                  <a:pt x="63715" y="0"/>
                </a:moveTo>
                <a:lnTo>
                  <a:pt x="0" y="0"/>
                </a:lnTo>
                <a:lnTo>
                  <a:pt x="0" y="1554111"/>
                </a:lnTo>
                <a:lnTo>
                  <a:pt x="63715" y="15541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44" y="1279806"/>
            <a:ext cx="64135" cy="1554480"/>
          </a:xfrm>
          <a:custGeom>
            <a:avLst/>
            <a:gdLst/>
            <a:ahLst/>
            <a:cxnLst/>
            <a:rect l="l" t="t" r="r" b="b"/>
            <a:pathLst>
              <a:path w="64134" h="1554480">
                <a:moveTo>
                  <a:pt x="32029" y="1554111"/>
                </a:moveTo>
                <a:lnTo>
                  <a:pt x="0" y="1554111"/>
                </a:lnTo>
                <a:lnTo>
                  <a:pt x="0" y="0"/>
                </a:lnTo>
                <a:lnTo>
                  <a:pt x="63715" y="0"/>
                </a:lnTo>
                <a:lnTo>
                  <a:pt x="63715" y="1554111"/>
                </a:lnTo>
                <a:lnTo>
                  <a:pt x="32029" y="15541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434" y="1199148"/>
            <a:ext cx="4327194" cy="3595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1644" y="1007962"/>
            <a:ext cx="4114800" cy="3672485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402299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0"/>
                </a:lnTo>
                <a:lnTo>
                  <a:pt x="6981" y="56505"/>
                </a:lnTo>
                <a:lnTo>
                  <a:pt x="0" y="91440"/>
                </a:lnTo>
                <a:lnTo>
                  <a:pt x="0" y="3291840"/>
                </a:lnTo>
                <a:lnTo>
                  <a:pt x="12230" y="3337560"/>
                </a:lnTo>
                <a:lnTo>
                  <a:pt x="45720" y="3371037"/>
                </a:lnTo>
                <a:lnTo>
                  <a:pt x="91440" y="3383280"/>
                </a:lnTo>
                <a:lnTo>
                  <a:pt x="4023360" y="3382911"/>
                </a:lnTo>
                <a:lnTo>
                  <a:pt x="4069079" y="3370681"/>
                </a:lnTo>
                <a:lnTo>
                  <a:pt x="4102557" y="3337191"/>
                </a:lnTo>
                <a:lnTo>
                  <a:pt x="4114800" y="3291471"/>
                </a:lnTo>
                <a:lnTo>
                  <a:pt x="4114431" y="91440"/>
                </a:lnTo>
                <a:lnTo>
                  <a:pt x="4102201" y="45720"/>
                </a:lnTo>
                <a:lnTo>
                  <a:pt x="4068711" y="12230"/>
                </a:lnTo>
                <a:lnTo>
                  <a:pt x="4022991" y="0"/>
                </a:lnTo>
                <a:close/>
              </a:path>
            </a:pathLst>
          </a:custGeom>
          <a:solidFill>
            <a:srgbClr val="F4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1644" y="990600"/>
            <a:ext cx="4114800" cy="3672485"/>
          </a:xfrm>
          <a:custGeom>
            <a:avLst/>
            <a:gdLst/>
            <a:ahLst/>
            <a:cxnLst/>
            <a:rect l="l" t="t" r="r" b="b"/>
            <a:pathLst>
              <a:path w="4114800" h="3383279">
                <a:moveTo>
                  <a:pt x="0" y="91440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20"/>
                </a:lnTo>
                <a:lnTo>
                  <a:pt x="4114431" y="91440"/>
                </a:lnTo>
                <a:lnTo>
                  <a:pt x="4114800" y="3291471"/>
                </a:lnTo>
                <a:lnTo>
                  <a:pt x="4113999" y="3303478"/>
                </a:lnTo>
                <a:lnTo>
                  <a:pt x="4111645" y="3315146"/>
                </a:lnTo>
                <a:lnTo>
                  <a:pt x="4088109" y="3356232"/>
                </a:lnTo>
                <a:lnTo>
                  <a:pt x="4047024" y="3379763"/>
                </a:lnTo>
                <a:lnTo>
                  <a:pt x="91440" y="3383280"/>
                </a:lnTo>
                <a:lnTo>
                  <a:pt x="45720" y="3371037"/>
                </a:lnTo>
                <a:lnTo>
                  <a:pt x="12230" y="3337560"/>
                </a:lnTo>
                <a:lnTo>
                  <a:pt x="0" y="3291840"/>
                </a:lnTo>
                <a:lnTo>
                  <a:pt x="0" y="91440"/>
                </a:lnTo>
                <a:close/>
              </a:path>
            </a:pathLst>
          </a:custGeom>
          <a:ln w="93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63715" y="0"/>
                </a:moveTo>
                <a:lnTo>
                  <a:pt x="0" y="0"/>
                </a:lnTo>
                <a:lnTo>
                  <a:pt x="0" y="3382911"/>
                </a:lnTo>
                <a:lnTo>
                  <a:pt x="63715" y="3382911"/>
                </a:lnTo>
                <a:lnTo>
                  <a:pt x="63715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1644" y="1279806"/>
            <a:ext cx="64135" cy="3383279"/>
          </a:xfrm>
          <a:custGeom>
            <a:avLst/>
            <a:gdLst/>
            <a:ahLst/>
            <a:cxnLst/>
            <a:rect l="l" t="t" r="r" b="b"/>
            <a:pathLst>
              <a:path w="64135" h="3383279">
                <a:moveTo>
                  <a:pt x="32029" y="3382911"/>
                </a:moveTo>
                <a:lnTo>
                  <a:pt x="0" y="3382911"/>
                </a:lnTo>
                <a:lnTo>
                  <a:pt x="0" y="0"/>
                </a:lnTo>
                <a:lnTo>
                  <a:pt x="63715" y="0"/>
                </a:lnTo>
                <a:lnTo>
                  <a:pt x="63715" y="3382911"/>
                </a:lnTo>
                <a:lnTo>
                  <a:pt x="32029" y="3382911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xfrm>
            <a:off x="4572000" y="1050925"/>
            <a:ext cx="4085285" cy="3170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ct val="100000"/>
              </a:lnSpc>
            </a:pPr>
            <a:r>
              <a:rPr spc="-5" dirty="0"/>
              <a:t>Prompt</a:t>
            </a:r>
            <a:r>
              <a:rPr spc="-95" dirty="0"/>
              <a:t> </a:t>
            </a:r>
            <a:r>
              <a:rPr spc="-5" dirty="0"/>
              <a:t>COMPLETO</a:t>
            </a:r>
          </a:p>
          <a:p>
            <a:pPr marL="168910" marR="911860">
              <a:lnSpc>
                <a:spcPct val="100000"/>
              </a:lnSpc>
              <a:spcBef>
                <a:spcPts val="425"/>
              </a:spcBef>
            </a:pPr>
            <a:r>
              <a:rPr sz="1000" b="0" spc="5" dirty="0">
                <a:solidFill>
                  <a:srgbClr val="191919"/>
                </a:solidFill>
                <a:latin typeface="Lucida Console"/>
                <a:cs typeface="Lucida Console"/>
              </a:rPr>
              <a:t>Sos</a:t>
            </a:r>
            <a:r>
              <a:rPr sz="1000" b="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0" dirty="0" err="1">
                <a:solidFill>
                  <a:srgbClr val="191919"/>
                </a:solidFill>
                <a:latin typeface="Lucida Console"/>
                <a:cs typeface="Lucida Console"/>
              </a:rPr>
              <a:t>agente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b="0" spc="-165" dirty="0" err="1">
                <a:solidFill>
                  <a:srgbClr val="191919"/>
                </a:solidFill>
                <a:latin typeface="Lucida Console"/>
                <a:cs typeface="Lucida Console"/>
              </a:rPr>
              <a:t>obiliario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35" dirty="0">
                <a:solidFill>
                  <a:srgbClr val="191919"/>
                </a:solidFill>
                <a:latin typeface="Lucida Console"/>
                <a:cs typeface="Lucida Console"/>
              </a:rPr>
              <a:t>REMAX</a:t>
            </a:r>
            <a:r>
              <a:rPr sz="1000" b="0" spc="-2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experto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 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negociación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b="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pradores</a:t>
            </a:r>
            <a:r>
              <a:rPr sz="1000" b="0" spc="-5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Situación: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spc="-35" dirty="0" err="1">
                <a:solidFill>
                  <a:srgbClr val="191919"/>
                </a:solidFill>
                <a:latin typeface="Lucida Console"/>
                <a:cs typeface="Lucida Console"/>
              </a:rPr>
              <a:t>Propiedad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3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am</a:t>
            </a:r>
            <a:r>
              <a:rPr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b</a:t>
            </a:r>
            <a:r>
              <a:rPr lang="es-AR" sz="1000" b="0" spc="-25" dirty="0" err="1">
                <a:solidFill>
                  <a:srgbClr val="191919"/>
                </a:solidFill>
                <a:latin typeface="Lucida Console"/>
                <a:cs typeface="Lucida Console"/>
              </a:rPr>
              <a:t>ientes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 Luzuriaga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,U</a:t>
            </a:r>
            <a:r>
              <a:rPr sz="1000" b="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SD</a:t>
            </a:r>
            <a:r>
              <a:rPr sz="1000" b="0" spc="-1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20" dirty="0">
                <a:solidFill>
                  <a:srgbClr val="191919"/>
                </a:solidFill>
                <a:latin typeface="Lucida Console"/>
                <a:cs typeface="Lucida Console"/>
              </a:rPr>
              <a:t>220.000</a:t>
            </a:r>
            <a:endParaRPr sz="1000" dirty="0">
              <a:latin typeface="Lucida Console"/>
              <a:cs typeface="Lucida Console"/>
            </a:endParaRPr>
          </a:p>
          <a:p>
            <a:pPr marL="249554" marR="1132840" indent="-80645">
              <a:lnSpc>
                <a:spcPct val="100000"/>
              </a:lnSpc>
            </a:pPr>
            <a:r>
              <a:rPr sz="1000" b="0" spc="40" dirty="0">
                <a:solidFill>
                  <a:srgbClr val="191919"/>
                </a:solidFill>
                <a:latin typeface="Lucida Console"/>
                <a:cs typeface="Lucida Console"/>
              </a:rPr>
              <a:t>-Com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prador: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profesional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38</a:t>
            </a:r>
            <a:r>
              <a:rPr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años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prim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er</a:t>
            </a:r>
            <a:r>
              <a:rPr lang="es-AR" sz="1000" b="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inm</a:t>
            </a:r>
            <a:r>
              <a:rPr sz="1000" b="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ueble</a:t>
            </a:r>
            <a:r>
              <a:rPr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5" dirty="0" err="1">
                <a:solidFill>
                  <a:srgbClr val="191919"/>
                </a:solidFill>
                <a:latin typeface="Lucida Console"/>
                <a:cs typeface="Lucida Console"/>
              </a:rPr>
              <a:t>ansioso</a:t>
            </a:r>
            <a:r>
              <a:rPr sz="1000" b="0" spc="-4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-4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por</a:t>
            </a:r>
            <a:r>
              <a:rPr lang="es-AR"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cerrar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1000" dirty="0">
              <a:latin typeface="Lucida Console"/>
              <a:cs typeface="Lucida Console"/>
            </a:endParaRPr>
          </a:p>
          <a:p>
            <a:pPr marL="249554" marR="1423670" indent="-80645">
              <a:lnSpc>
                <a:spcPct val="100000"/>
              </a:lnSpc>
            </a:pPr>
            <a:r>
              <a:rPr sz="1000" b="0" spc="30" dirty="0">
                <a:solidFill>
                  <a:srgbClr val="191919"/>
                </a:solidFill>
                <a:latin typeface="Lucida Console"/>
                <a:cs typeface="Lucida Console"/>
              </a:rPr>
              <a:t>-</a:t>
            </a:r>
            <a:r>
              <a:rPr sz="1000" b="0" spc="3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bjeción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"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Está</a:t>
            </a:r>
            <a:r>
              <a:rPr lang="es-AR" sz="1000" b="0" spc="-80" dirty="0">
                <a:solidFill>
                  <a:srgbClr val="191919"/>
                </a:solidFill>
                <a:latin typeface="Lucida Console"/>
                <a:cs typeface="Lucida Console"/>
              </a:rPr>
              <a:t> c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aro</a:t>
            </a: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vi</a:t>
            </a:r>
            <a:r>
              <a:rPr lang="es-AR"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o 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propiedades</a:t>
            </a:r>
            <a:r>
              <a:rPr lang="es-AR" sz="1000" b="0" spc="-4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40" dirty="0">
                <a:solidFill>
                  <a:srgbClr val="191919"/>
                </a:solidFill>
                <a:latin typeface="Lucida Console"/>
                <a:cs typeface="Lucida Console"/>
              </a:rPr>
              <a:t>sim</a:t>
            </a:r>
            <a:r>
              <a:rPr lang="es-AR" sz="1000" b="0" spc="-260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sz="1000" b="0" spc="-145" dirty="0" err="1">
                <a:solidFill>
                  <a:srgbClr val="191919"/>
                </a:solidFill>
                <a:latin typeface="Lucida Console"/>
                <a:cs typeface="Lucida Console"/>
              </a:rPr>
              <a:t>lares</a:t>
            </a:r>
            <a:r>
              <a:rPr sz="1000" b="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b="0" spc="-3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ás</a:t>
            </a:r>
            <a:r>
              <a:rPr sz="1000" b="0" spc="-3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baratas".</a:t>
            </a:r>
            <a:endParaRPr sz="10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</a:pP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b="0" spc="-5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85" dirty="0">
                <a:solidFill>
                  <a:srgbClr val="191919"/>
                </a:solidFill>
                <a:latin typeface="Lucida Console"/>
                <a:cs typeface="Lucida Console"/>
              </a:rPr>
              <a:t>ecesito:</a:t>
            </a:r>
            <a:endParaRPr sz="1000" dirty="0">
              <a:latin typeface="Lucida Console"/>
              <a:cs typeface="Lucida Console"/>
            </a:endParaRPr>
          </a:p>
          <a:p>
            <a:pPr marL="289560" marR="1498600" indent="-120650">
              <a:lnSpc>
                <a:spcPct val="100000"/>
              </a:lnSpc>
            </a:pPr>
            <a:r>
              <a:rPr lang="es-AR"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1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.Validar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70" dirty="0">
                <a:solidFill>
                  <a:srgbClr val="191919"/>
                </a:solidFill>
                <a:latin typeface="Lucida Console"/>
                <a:cs typeface="Lucida Console"/>
              </a:rPr>
              <a:t>la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 err="1">
                <a:solidFill>
                  <a:srgbClr val="191919"/>
                </a:solidFill>
                <a:latin typeface="Lucida Console"/>
                <a:cs typeface="Lucida Console"/>
              </a:rPr>
              <a:t>em</a:t>
            </a:r>
            <a:r>
              <a:rPr sz="1000" b="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oción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00" b="0" spc="-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" dirty="0">
                <a:solidFill>
                  <a:srgbClr val="191919"/>
                </a:solidFill>
                <a:latin typeface="Lucida Console"/>
                <a:cs typeface="Lucida Console"/>
              </a:rPr>
              <a:t>com</a:t>
            </a:r>
            <a:r>
              <a:rPr sz="1000" b="0" spc="-25" dirty="0">
                <a:solidFill>
                  <a:srgbClr val="191919"/>
                </a:solidFill>
                <a:latin typeface="Lucida Console"/>
                <a:cs typeface="Lucida Console"/>
              </a:rPr>
              <a:t>prador 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(no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contradecirlo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entrada).</a:t>
            </a:r>
            <a:endParaRPr sz="1000" dirty="0">
              <a:latin typeface="Lucida Console"/>
              <a:cs typeface="Lucida Console"/>
            </a:endParaRPr>
          </a:p>
          <a:p>
            <a:pPr marL="289560" marR="969644" indent="-120650">
              <a:lnSpc>
                <a:spcPct val="100000"/>
              </a:lnSpc>
            </a:pP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2.3</a:t>
            </a:r>
            <a:r>
              <a:rPr sz="1000" b="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 err="1">
                <a:solidFill>
                  <a:srgbClr val="191919"/>
                </a:solidFill>
                <a:latin typeface="Lucida Console"/>
                <a:cs typeface="Lucida Console"/>
              </a:rPr>
              <a:t>argum</a:t>
            </a:r>
            <a:r>
              <a:rPr sz="1000" b="0" spc="-40" dirty="0" err="1">
                <a:solidFill>
                  <a:srgbClr val="191919"/>
                </a:solidFill>
                <a:latin typeface="Lucida Console"/>
                <a:cs typeface="Lucida Console"/>
              </a:rPr>
              <a:t>entos</a:t>
            </a:r>
            <a:r>
              <a:rPr sz="1000" b="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concretos</a:t>
            </a:r>
            <a:r>
              <a:rPr sz="1000" b="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b="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5" dirty="0">
                <a:solidFill>
                  <a:srgbClr val="191919"/>
                </a:solidFill>
                <a:latin typeface="Lucida Console"/>
                <a:cs typeface="Lucida Console"/>
              </a:rPr>
              <a:t>favor</a:t>
            </a:r>
            <a:r>
              <a:rPr sz="1000" b="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 err="1">
                <a:solidFill>
                  <a:srgbClr val="191919"/>
                </a:solidFill>
                <a:latin typeface="Lucida Console"/>
                <a:cs typeface="Lucida Console"/>
              </a:rPr>
              <a:t>precio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basados</a:t>
            </a:r>
            <a:r>
              <a:rPr sz="1000" b="0" spc="-3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en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valor</a:t>
            </a:r>
            <a:r>
              <a:rPr sz="1000" b="0" spc="-48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5" dirty="0">
                <a:solidFill>
                  <a:srgbClr val="191919"/>
                </a:solidFill>
                <a:latin typeface="Lucida Console"/>
                <a:cs typeface="Lucida Console"/>
              </a:rPr>
              <a:t>(no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5" dirty="0">
                <a:solidFill>
                  <a:srgbClr val="191919"/>
                </a:solidFill>
                <a:latin typeface="Lucida Console"/>
                <a:cs typeface="Lucida Console"/>
              </a:rPr>
              <a:t>solo</a:t>
            </a:r>
            <a:r>
              <a:rPr sz="1000" b="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0" dirty="0">
                <a:solidFill>
                  <a:srgbClr val="191919"/>
                </a:solidFill>
                <a:latin typeface="Lucida Console"/>
                <a:cs typeface="Lucida Console"/>
              </a:rPr>
              <a:t>"está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bien"):</a:t>
            </a:r>
            <a:endParaRPr sz="1000" dirty="0">
              <a:latin typeface="Lucida Console"/>
              <a:cs typeface="Lucida Console"/>
            </a:endParaRPr>
          </a:p>
          <a:p>
            <a:pPr marL="289560">
              <a:lnSpc>
                <a:spcPct val="100000"/>
              </a:lnSpc>
            </a:pPr>
            <a:r>
              <a:rPr sz="1000" b="0" dirty="0">
                <a:solidFill>
                  <a:srgbClr val="191919"/>
                </a:solidFill>
                <a:latin typeface="Lucida Console"/>
                <a:cs typeface="Lucida Console"/>
              </a:rPr>
              <a:t>am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enities,</a:t>
            </a:r>
            <a:r>
              <a:rPr lang="es-AR"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²,</a:t>
            </a:r>
            <a:r>
              <a:rPr lang="es-AR"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 err="1">
                <a:solidFill>
                  <a:srgbClr val="191919"/>
                </a:solidFill>
                <a:latin typeface="Lucida Console"/>
                <a:cs typeface="Lucida Console"/>
              </a:rPr>
              <a:t>estado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35" dirty="0">
                <a:solidFill>
                  <a:srgbClr val="191919"/>
                </a:solidFill>
                <a:latin typeface="Lucida Console"/>
                <a:cs typeface="Lucida Console"/>
              </a:rPr>
              <a:t>zona.</a:t>
            </a:r>
            <a:endParaRPr sz="1000" dirty="0">
              <a:latin typeface="Lucida Console"/>
              <a:cs typeface="Lucida Console"/>
            </a:endParaRPr>
          </a:p>
          <a:p>
            <a:pPr marL="289560" marR="915035" indent="-120650">
              <a:lnSpc>
                <a:spcPct val="100000"/>
              </a:lnSpc>
            </a:pP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3.U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na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contrapropuesta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posible  (</a:t>
            </a:r>
            <a:r>
              <a:rPr sz="1000" b="0" spc="-100" dirty="0" err="1">
                <a:solidFill>
                  <a:srgbClr val="191919"/>
                </a:solidFill>
                <a:latin typeface="Lucida Console"/>
                <a:cs typeface="Lucida Console"/>
              </a:rPr>
              <a:t>financiación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ejoras</a:t>
            </a:r>
            <a:r>
              <a:rPr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b="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fecha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1000" b="0" spc="-30" dirty="0" err="1">
                <a:solidFill>
                  <a:srgbClr val="191919"/>
                </a:solidFill>
                <a:latin typeface="Lucida Console"/>
                <a:cs typeface="Lucida Console"/>
              </a:rPr>
              <a:t>udanza</a:t>
            </a:r>
            <a:r>
              <a:rPr sz="1000" b="0" spc="-30" dirty="0">
                <a:solidFill>
                  <a:srgbClr val="191919"/>
                </a:solidFill>
                <a:latin typeface="Lucida Console"/>
                <a:cs typeface="Lucida Console"/>
              </a:rPr>
              <a:t>).</a:t>
            </a:r>
            <a:endParaRPr sz="1000" dirty="0">
              <a:latin typeface="Lucida Console"/>
              <a:cs typeface="Lucida Console"/>
            </a:endParaRPr>
          </a:p>
          <a:p>
            <a:pPr marL="168910">
              <a:lnSpc>
                <a:spcPct val="100000"/>
              </a:lnSpc>
            </a:pP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4.U</a:t>
            </a:r>
            <a:r>
              <a:rPr sz="1000" b="0" spc="-4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b="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95" dirty="0" err="1">
                <a:solidFill>
                  <a:srgbClr val="191919"/>
                </a:solidFill>
                <a:latin typeface="Lucida Console"/>
                <a:cs typeface="Lucida Console"/>
              </a:rPr>
              <a:t>cier</a:t>
            </a:r>
            <a:r>
              <a:rPr lang="es-AR" sz="1000" b="0" spc="-95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45" dirty="0">
                <a:solidFill>
                  <a:srgbClr val="191919"/>
                </a:solidFill>
                <a:latin typeface="Lucida Console"/>
                <a:cs typeface="Lucida Console"/>
              </a:rPr>
              <a:t>invite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5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65" dirty="0">
                <a:solidFill>
                  <a:srgbClr val="191919"/>
                </a:solidFill>
                <a:latin typeface="Lucida Console"/>
                <a:cs typeface="Lucida Console"/>
              </a:rPr>
              <a:t>la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100" dirty="0">
                <a:solidFill>
                  <a:srgbClr val="191919"/>
                </a:solidFill>
                <a:latin typeface="Lucida Console"/>
                <a:cs typeface="Lucida Console"/>
              </a:rPr>
              <a:t>siguiente</a:t>
            </a:r>
            <a:r>
              <a:rPr sz="1000" b="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b="0" spc="-60" dirty="0">
                <a:solidFill>
                  <a:srgbClr val="191919"/>
                </a:solidFill>
                <a:latin typeface="Lucida Console"/>
                <a:cs typeface="Lucida Console"/>
              </a:rPr>
              <a:t>acción.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5419" y="4258617"/>
            <a:ext cx="343393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spc="-175" dirty="0" err="1">
                <a:solidFill>
                  <a:srgbClr val="191919"/>
                </a:solidFill>
                <a:latin typeface="Lucida Console"/>
                <a:cs typeface="Lucida Console"/>
              </a:rPr>
              <a:t>T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3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1000" spc="3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p</a:t>
            </a:r>
            <a:r>
              <a:rPr sz="1000" spc="-220" dirty="0" err="1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260" dirty="0" err="1">
                <a:solidFill>
                  <a:srgbClr val="191919"/>
                </a:solidFill>
                <a:latin typeface="Lucida Console"/>
                <a:cs typeface="Lucida Console"/>
              </a:rPr>
              <a:t>f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spc="-90" dirty="0" err="1">
                <a:solidFill>
                  <a:srgbClr val="191919"/>
                </a:solidFill>
                <a:latin typeface="Lucida Console"/>
                <a:cs typeface="Lucida Console"/>
              </a:rPr>
              <a:t>s</a:t>
            </a:r>
            <a:r>
              <a:rPr sz="1000" spc="-335" dirty="0" err="1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spc="-330" dirty="0" err="1">
                <a:solidFill>
                  <a:srgbClr val="191919"/>
                </a:solidFill>
                <a:latin typeface="Lucida Console"/>
                <a:cs typeface="Lucida Console"/>
              </a:rPr>
              <a:t>l</a:t>
            </a:r>
            <a:r>
              <a:rPr sz="1000" spc="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spc="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c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á</a:t>
            </a:r>
            <a:r>
              <a:rPr sz="1000" spc="-330" dirty="0" err="1">
                <a:solidFill>
                  <a:srgbClr val="191919"/>
                </a:solidFill>
                <a:latin typeface="Lucida Console"/>
                <a:cs typeface="Lucida Console"/>
              </a:rPr>
              <a:t>l</a:t>
            </a:r>
            <a:r>
              <a:rPr sz="1000" spc="-335" dirty="0" err="1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d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25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1000" spc="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1000" dirty="0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sz="1000" spc="-220" dirty="0" err="1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g</a:t>
            </a:r>
            <a:r>
              <a:rPr sz="1000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spc="-220" dirty="0" err="1">
                <a:solidFill>
                  <a:srgbClr val="191919"/>
                </a:solidFill>
                <a:latin typeface="Lucida Console"/>
                <a:cs typeface="Lucida Console"/>
              </a:rPr>
              <a:t>t</a:t>
            </a:r>
            <a:r>
              <a:rPr sz="1000" spc="-335" dirty="0" err="1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sz="1000" spc="20" dirty="0" err="1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1000" spc="-15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lang="es-AR"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Largo:</a:t>
            </a:r>
            <a:r>
              <a:rPr lang="es-AR"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191919"/>
                </a:solidFill>
                <a:latin typeface="Lucida Console"/>
                <a:cs typeface="Lucida Console"/>
              </a:rPr>
              <a:t>4-6</a:t>
            </a:r>
            <a:r>
              <a:rPr sz="100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5" dirty="0" err="1">
                <a:solidFill>
                  <a:srgbClr val="191919"/>
                </a:solidFill>
                <a:latin typeface="Lucida Console"/>
                <a:cs typeface="Lucida Console"/>
              </a:rPr>
              <a:t>líneas</a:t>
            </a:r>
            <a:r>
              <a:rPr sz="1000" spc="-8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lang="es-AR" sz="1000" spc="-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85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100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00" spc="-5" dirty="0">
                <a:solidFill>
                  <a:srgbClr val="191919"/>
                </a:solidFill>
                <a:latin typeface="Lucida Console"/>
                <a:cs typeface="Lucida Console"/>
              </a:rPr>
              <a:t>W</a:t>
            </a:r>
            <a:r>
              <a:rPr sz="1000" spc="-20" dirty="0">
                <a:solidFill>
                  <a:srgbClr val="191919"/>
                </a:solidFill>
                <a:latin typeface="Lucida Console"/>
                <a:cs typeface="Lucida Console"/>
              </a:rPr>
              <a:t>hatsApp.</a:t>
            </a:r>
            <a:endParaRPr sz="1000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844" y="2971801"/>
            <a:ext cx="3931920" cy="1691639"/>
          </a:xfrm>
          <a:custGeom>
            <a:avLst/>
            <a:gdLst/>
            <a:ahLst/>
            <a:cxnLst/>
            <a:rect l="l" t="t" r="r" b="b"/>
            <a:pathLst>
              <a:path w="3931920" h="1691639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3858475" y="0"/>
                </a:lnTo>
                <a:lnTo>
                  <a:pt x="3903003" y="15104"/>
                </a:lnTo>
                <a:lnTo>
                  <a:pt x="3929122" y="54224"/>
                </a:lnTo>
                <a:lnTo>
                  <a:pt x="3931551" y="73075"/>
                </a:lnTo>
                <a:lnTo>
                  <a:pt x="3931920" y="1618195"/>
                </a:lnTo>
                <a:lnTo>
                  <a:pt x="3931312" y="1627835"/>
                </a:lnTo>
                <a:lnTo>
                  <a:pt x="3929489" y="1637236"/>
                </a:lnTo>
                <a:lnTo>
                  <a:pt x="3903209" y="1676180"/>
                </a:lnTo>
                <a:lnTo>
                  <a:pt x="3858831" y="1691284"/>
                </a:lnTo>
                <a:lnTo>
                  <a:pt x="73075" y="1691640"/>
                </a:lnTo>
                <a:lnTo>
                  <a:pt x="28548" y="1676535"/>
                </a:lnTo>
                <a:lnTo>
                  <a:pt x="2428" y="1637415"/>
                </a:lnTo>
                <a:lnTo>
                  <a:pt x="0" y="1618564"/>
                </a:lnTo>
                <a:lnTo>
                  <a:pt x="0" y="73075"/>
                </a:lnTo>
                <a:close/>
              </a:path>
            </a:pathLst>
          </a:custGeom>
          <a:ln w="1511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359" y="310896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80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4359" y="3108961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0" y="205562"/>
                </a:moveTo>
                <a:lnTo>
                  <a:pt x="1749" y="178689"/>
                </a:lnTo>
                <a:lnTo>
                  <a:pt x="6975" y="152325"/>
                </a:lnTo>
                <a:lnTo>
                  <a:pt x="27724" y="102603"/>
                </a:lnTo>
                <a:lnTo>
                  <a:pt x="60345" y="59988"/>
                </a:lnTo>
                <a:lnTo>
                  <a:pt x="102958" y="27355"/>
                </a:lnTo>
                <a:lnTo>
                  <a:pt x="152547" y="6929"/>
                </a:lnTo>
                <a:lnTo>
                  <a:pt x="205917" y="0"/>
                </a:lnTo>
                <a:lnTo>
                  <a:pt x="258976" y="6929"/>
                </a:lnTo>
                <a:lnTo>
                  <a:pt x="308521" y="27355"/>
                </a:lnTo>
                <a:lnTo>
                  <a:pt x="351134" y="59988"/>
                </a:lnTo>
                <a:lnTo>
                  <a:pt x="383755" y="102603"/>
                </a:lnTo>
                <a:lnTo>
                  <a:pt x="404504" y="152325"/>
                </a:lnTo>
                <a:lnTo>
                  <a:pt x="411480" y="205562"/>
                </a:lnTo>
                <a:lnTo>
                  <a:pt x="409730" y="232429"/>
                </a:lnTo>
                <a:lnTo>
                  <a:pt x="404504" y="258794"/>
                </a:lnTo>
                <a:lnTo>
                  <a:pt x="383755" y="308521"/>
                </a:lnTo>
                <a:lnTo>
                  <a:pt x="351134" y="351134"/>
                </a:lnTo>
                <a:lnTo>
                  <a:pt x="308521" y="383755"/>
                </a:lnTo>
                <a:lnTo>
                  <a:pt x="258976" y="404371"/>
                </a:lnTo>
                <a:lnTo>
                  <a:pt x="205917" y="411480"/>
                </a:lnTo>
                <a:lnTo>
                  <a:pt x="152547" y="404371"/>
                </a:lnTo>
                <a:lnTo>
                  <a:pt x="102958" y="383755"/>
                </a:lnTo>
                <a:lnTo>
                  <a:pt x="60345" y="351134"/>
                </a:lnTo>
                <a:lnTo>
                  <a:pt x="27724" y="308521"/>
                </a:lnTo>
                <a:lnTo>
                  <a:pt x="6975" y="258794"/>
                </a:lnTo>
                <a:lnTo>
                  <a:pt x="1749" y="232429"/>
                </a:lnTo>
                <a:lnTo>
                  <a:pt x="0" y="20556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6879" y="3224163"/>
            <a:ext cx="226695" cy="180975"/>
          </a:xfrm>
          <a:custGeom>
            <a:avLst/>
            <a:gdLst/>
            <a:ahLst/>
            <a:cxnLst/>
            <a:rect l="l" t="t" r="r" b="b"/>
            <a:pathLst>
              <a:path w="226694" h="180975">
                <a:moveTo>
                  <a:pt x="79197" y="0"/>
                </a:moveTo>
                <a:lnTo>
                  <a:pt x="61481" y="3537"/>
                </a:lnTo>
                <a:lnTo>
                  <a:pt x="47072" y="13182"/>
                </a:lnTo>
                <a:lnTo>
                  <a:pt x="37388" y="27485"/>
                </a:lnTo>
                <a:lnTo>
                  <a:pt x="33845" y="44996"/>
                </a:lnTo>
                <a:lnTo>
                  <a:pt x="37388" y="62714"/>
                </a:lnTo>
                <a:lnTo>
                  <a:pt x="47072" y="77127"/>
                </a:lnTo>
                <a:lnTo>
                  <a:pt x="61481" y="86815"/>
                </a:lnTo>
                <a:lnTo>
                  <a:pt x="79197" y="90360"/>
                </a:lnTo>
                <a:lnTo>
                  <a:pt x="96709" y="86815"/>
                </a:lnTo>
                <a:lnTo>
                  <a:pt x="111017" y="77127"/>
                </a:lnTo>
                <a:lnTo>
                  <a:pt x="120666" y="62714"/>
                </a:lnTo>
                <a:lnTo>
                  <a:pt x="124206" y="44996"/>
                </a:lnTo>
                <a:lnTo>
                  <a:pt x="120666" y="27485"/>
                </a:lnTo>
                <a:lnTo>
                  <a:pt x="111017" y="13182"/>
                </a:lnTo>
                <a:lnTo>
                  <a:pt x="96709" y="3537"/>
                </a:lnTo>
                <a:lnTo>
                  <a:pt x="79197" y="0"/>
                </a:lnTo>
                <a:close/>
              </a:path>
              <a:path w="226694" h="180975">
                <a:moveTo>
                  <a:pt x="53276" y="101523"/>
                </a:moveTo>
                <a:lnTo>
                  <a:pt x="47523" y="101523"/>
                </a:lnTo>
                <a:lnTo>
                  <a:pt x="29007" y="105252"/>
                </a:lnTo>
                <a:lnTo>
                  <a:pt x="13903" y="115425"/>
                </a:lnTo>
                <a:lnTo>
                  <a:pt x="3728" y="130525"/>
                </a:lnTo>
                <a:lnTo>
                  <a:pt x="0" y="149034"/>
                </a:lnTo>
                <a:lnTo>
                  <a:pt x="0" y="173164"/>
                </a:lnTo>
                <a:lnTo>
                  <a:pt x="7556" y="180720"/>
                </a:lnTo>
                <a:lnTo>
                  <a:pt x="150837" y="180720"/>
                </a:lnTo>
                <a:lnTo>
                  <a:pt x="158394" y="173164"/>
                </a:lnTo>
                <a:lnTo>
                  <a:pt x="158394" y="149034"/>
                </a:lnTo>
                <a:lnTo>
                  <a:pt x="154665" y="130525"/>
                </a:lnTo>
                <a:lnTo>
                  <a:pt x="144492" y="115425"/>
                </a:lnTo>
                <a:lnTo>
                  <a:pt x="132397" y="107276"/>
                </a:lnTo>
                <a:lnTo>
                  <a:pt x="79197" y="107276"/>
                </a:lnTo>
                <a:lnTo>
                  <a:pt x="72312" y="106883"/>
                </a:lnTo>
                <a:lnTo>
                  <a:pt x="65698" y="105748"/>
                </a:lnTo>
                <a:lnTo>
                  <a:pt x="59353" y="103938"/>
                </a:lnTo>
                <a:lnTo>
                  <a:pt x="53276" y="101523"/>
                </a:lnTo>
                <a:close/>
              </a:path>
              <a:path w="226694" h="180975">
                <a:moveTo>
                  <a:pt x="154444" y="65163"/>
                </a:moveTo>
                <a:lnTo>
                  <a:pt x="151917" y="65163"/>
                </a:lnTo>
                <a:lnTo>
                  <a:pt x="150126" y="66954"/>
                </a:lnTo>
                <a:lnTo>
                  <a:pt x="140042" y="76682"/>
                </a:lnTo>
                <a:lnTo>
                  <a:pt x="138595" y="78473"/>
                </a:lnTo>
                <a:lnTo>
                  <a:pt x="138595" y="81000"/>
                </a:lnTo>
                <a:lnTo>
                  <a:pt x="140042" y="82804"/>
                </a:lnTo>
                <a:lnTo>
                  <a:pt x="170637" y="113398"/>
                </a:lnTo>
                <a:lnTo>
                  <a:pt x="173164" y="113398"/>
                </a:lnTo>
                <a:lnTo>
                  <a:pt x="174955" y="111594"/>
                </a:lnTo>
                <a:lnTo>
                  <a:pt x="203815" y="83159"/>
                </a:lnTo>
                <a:lnTo>
                  <a:pt x="172085" y="83159"/>
                </a:lnTo>
                <a:lnTo>
                  <a:pt x="155879" y="66954"/>
                </a:lnTo>
                <a:lnTo>
                  <a:pt x="154444" y="65163"/>
                </a:lnTo>
                <a:close/>
              </a:path>
              <a:path w="226694" h="180975">
                <a:moveTo>
                  <a:pt x="110883" y="101523"/>
                </a:moveTo>
                <a:lnTo>
                  <a:pt x="104762" y="101523"/>
                </a:lnTo>
                <a:lnTo>
                  <a:pt x="98846" y="103938"/>
                </a:lnTo>
                <a:lnTo>
                  <a:pt x="92522" y="105748"/>
                </a:lnTo>
                <a:lnTo>
                  <a:pt x="85927" y="106883"/>
                </a:lnTo>
                <a:lnTo>
                  <a:pt x="79197" y="107276"/>
                </a:lnTo>
                <a:lnTo>
                  <a:pt x="132397" y="107276"/>
                </a:lnTo>
                <a:lnTo>
                  <a:pt x="129392" y="105252"/>
                </a:lnTo>
                <a:lnTo>
                  <a:pt x="110883" y="101523"/>
                </a:lnTo>
                <a:close/>
              </a:path>
              <a:path w="226694" h="180975">
                <a:moveTo>
                  <a:pt x="213474" y="44640"/>
                </a:moveTo>
                <a:lnTo>
                  <a:pt x="210959" y="44640"/>
                </a:lnTo>
                <a:lnTo>
                  <a:pt x="172085" y="83159"/>
                </a:lnTo>
                <a:lnTo>
                  <a:pt x="203815" y="83159"/>
                </a:lnTo>
                <a:lnTo>
                  <a:pt x="225005" y="62280"/>
                </a:lnTo>
                <a:lnTo>
                  <a:pt x="226441" y="60477"/>
                </a:lnTo>
                <a:lnTo>
                  <a:pt x="226441" y="57962"/>
                </a:lnTo>
                <a:lnTo>
                  <a:pt x="225005" y="56159"/>
                </a:lnTo>
                <a:lnTo>
                  <a:pt x="214922" y="46443"/>
                </a:lnTo>
                <a:lnTo>
                  <a:pt x="213474" y="446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0278" y="1279171"/>
            <a:ext cx="3944620" cy="3557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>
              <a:lnSpc>
                <a:spcPct val="100000"/>
              </a:lnSpc>
            </a:pPr>
            <a:r>
              <a:rPr sz="1100" b="1" spc="-5" dirty="0">
                <a:solidFill>
                  <a:srgbClr val="D97757"/>
                </a:solidFill>
                <a:latin typeface="Calibri"/>
                <a:cs typeface="Calibri"/>
              </a:rPr>
              <a:t>Prompt</a:t>
            </a:r>
            <a:r>
              <a:rPr sz="1100" b="1" spc="-9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D97757"/>
                </a:solidFill>
                <a:latin typeface="Calibri"/>
                <a:cs typeface="Calibri"/>
              </a:rPr>
              <a:t>CORTO</a:t>
            </a:r>
            <a:endParaRPr sz="1100" dirty="0">
              <a:latin typeface="Calibri"/>
              <a:cs typeface="Calibri"/>
            </a:endParaRPr>
          </a:p>
          <a:p>
            <a:pPr marL="304800">
              <a:lnSpc>
                <a:spcPts val="1260"/>
              </a:lnSpc>
              <a:spcBef>
                <a:spcPts val="420"/>
              </a:spcBef>
            </a:pPr>
            <a:r>
              <a:rPr sz="1050" spc="-80" dirty="0">
                <a:solidFill>
                  <a:srgbClr val="191919"/>
                </a:solidFill>
                <a:latin typeface="Lucida Console"/>
                <a:cs typeface="Lucida Console"/>
              </a:rPr>
              <a:t>"M</a:t>
            </a:r>
            <a:r>
              <a:rPr sz="1050" spc="-125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1050" spc="-12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125" dirty="0" err="1">
                <a:solidFill>
                  <a:srgbClr val="191919"/>
                </a:solidFill>
                <a:latin typeface="Lucida Console"/>
                <a:cs typeface="Lucida Console"/>
              </a:rPr>
              <a:t>cliente</a:t>
            </a:r>
            <a:r>
              <a:rPr sz="105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95" dirty="0">
                <a:solidFill>
                  <a:srgbClr val="191919"/>
                </a:solidFill>
                <a:latin typeface="Lucida Console"/>
                <a:cs typeface="Lucida Console"/>
              </a:rPr>
              <a:t>dice</a:t>
            </a:r>
            <a:r>
              <a:rPr sz="105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15" dirty="0">
                <a:solidFill>
                  <a:srgbClr val="191919"/>
                </a:solidFill>
                <a:latin typeface="Lucida Console"/>
                <a:cs typeface="Lucida Console"/>
              </a:rPr>
              <a:t>que</a:t>
            </a:r>
            <a:r>
              <a:rPr sz="105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el</a:t>
            </a:r>
            <a:r>
              <a:rPr lang="es-AR" sz="1050" spc="-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precio</a:t>
            </a:r>
            <a:r>
              <a:rPr sz="105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20" dirty="0">
                <a:solidFill>
                  <a:srgbClr val="191919"/>
                </a:solidFill>
                <a:latin typeface="Lucida Console"/>
                <a:cs typeface="Lucida Console"/>
              </a:rPr>
              <a:t>del</a:t>
            </a:r>
            <a:r>
              <a:rPr lang="es-AR" sz="1050" spc="-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20" dirty="0" err="1">
                <a:solidFill>
                  <a:srgbClr val="191919"/>
                </a:solidFill>
                <a:latin typeface="Lucida Console"/>
                <a:cs typeface="Lucida Console"/>
              </a:rPr>
              <a:t>depto</a:t>
            </a:r>
            <a:r>
              <a:rPr sz="105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80" dirty="0">
                <a:solidFill>
                  <a:srgbClr val="191919"/>
                </a:solidFill>
                <a:latin typeface="Lucida Console"/>
                <a:cs typeface="Lucida Console"/>
              </a:rPr>
              <a:t>está</a:t>
            </a:r>
            <a:r>
              <a:rPr sz="105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65" dirty="0">
                <a:solidFill>
                  <a:srgbClr val="191919"/>
                </a:solidFill>
                <a:latin typeface="Lucida Console"/>
                <a:cs typeface="Lucida Console"/>
              </a:rPr>
              <a:t>caro.</a:t>
            </a:r>
            <a:endParaRPr sz="1050" dirty="0">
              <a:latin typeface="Lucida Console"/>
              <a:cs typeface="Lucida Console"/>
            </a:endParaRPr>
          </a:p>
          <a:p>
            <a:pPr marL="304800" marR="544195">
              <a:lnSpc>
                <a:spcPct val="100000"/>
              </a:lnSpc>
            </a:pPr>
            <a:r>
              <a:rPr sz="1050" dirty="0">
                <a:solidFill>
                  <a:srgbClr val="191919"/>
                </a:solidFill>
                <a:latin typeface="Lucida Console"/>
                <a:cs typeface="Lucida Console"/>
              </a:rPr>
              <a:t>¿</a:t>
            </a:r>
            <a:r>
              <a:rPr sz="1050" dirty="0" err="1">
                <a:solidFill>
                  <a:srgbClr val="191919"/>
                </a:solidFill>
                <a:latin typeface="Lucida Console"/>
                <a:cs typeface="Lucida Console"/>
              </a:rPr>
              <a:t>Cóm</a:t>
            </a:r>
            <a:r>
              <a:rPr sz="105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o</a:t>
            </a:r>
            <a:r>
              <a:rPr sz="105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175" dirty="0">
                <a:solidFill>
                  <a:srgbClr val="191919"/>
                </a:solidFill>
                <a:latin typeface="Lucida Console"/>
                <a:cs typeface="Lucida Console"/>
              </a:rPr>
              <a:t>le</a:t>
            </a:r>
            <a:r>
              <a:rPr sz="1050" spc="-30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30" dirty="0">
                <a:solidFill>
                  <a:srgbClr val="191919"/>
                </a:solidFill>
                <a:latin typeface="Lucida Console"/>
                <a:cs typeface="Lucida Console"/>
              </a:rPr>
              <a:t>respondo</a:t>
            </a:r>
            <a:r>
              <a:rPr sz="105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150" dirty="0">
                <a:solidFill>
                  <a:srgbClr val="191919"/>
                </a:solidFill>
                <a:latin typeface="Lucida Console"/>
                <a:cs typeface="Lucida Console"/>
              </a:rPr>
              <a:t>sin</a:t>
            </a:r>
            <a:r>
              <a:rPr sz="105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191919"/>
                </a:solidFill>
                <a:latin typeface="Lucida Console"/>
                <a:cs typeface="Lucida Console"/>
              </a:rPr>
              <a:t>asustarlo</a:t>
            </a:r>
            <a:r>
              <a:rPr sz="1050" spc="-30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1050" spc="-32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150" dirty="0">
                <a:solidFill>
                  <a:srgbClr val="191919"/>
                </a:solidFill>
                <a:latin typeface="Lucida Console"/>
                <a:cs typeface="Lucida Console"/>
              </a:rPr>
              <a:t>sin</a:t>
            </a:r>
            <a:r>
              <a:rPr sz="1050" spc="-2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spc="-65" dirty="0">
                <a:solidFill>
                  <a:srgbClr val="191919"/>
                </a:solidFill>
                <a:latin typeface="Lucida Console"/>
                <a:cs typeface="Lucida Console"/>
              </a:rPr>
              <a:t>bajar</a:t>
            </a:r>
            <a:r>
              <a:rPr sz="1050" spc="-509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1050" dirty="0">
                <a:solidFill>
                  <a:srgbClr val="191919"/>
                </a:solidFill>
                <a:latin typeface="Lucida Console"/>
                <a:cs typeface="Lucida Console"/>
              </a:rPr>
              <a:t>el  </a:t>
            </a:r>
            <a:r>
              <a:rPr sz="1050" spc="-90" dirty="0">
                <a:solidFill>
                  <a:srgbClr val="191919"/>
                </a:solidFill>
                <a:latin typeface="Lucida Console"/>
                <a:cs typeface="Lucida Console"/>
              </a:rPr>
              <a:t>precio?"</a:t>
            </a:r>
            <a:endParaRPr sz="105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951865" indent="-161925">
              <a:lnSpc>
                <a:spcPct val="100000"/>
              </a:lnSpc>
              <a:buFont typeface="Yu Gothic"/>
              <a:buChar char="✓"/>
              <a:tabLst>
                <a:tab pos="952500" algn="l"/>
              </a:tabLst>
            </a:pPr>
            <a:r>
              <a:rPr sz="1200" b="1" spc="-5" dirty="0">
                <a:solidFill>
                  <a:srgbClr val="2E7C5B"/>
                </a:solidFill>
                <a:latin typeface="Calibri"/>
                <a:cs typeface="Calibri"/>
              </a:rPr>
              <a:t>Hacelo sonar </a:t>
            </a:r>
            <a:r>
              <a:rPr sz="1200" b="1" dirty="0">
                <a:solidFill>
                  <a:srgbClr val="2E7C5B"/>
                </a:solidFill>
                <a:latin typeface="Calibri"/>
                <a:cs typeface="Calibri"/>
              </a:rPr>
              <a:t>a</a:t>
            </a:r>
            <a:r>
              <a:rPr sz="1200" b="1" spc="-90" dirty="0">
                <a:solidFill>
                  <a:srgbClr val="2E7C5B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2E7C5B"/>
                </a:solidFill>
                <a:latin typeface="Calibri"/>
                <a:cs typeface="Calibri"/>
              </a:rPr>
              <a:t>vos</a:t>
            </a:r>
            <a:endParaRPr sz="1200" dirty="0">
              <a:latin typeface="Calibri"/>
              <a:cs typeface="Calibri"/>
            </a:endParaRPr>
          </a:p>
          <a:p>
            <a:pPr marL="789305">
              <a:lnSpc>
                <a:spcPts val="1260"/>
              </a:lnSpc>
              <a:spcBef>
                <a:spcPts val="350"/>
              </a:spcBef>
            </a:pPr>
            <a:r>
              <a:rPr sz="1050" spc="-25" dirty="0">
                <a:solidFill>
                  <a:srgbClr val="191919"/>
                </a:solidFill>
                <a:latin typeface="Calibri"/>
                <a:cs typeface="Calibri"/>
              </a:rPr>
              <a:t>Tres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reglas </a:t>
            </a:r>
            <a:r>
              <a:rPr sz="1050" spc="-15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que no suene a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IA:</a:t>
            </a:r>
            <a:endParaRPr sz="1050" dirty="0">
              <a:latin typeface="Calibri"/>
              <a:cs typeface="Calibri"/>
            </a:endParaRPr>
          </a:p>
          <a:p>
            <a:pPr marL="848994" marR="1349375" indent="-59055">
              <a:lnSpc>
                <a:spcPct val="100000"/>
              </a:lnSpc>
              <a:buChar char="•"/>
              <a:tabLst>
                <a:tab pos="885825" algn="l"/>
              </a:tabLst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Releé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reescribí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1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frase con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tus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palabras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(modismos,</a:t>
            </a:r>
            <a:r>
              <a:rPr sz="1050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muletillas).</a:t>
            </a:r>
            <a:endParaRPr sz="1050" dirty="0">
              <a:latin typeface="Calibri"/>
              <a:cs typeface="Calibri"/>
            </a:endParaRPr>
          </a:p>
          <a:p>
            <a:pPr marL="848994" marR="1554480" indent="-59055">
              <a:lnSpc>
                <a:spcPts val="1260"/>
              </a:lnSpc>
              <a:spcBef>
                <a:spcPts val="45"/>
              </a:spcBef>
              <a:buChar char="•"/>
              <a:tabLst>
                <a:tab pos="885825" algn="l"/>
              </a:tabLst>
            </a:pP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Cortá adjetivos </a:t>
            </a:r>
            <a:r>
              <a:rPr sz="1050" spc="-15" dirty="0">
                <a:solidFill>
                  <a:srgbClr val="191919"/>
                </a:solidFill>
                <a:latin typeface="Calibri"/>
                <a:cs typeface="Calibri"/>
              </a:rPr>
              <a:t>exagerados 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("increíble",</a:t>
            </a:r>
            <a:r>
              <a:rPr sz="1050" spc="1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"espectacular").</a:t>
            </a:r>
            <a:endParaRPr sz="1050" dirty="0">
              <a:latin typeface="Calibri"/>
              <a:cs typeface="Calibri"/>
            </a:endParaRPr>
          </a:p>
          <a:p>
            <a:pPr marL="885190" indent="-95250">
              <a:lnSpc>
                <a:spcPts val="1215"/>
              </a:lnSpc>
              <a:buChar char="•"/>
              <a:tabLst>
                <a:tab pos="885825" algn="l"/>
              </a:tabLst>
            </a:pPr>
            <a:r>
              <a:rPr sz="1050" spc="-15" dirty="0">
                <a:solidFill>
                  <a:srgbClr val="191919"/>
                </a:solidFill>
                <a:latin typeface="Calibri"/>
                <a:cs typeface="Calibri"/>
              </a:rPr>
              <a:t>Agregá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UN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dato específico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del</a:t>
            </a:r>
            <a:r>
              <a:rPr sz="10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cliente</a:t>
            </a:r>
            <a:endParaRPr sz="1050" dirty="0">
              <a:latin typeface="Calibri"/>
              <a:cs typeface="Calibri"/>
            </a:endParaRPr>
          </a:p>
          <a:p>
            <a:pPr marL="848994">
              <a:lnSpc>
                <a:spcPct val="100000"/>
              </a:lnSpc>
            </a:pP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que solo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vos</a:t>
            </a:r>
            <a:r>
              <a:rPr sz="1050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 err="1">
                <a:solidFill>
                  <a:srgbClr val="191919"/>
                </a:solidFill>
                <a:latin typeface="Calibri"/>
                <a:cs typeface="Calibri"/>
              </a:rPr>
              <a:t>sabés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.</a:t>
            </a:r>
            <a:endParaRPr sz="1050" dirty="0">
              <a:latin typeface="Times New Roman"/>
              <a:cs typeface="Times New Roman"/>
            </a:endParaRPr>
          </a:p>
          <a:p>
            <a:pPr marL="789305">
              <a:lnSpc>
                <a:spcPct val="100000"/>
              </a:lnSpc>
            </a:pP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Claude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te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da la base; el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tono </a:t>
            </a:r>
            <a:r>
              <a:rPr sz="1050" spc="-5" dirty="0">
                <a:solidFill>
                  <a:srgbClr val="191919"/>
                </a:solidFill>
                <a:latin typeface="Calibri"/>
                <a:cs typeface="Calibri"/>
              </a:rPr>
              <a:t>lo ponés</a:t>
            </a:r>
            <a:r>
              <a:rPr sz="1050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91919"/>
                </a:solidFill>
                <a:latin typeface="Calibri"/>
                <a:cs typeface="Calibri"/>
              </a:rPr>
              <a:t>vos.</a:t>
            </a: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65136" y="4892219"/>
            <a:ext cx="7854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05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Cliente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558165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5.2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10" dirty="0">
                <a:solidFill>
                  <a:srgbClr val="003DA4"/>
                </a:solidFill>
              </a:rPr>
              <a:t>Confidencialidad </a:t>
            </a:r>
            <a:r>
              <a:rPr sz="2800" spc="-5" dirty="0">
                <a:solidFill>
                  <a:srgbClr val="003DA4"/>
                </a:solidFill>
              </a:rPr>
              <a:t>del </a:t>
            </a:r>
            <a:r>
              <a:rPr sz="2800" spc="-15" dirty="0">
                <a:solidFill>
                  <a:srgbClr val="003DA4"/>
                </a:solidFill>
              </a:rPr>
              <a:t>cliente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Reglas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claras para usar IA sin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comprometer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datos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844" y="1371246"/>
            <a:ext cx="4114800" cy="3291840"/>
          </a:xfrm>
          <a:custGeom>
            <a:avLst/>
            <a:gdLst/>
            <a:ahLst/>
            <a:cxnLst/>
            <a:rect l="l" t="t" r="r" b="b"/>
            <a:pathLst>
              <a:path w="4114800" h="329184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19"/>
                </a:lnTo>
                <a:lnTo>
                  <a:pt x="4114431" y="91439"/>
                </a:lnTo>
                <a:lnTo>
                  <a:pt x="4114800" y="3200031"/>
                </a:lnTo>
                <a:lnTo>
                  <a:pt x="4113999" y="3212038"/>
                </a:lnTo>
                <a:lnTo>
                  <a:pt x="4111645" y="3223706"/>
                </a:lnTo>
                <a:lnTo>
                  <a:pt x="4088109" y="3264792"/>
                </a:lnTo>
                <a:lnTo>
                  <a:pt x="4047024" y="3288323"/>
                </a:lnTo>
                <a:lnTo>
                  <a:pt x="91439" y="3291840"/>
                </a:lnTo>
                <a:lnTo>
                  <a:pt x="45720" y="3279597"/>
                </a:lnTo>
                <a:lnTo>
                  <a:pt x="12230" y="3246119"/>
                </a:lnTo>
                <a:lnTo>
                  <a:pt x="0" y="320039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9724" y="15541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39"/>
                </a:lnTo>
                <a:lnTo>
                  <a:pt x="114109" y="30594"/>
                </a:lnTo>
                <a:lnTo>
                  <a:pt x="66955" y="67002"/>
                </a:lnTo>
                <a:lnTo>
                  <a:pt x="30594" y="114477"/>
                </a:lnTo>
                <a:lnTo>
                  <a:pt x="7739" y="169510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3"/>
                </a:lnTo>
                <a:lnTo>
                  <a:pt x="367871" y="409900"/>
                </a:lnTo>
                <a:lnTo>
                  <a:pt x="409900" y="367871"/>
                </a:lnTo>
                <a:lnTo>
                  <a:pt x="439883" y="316075"/>
                </a:lnTo>
                <a:lnTo>
                  <a:pt x="455253" y="258431"/>
                </a:lnTo>
                <a:lnTo>
                  <a:pt x="457200" y="228600"/>
                </a:lnTo>
                <a:lnTo>
                  <a:pt x="455253" y="198766"/>
                </a:lnTo>
                <a:lnTo>
                  <a:pt x="439883" y="141267"/>
                </a:lnTo>
                <a:lnTo>
                  <a:pt x="409900" y="89473"/>
                </a:lnTo>
                <a:lnTo>
                  <a:pt x="367871" y="47297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9724" y="15541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1946" y="198766"/>
                </a:lnTo>
                <a:lnTo>
                  <a:pt x="7739" y="169510"/>
                </a:lnTo>
                <a:lnTo>
                  <a:pt x="30594" y="114477"/>
                </a:lnTo>
                <a:lnTo>
                  <a:pt x="66955" y="67002"/>
                </a:lnTo>
                <a:lnTo>
                  <a:pt x="114109" y="30594"/>
                </a:lnTo>
                <a:lnTo>
                  <a:pt x="169464" y="7739"/>
                </a:lnTo>
                <a:lnTo>
                  <a:pt x="228600" y="0"/>
                </a:lnTo>
                <a:lnTo>
                  <a:pt x="287724" y="7739"/>
                </a:lnTo>
                <a:lnTo>
                  <a:pt x="343077" y="30594"/>
                </a:lnTo>
                <a:lnTo>
                  <a:pt x="390236" y="67002"/>
                </a:lnTo>
                <a:lnTo>
                  <a:pt x="426593" y="114477"/>
                </a:lnTo>
                <a:lnTo>
                  <a:pt x="449459" y="169510"/>
                </a:lnTo>
                <a:lnTo>
                  <a:pt x="457200" y="228600"/>
                </a:lnTo>
                <a:lnTo>
                  <a:pt x="455253" y="258431"/>
                </a:lnTo>
                <a:lnTo>
                  <a:pt x="449459" y="287724"/>
                </a:lnTo>
                <a:lnTo>
                  <a:pt x="426593" y="343077"/>
                </a:lnTo>
                <a:lnTo>
                  <a:pt x="390236" y="390236"/>
                </a:lnTo>
                <a:lnTo>
                  <a:pt x="343077" y="426593"/>
                </a:lnTo>
                <a:lnTo>
                  <a:pt x="287724" y="449459"/>
                </a:lnTo>
                <a:lnTo>
                  <a:pt x="228600" y="457200"/>
                </a:lnTo>
                <a:lnTo>
                  <a:pt x="169510" y="449459"/>
                </a:lnTo>
                <a:lnTo>
                  <a:pt x="114477" y="426593"/>
                </a:lnTo>
                <a:lnTo>
                  <a:pt x="67002" y="390236"/>
                </a:lnTo>
                <a:lnTo>
                  <a:pt x="30594" y="343077"/>
                </a:lnTo>
                <a:lnTo>
                  <a:pt x="7739" y="287724"/>
                </a:lnTo>
                <a:lnTo>
                  <a:pt x="1946" y="258431"/>
                </a:lnTo>
                <a:lnTo>
                  <a:pt x="0" y="228600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7356" y="1661758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5">
                <a:moveTo>
                  <a:pt x="121323" y="0"/>
                </a:moveTo>
                <a:lnTo>
                  <a:pt x="74119" y="9541"/>
                </a:lnTo>
                <a:lnTo>
                  <a:pt x="35553" y="35553"/>
                </a:lnTo>
                <a:lnTo>
                  <a:pt x="9541" y="74119"/>
                </a:lnTo>
                <a:lnTo>
                  <a:pt x="0" y="121323"/>
                </a:lnTo>
                <a:lnTo>
                  <a:pt x="9541" y="168526"/>
                </a:lnTo>
                <a:lnTo>
                  <a:pt x="35553" y="207092"/>
                </a:lnTo>
                <a:lnTo>
                  <a:pt x="74119" y="233104"/>
                </a:lnTo>
                <a:lnTo>
                  <a:pt x="121323" y="242646"/>
                </a:lnTo>
                <a:lnTo>
                  <a:pt x="168526" y="233104"/>
                </a:lnTo>
                <a:lnTo>
                  <a:pt x="207092" y="207092"/>
                </a:lnTo>
                <a:lnTo>
                  <a:pt x="219534" y="188645"/>
                </a:lnTo>
                <a:lnTo>
                  <a:pt x="99364" y="188645"/>
                </a:lnTo>
                <a:lnTo>
                  <a:pt x="42481" y="131762"/>
                </a:lnTo>
                <a:lnTo>
                  <a:pt x="42481" y="126720"/>
                </a:lnTo>
                <a:lnTo>
                  <a:pt x="45364" y="123482"/>
                </a:lnTo>
                <a:lnTo>
                  <a:pt x="56527" y="112687"/>
                </a:lnTo>
                <a:lnTo>
                  <a:pt x="59397" y="109448"/>
                </a:lnTo>
                <a:lnTo>
                  <a:pt x="139137" y="109448"/>
                </a:lnTo>
                <a:lnTo>
                  <a:pt x="174967" y="73444"/>
                </a:lnTo>
                <a:lnTo>
                  <a:pt x="178206" y="70561"/>
                </a:lnTo>
                <a:lnTo>
                  <a:pt x="230704" y="70561"/>
                </a:lnTo>
                <a:lnTo>
                  <a:pt x="207092" y="35553"/>
                </a:lnTo>
                <a:lnTo>
                  <a:pt x="168526" y="9541"/>
                </a:lnTo>
                <a:lnTo>
                  <a:pt x="121323" y="0"/>
                </a:lnTo>
                <a:close/>
              </a:path>
              <a:path w="243205" h="243205">
                <a:moveTo>
                  <a:pt x="230704" y="70561"/>
                </a:moveTo>
                <a:lnTo>
                  <a:pt x="183248" y="70561"/>
                </a:lnTo>
                <a:lnTo>
                  <a:pt x="200164" y="87477"/>
                </a:lnTo>
                <a:lnTo>
                  <a:pt x="200164" y="92519"/>
                </a:lnTo>
                <a:lnTo>
                  <a:pt x="107276" y="185407"/>
                </a:lnTo>
                <a:lnTo>
                  <a:pt x="104406" y="188645"/>
                </a:lnTo>
                <a:lnTo>
                  <a:pt x="219534" y="188645"/>
                </a:lnTo>
                <a:lnTo>
                  <a:pt x="233104" y="168526"/>
                </a:lnTo>
                <a:lnTo>
                  <a:pt x="242646" y="121323"/>
                </a:lnTo>
                <a:lnTo>
                  <a:pt x="233104" y="74119"/>
                </a:lnTo>
                <a:lnTo>
                  <a:pt x="230704" y="70561"/>
                </a:lnTo>
                <a:close/>
              </a:path>
              <a:path w="243205" h="243205">
                <a:moveTo>
                  <a:pt x="139137" y="109448"/>
                </a:moveTo>
                <a:lnTo>
                  <a:pt x="64439" y="109448"/>
                </a:lnTo>
                <a:lnTo>
                  <a:pt x="101879" y="146888"/>
                </a:lnTo>
                <a:lnTo>
                  <a:pt x="139137" y="109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5664" y="1633526"/>
            <a:ext cx="84328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2E7C5B"/>
                </a:solidFill>
                <a:latin typeface="Calibri"/>
                <a:cs typeface="Calibri"/>
              </a:rPr>
              <a:t>Hacé</a:t>
            </a:r>
            <a:r>
              <a:rPr sz="1600" b="1" spc="-90" dirty="0">
                <a:solidFill>
                  <a:srgbClr val="2E7C5B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2E7C5B"/>
                </a:solidFill>
                <a:latin typeface="Calibri"/>
                <a:cs typeface="Calibri"/>
              </a:rPr>
              <a:t>esto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64" y="2126147"/>
            <a:ext cx="135890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35" dirty="0">
                <a:solidFill>
                  <a:srgbClr val="191919"/>
                </a:solidFill>
                <a:latin typeface="MS UI Gothic"/>
                <a:cs typeface="MS UI Gothic"/>
              </a:rPr>
              <a:t>✓</a:t>
            </a:r>
            <a:endParaRPr sz="1100">
              <a:latin typeface="MS UI Gothic"/>
              <a:cs typeface="MS UI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542" y="2148461"/>
            <a:ext cx="315976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Anonimizá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DNIs, </a:t>
            </a:r>
            <a:r>
              <a:rPr sz="1100" spc="-20" dirty="0">
                <a:solidFill>
                  <a:srgbClr val="191919"/>
                </a:solidFill>
                <a:latin typeface="Calibri"/>
                <a:cs typeface="Calibri"/>
              </a:rPr>
              <a:t>CUITs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nombres antes de pegar</a:t>
            </a:r>
            <a:r>
              <a:rPr sz="1100" spc="-1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texto.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464" y="2395425"/>
            <a:ext cx="135890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35" dirty="0">
                <a:solidFill>
                  <a:srgbClr val="191919"/>
                </a:solidFill>
                <a:latin typeface="MS UI Gothic"/>
                <a:cs typeface="MS UI Gothic"/>
              </a:rPr>
              <a:t>✓</a:t>
            </a:r>
            <a:endParaRPr sz="1100">
              <a:latin typeface="MS UI Gothic"/>
              <a:cs typeface="MS UI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1542" y="2417739"/>
            <a:ext cx="223583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Usá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las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cuentas aprobadas por</a:t>
            </a:r>
            <a:r>
              <a:rPr sz="1100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REMAX.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464" y="2664703"/>
            <a:ext cx="135890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35" dirty="0">
                <a:solidFill>
                  <a:srgbClr val="191919"/>
                </a:solidFill>
                <a:latin typeface="MS UI Gothic"/>
                <a:cs typeface="MS UI Gothic"/>
              </a:rPr>
              <a:t>✓</a:t>
            </a:r>
            <a:endParaRPr sz="1100">
              <a:latin typeface="MS UI Gothic"/>
              <a:cs typeface="MS UI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1542" y="2687017"/>
            <a:ext cx="314642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Pedí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siempre autorización del cliente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compartir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su 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documento.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8464" y="3101735"/>
            <a:ext cx="135890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35" dirty="0">
                <a:solidFill>
                  <a:srgbClr val="191919"/>
                </a:solidFill>
                <a:latin typeface="MS UI Gothic"/>
                <a:cs typeface="MS UI Gothic"/>
              </a:rPr>
              <a:t>✓</a:t>
            </a:r>
            <a:endParaRPr sz="1100">
              <a:latin typeface="MS UI Gothic"/>
              <a:cs typeface="MS UI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1542" y="3124062"/>
            <a:ext cx="275780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Borrá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la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conversación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cuando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ya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la</a:t>
            </a:r>
            <a:r>
              <a:rPr sz="1100" spc="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necesites.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464" y="3371026"/>
            <a:ext cx="135890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35" dirty="0">
                <a:solidFill>
                  <a:srgbClr val="191919"/>
                </a:solidFill>
                <a:latin typeface="MS UI Gothic"/>
                <a:cs typeface="MS UI Gothic"/>
              </a:rPr>
              <a:t>✓</a:t>
            </a:r>
            <a:endParaRPr sz="1100">
              <a:latin typeface="MS UI Gothic"/>
              <a:cs typeface="MS UI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1542" y="3393340"/>
            <a:ext cx="321246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5" dirty="0">
                <a:solidFill>
                  <a:srgbClr val="191919"/>
                </a:solidFill>
                <a:latin typeface="Calibri"/>
                <a:cs typeface="Calibri"/>
              </a:rPr>
              <a:t>Para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datos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muy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sensibles, escribí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en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términos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generales.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1644" y="1371246"/>
            <a:ext cx="4114800" cy="3291840"/>
          </a:xfrm>
          <a:custGeom>
            <a:avLst/>
            <a:gdLst/>
            <a:ahLst/>
            <a:cxnLst/>
            <a:rect l="l" t="t" r="r" b="b"/>
            <a:pathLst>
              <a:path w="4114800" h="329184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40" y="0"/>
                </a:lnTo>
                <a:lnTo>
                  <a:pt x="4022991" y="0"/>
                </a:lnTo>
                <a:lnTo>
                  <a:pt x="4068711" y="12230"/>
                </a:lnTo>
                <a:lnTo>
                  <a:pt x="4102201" y="45719"/>
                </a:lnTo>
                <a:lnTo>
                  <a:pt x="4114431" y="91439"/>
                </a:lnTo>
                <a:lnTo>
                  <a:pt x="4114800" y="3200031"/>
                </a:lnTo>
                <a:lnTo>
                  <a:pt x="4113999" y="3212038"/>
                </a:lnTo>
                <a:lnTo>
                  <a:pt x="4111645" y="3223706"/>
                </a:lnTo>
                <a:lnTo>
                  <a:pt x="4088109" y="3264792"/>
                </a:lnTo>
                <a:lnTo>
                  <a:pt x="4047024" y="3288323"/>
                </a:lnTo>
                <a:lnTo>
                  <a:pt x="91440" y="3291840"/>
                </a:lnTo>
                <a:lnTo>
                  <a:pt x="45720" y="3279597"/>
                </a:lnTo>
                <a:lnTo>
                  <a:pt x="12230" y="3246119"/>
                </a:lnTo>
                <a:lnTo>
                  <a:pt x="0" y="3200399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54524" y="15541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39"/>
                </a:lnTo>
                <a:lnTo>
                  <a:pt x="114477" y="30594"/>
                </a:lnTo>
                <a:lnTo>
                  <a:pt x="67002" y="67002"/>
                </a:lnTo>
                <a:lnTo>
                  <a:pt x="30594" y="114477"/>
                </a:lnTo>
                <a:lnTo>
                  <a:pt x="7739" y="169510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3"/>
                </a:lnTo>
                <a:lnTo>
                  <a:pt x="367871" y="409900"/>
                </a:lnTo>
                <a:lnTo>
                  <a:pt x="409900" y="367871"/>
                </a:lnTo>
                <a:lnTo>
                  <a:pt x="439883" y="316075"/>
                </a:lnTo>
                <a:lnTo>
                  <a:pt x="455253" y="258431"/>
                </a:lnTo>
                <a:lnTo>
                  <a:pt x="457200" y="228600"/>
                </a:lnTo>
                <a:lnTo>
                  <a:pt x="455253" y="198766"/>
                </a:lnTo>
                <a:lnTo>
                  <a:pt x="439883" y="141267"/>
                </a:lnTo>
                <a:lnTo>
                  <a:pt x="409900" y="89473"/>
                </a:lnTo>
                <a:lnTo>
                  <a:pt x="367871" y="47297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B22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54524" y="15541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1946" y="198766"/>
                </a:lnTo>
                <a:lnTo>
                  <a:pt x="7739" y="169510"/>
                </a:lnTo>
                <a:lnTo>
                  <a:pt x="30594" y="114477"/>
                </a:lnTo>
                <a:lnTo>
                  <a:pt x="67002" y="67002"/>
                </a:lnTo>
                <a:lnTo>
                  <a:pt x="114477" y="30594"/>
                </a:lnTo>
                <a:lnTo>
                  <a:pt x="169510" y="7739"/>
                </a:lnTo>
                <a:lnTo>
                  <a:pt x="228600" y="0"/>
                </a:lnTo>
                <a:lnTo>
                  <a:pt x="287724" y="7739"/>
                </a:lnTo>
                <a:lnTo>
                  <a:pt x="343077" y="30594"/>
                </a:lnTo>
                <a:lnTo>
                  <a:pt x="390236" y="67002"/>
                </a:lnTo>
                <a:lnTo>
                  <a:pt x="426592" y="114477"/>
                </a:lnTo>
                <a:lnTo>
                  <a:pt x="449459" y="169510"/>
                </a:lnTo>
                <a:lnTo>
                  <a:pt x="457200" y="228600"/>
                </a:lnTo>
                <a:lnTo>
                  <a:pt x="455253" y="258431"/>
                </a:lnTo>
                <a:lnTo>
                  <a:pt x="449459" y="287724"/>
                </a:lnTo>
                <a:lnTo>
                  <a:pt x="426592" y="343077"/>
                </a:lnTo>
                <a:lnTo>
                  <a:pt x="390236" y="390236"/>
                </a:lnTo>
                <a:lnTo>
                  <a:pt x="343077" y="426593"/>
                </a:lnTo>
                <a:lnTo>
                  <a:pt x="287724" y="449459"/>
                </a:lnTo>
                <a:lnTo>
                  <a:pt x="228600" y="457200"/>
                </a:lnTo>
                <a:lnTo>
                  <a:pt x="169510" y="449459"/>
                </a:lnTo>
                <a:lnTo>
                  <a:pt x="114477" y="426593"/>
                </a:lnTo>
                <a:lnTo>
                  <a:pt x="67002" y="390236"/>
                </a:lnTo>
                <a:lnTo>
                  <a:pt x="30594" y="343077"/>
                </a:lnTo>
                <a:lnTo>
                  <a:pt x="7739" y="287724"/>
                </a:lnTo>
                <a:lnTo>
                  <a:pt x="1946" y="258431"/>
                </a:lnTo>
                <a:lnTo>
                  <a:pt x="0" y="228600"/>
                </a:lnTo>
                <a:close/>
              </a:path>
            </a:pathLst>
          </a:custGeom>
          <a:ln w="1259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62156" y="1661758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5">
                <a:moveTo>
                  <a:pt x="121323" y="0"/>
                </a:moveTo>
                <a:lnTo>
                  <a:pt x="74119" y="9541"/>
                </a:lnTo>
                <a:lnTo>
                  <a:pt x="35553" y="35553"/>
                </a:lnTo>
                <a:lnTo>
                  <a:pt x="9541" y="74119"/>
                </a:lnTo>
                <a:lnTo>
                  <a:pt x="0" y="121323"/>
                </a:lnTo>
                <a:lnTo>
                  <a:pt x="9541" y="168526"/>
                </a:lnTo>
                <a:lnTo>
                  <a:pt x="35553" y="207092"/>
                </a:lnTo>
                <a:lnTo>
                  <a:pt x="74119" y="233104"/>
                </a:lnTo>
                <a:lnTo>
                  <a:pt x="121323" y="242646"/>
                </a:lnTo>
                <a:lnTo>
                  <a:pt x="168526" y="233104"/>
                </a:lnTo>
                <a:lnTo>
                  <a:pt x="207092" y="207092"/>
                </a:lnTo>
                <a:lnTo>
                  <a:pt x="223175" y="183248"/>
                </a:lnTo>
                <a:lnTo>
                  <a:pt x="83527" y="183248"/>
                </a:lnTo>
                <a:lnTo>
                  <a:pt x="81368" y="180720"/>
                </a:lnTo>
                <a:lnTo>
                  <a:pt x="61925" y="161277"/>
                </a:lnTo>
                <a:lnTo>
                  <a:pt x="59397" y="159118"/>
                </a:lnTo>
                <a:lnTo>
                  <a:pt x="59397" y="155524"/>
                </a:lnTo>
                <a:lnTo>
                  <a:pt x="61925" y="152996"/>
                </a:lnTo>
                <a:lnTo>
                  <a:pt x="93967" y="121323"/>
                </a:lnTo>
                <a:lnTo>
                  <a:pt x="61925" y="89649"/>
                </a:lnTo>
                <a:lnTo>
                  <a:pt x="59397" y="87121"/>
                </a:lnTo>
                <a:lnTo>
                  <a:pt x="59397" y="83527"/>
                </a:lnTo>
                <a:lnTo>
                  <a:pt x="61925" y="81368"/>
                </a:lnTo>
                <a:lnTo>
                  <a:pt x="81368" y="61925"/>
                </a:lnTo>
                <a:lnTo>
                  <a:pt x="83527" y="59397"/>
                </a:lnTo>
                <a:lnTo>
                  <a:pt x="223175" y="59397"/>
                </a:lnTo>
                <a:lnTo>
                  <a:pt x="207092" y="35553"/>
                </a:lnTo>
                <a:lnTo>
                  <a:pt x="168526" y="9541"/>
                </a:lnTo>
                <a:lnTo>
                  <a:pt x="121323" y="0"/>
                </a:lnTo>
                <a:close/>
              </a:path>
              <a:path w="243204" h="243205">
                <a:moveTo>
                  <a:pt x="121323" y="148678"/>
                </a:moveTo>
                <a:lnTo>
                  <a:pt x="89649" y="180720"/>
                </a:lnTo>
                <a:lnTo>
                  <a:pt x="87122" y="183248"/>
                </a:lnTo>
                <a:lnTo>
                  <a:pt x="155524" y="183248"/>
                </a:lnTo>
                <a:lnTo>
                  <a:pt x="152996" y="180720"/>
                </a:lnTo>
                <a:lnTo>
                  <a:pt x="121323" y="148678"/>
                </a:lnTo>
                <a:close/>
              </a:path>
              <a:path w="243204" h="243205">
                <a:moveTo>
                  <a:pt x="223175" y="59397"/>
                </a:moveTo>
                <a:lnTo>
                  <a:pt x="159118" y="59397"/>
                </a:lnTo>
                <a:lnTo>
                  <a:pt x="161277" y="61925"/>
                </a:lnTo>
                <a:lnTo>
                  <a:pt x="180721" y="81368"/>
                </a:lnTo>
                <a:lnTo>
                  <a:pt x="183248" y="83527"/>
                </a:lnTo>
                <a:lnTo>
                  <a:pt x="183248" y="87121"/>
                </a:lnTo>
                <a:lnTo>
                  <a:pt x="180721" y="89649"/>
                </a:lnTo>
                <a:lnTo>
                  <a:pt x="148678" y="121323"/>
                </a:lnTo>
                <a:lnTo>
                  <a:pt x="180721" y="152996"/>
                </a:lnTo>
                <a:lnTo>
                  <a:pt x="183248" y="155524"/>
                </a:lnTo>
                <a:lnTo>
                  <a:pt x="183248" y="159118"/>
                </a:lnTo>
                <a:lnTo>
                  <a:pt x="180721" y="161277"/>
                </a:lnTo>
                <a:lnTo>
                  <a:pt x="161277" y="180720"/>
                </a:lnTo>
                <a:lnTo>
                  <a:pt x="159118" y="183248"/>
                </a:lnTo>
                <a:lnTo>
                  <a:pt x="223175" y="183248"/>
                </a:lnTo>
                <a:lnTo>
                  <a:pt x="233104" y="168526"/>
                </a:lnTo>
                <a:lnTo>
                  <a:pt x="242646" y="121323"/>
                </a:lnTo>
                <a:lnTo>
                  <a:pt x="233104" y="74119"/>
                </a:lnTo>
                <a:lnTo>
                  <a:pt x="223175" y="59397"/>
                </a:lnTo>
                <a:close/>
              </a:path>
              <a:path w="243204" h="243205">
                <a:moveTo>
                  <a:pt x="155524" y="59397"/>
                </a:moveTo>
                <a:lnTo>
                  <a:pt x="87122" y="59397"/>
                </a:lnTo>
                <a:lnTo>
                  <a:pt x="89649" y="61925"/>
                </a:lnTo>
                <a:lnTo>
                  <a:pt x="121323" y="93967"/>
                </a:lnTo>
                <a:lnTo>
                  <a:pt x="152996" y="61925"/>
                </a:lnTo>
                <a:lnTo>
                  <a:pt x="155524" y="59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90464" y="1633526"/>
            <a:ext cx="836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solidFill>
                  <a:srgbClr val="B22133"/>
                </a:solidFill>
                <a:latin typeface="Calibri"/>
                <a:cs typeface="Calibri"/>
              </a:rPr>
              <a:t>Evitá</a:t>
            </a:r>
            <a:r>
              <a:rPr sz="1600" b="1" spc="-75" dirty="0">
                <a:solidFill>
                  <a:srgbClr val="B22133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B22133"/>
                </a:solidFill>
                <a:latin typeface="Calibri"/>
                <a:cs typeface="Calibri"/>
              </a:rPr>
              <a:t>esto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76342" y="2148461"/>
            <a:ext cx="286067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subas documentos sin autorización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del</a:t>
            </a:r>
            <a:r>
              <a:rPr sz="1100" spc="-3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cliente.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76342" y="2417739"/>
            <a:ext cx="275653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uses cuentas personales con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datos</a:t>
            </a:r>
            <a:r>
              <a:rPr sz="1100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sensibles.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76342" y="2687017"/>
            <a:ext cx="249428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compartas la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conversación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con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terceros.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76342" y="2956308"/>
            <a:ext cx="319278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tomes decisiones legales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financieras solo con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la</a:t>
            </a:r>
            <a:r>
              <a:rPr sz="1100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IA.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33264" y="2126147"/>
            <a:ext cx="142875" cy="1263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20" dirty="0">
                <a:solidFill>
                  <a:srgbClr val="191919"/>
                </a:solidFill>
                <a:latin typeface="Segoe UI Emoji"/>
                <a:cs typeface="Segoe UI Emoji"/>
              </a:rPr>
              <a:t>✕</a:t>
            </a:r>
            <a:endParaRPr sz="11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100" spc="20" dirty="0">
                <a:solidFill>
                  <a:srgbClr val="191919"/>
                </a:solidFill>
                <a:latin typeface="Segoe UI Emoji"/>
                <a:cs typeface="Segoe UI Emoji"/>
              </a:rPr>
              <a:t>✕</a:t>
            </a:r>
            <a:endParaRPr sz="11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100" spc="20" dirty="0">
                <a:solidFill>
                  <a:srgbClr val="191919"/>
                </a:solidFill>
                <a:latin typeface="Segoe UI Emoji"/>
                <a:cs typeface="Segoe UI Emoji"/>
              </a:rPr>
              <a:t>✕</a:t>
            </a:r>
            <a:endParaRPr sz="11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100" spc="20" dirty="0">
                <a:solidFill>
                  <a:srgbClr val="191919"/>
                </a:solidFill>
                <a:latin typeface="Segoe UI Emoji"/>
                <a:cs typeface="Segoe UI Emoji"/>
              </a:rPr>
              <a:t>✕</a:t>
            </a:r>
            <a:endParaRPr sz="11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100" spc="20" dirty="0">
                <a:solidFill>
                  <a:srgbClr val="191919"/>
                </a:solidFill>
                <a:latin typeface="Segoe UI Emoji"/>
                <a:cs typeface="Segoe UI Emoji"/>
              </a:rPr>
              <a:t>✕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76342" y="3225586"/>
            <a:ext cx="313563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confíes ciegamente: siempre validá </a:t>
            </a:r>
            <a:r>
              <a:rPr sz="1100" spc="-10" dirty="0">
                <a:solidFill>
                  <a:srgbClr val="191919"/>
                </a:solidFill>
                <a:latin typeface="Calibri"/>
                <a:cs typeface="Calibri"/>
              </a:rPr>
              <a:t>fechas, </a:t>
            </a:r>
            <a:r>
              <a:rPr sz="1100" spc="-5" dirty="0">
                <a:solidFill>
                  <a:srgbClr val="191919"/>
                </a:solidFill>
                <a:latin typeface="Calibri"/>
                <a:cs typeface="Calibri"/>
              </a:rPr>
              <a:t>montos,  normativa.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2704" y="4892219"/>
            <a:ext cx="18268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65136" y="4892219"/>
            <a:ext cx="78549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05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7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Cliente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49258" y="4892219"/>
            <a:ext cx="141605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1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1409536"/>
            <a:ext cx="248094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32815" algn="l"/>
                <a:tab pos="1458595" algn="l"/>
                <a:tab pos="2198370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   A </a:t>
            </a:r>
            <a:r>
              <a:rPr sz="13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D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	U </a:t>
            </a:r>
            <a:r>
              <a:rPr sz="13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	0 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2225" y="4907961"/>
            <a:ext cx="110934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06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4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Productividad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44" y="1736968"/>
            <a:ext cx="4893310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b="1" spc="-15" dirty="0">
                <a:solidFill>
                  <a:srgbClr val="FFFFFF"/>
                </a:solidFill>
                <a:latin typeface="Calibri"/>
                <a:cs typeface="Calibri"/>
              </a:rPr>
              <a:t>Productividad personal 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4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30" dirty="0">
                <a:solidFill>
                  <a:srgbClr val="FFFFFF"/>
                </a:solidFill>
                <a:latin typeface="Calibri"/>
                <a:cs typeface="Calibri"/>
              </a:rPr>
              <a:t>agente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144" y="3626842"/>
            <a:ext cx="36614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5" dirty="0">
                <a:solidFill>
                  <a:srgbClr val="FFFFFF"/>
                </a:solidFill>
                <a:latin typeface="Calibri"/>
                <a:cs typeface="Calibri"/>
              </a:rPr>
              <a:t>Convertí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caos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en plan diario en 30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segundos.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500380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Caso 6.1 </a:t>
            </a:r>
            <a:r>
              <a:rPr sz="2800" dirty="0">
                <a:solidFill>
                  <a:srgbClr val="003DA4"/>
                </a:solidFill>
              </a:rPr>
              <a:t>· </a:t>
            </a:r>
            <a:r>
              <a:rPr sz="2800" spc="-75" dirty="0">
                <a:solidFill>
                  <a:srgbClr val="003DA4"/>
                </a:solidFill>
              </a:rPr>
              <a:t>Tu </a:t>
            </a:r>
            <a:r>
              <a:rPr sz="2800" spc="-10" dirty="0">
                <a:solidFill>
                  <a:srgbClr val="003DA4"/>
                </a:solidFill>
              </a:rPr>
              <a:t>copiloto </a:t>
            </a:r>
            <a:r>
              <a:rPr sz="2800" spc="-5" dirty="0">
                <a:solidFill>
                  <a:srgbClr val="003DA4"/>
                </a:solidFill>
              </a:rPr>
              <a:t>del día </a:t>
            </a:r>
            <a:r>
              <a:rPr sz="2800" dirty="0">
                <a:solidFill>
                  <a:srgbClr val="003DA4"/>
                </a:solidFill>
              </a:rPr>
              <a:t>a</a:t>
            </a:r>
            <a:r>
              <a:rPr sz="2800" spc="5" dirty="0">
                <a:solidFill>
                  <a:srgbClr val="003DA4"/>
                </a:solidFill>
              </a:rPr>
              <a:t> </a:t>
            </a:r>
            <a:r>
              <a:rPr sz="2800" spc="-5" dirty="0">
                <a:solidFill>
                  <a:srgbClr val="003DA4"/>
                </a:solidFill>
              </a:rPr>
              <a:t>día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20" dirty="0">
                <a:solidFill>
                  <a:srgbClr val="5B6573"/>
                </a:solidFill>
                <a:latin typeface="Calibri"/>
                <a:cs typeface="Calibri"/>
              </a:rPr>
              <a:t>Tres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prompts que vas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usar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todos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los</a:t>
            </a:r>
            <a:r>
              <a:rPr sz="1300" b="0" i="1" spc="-3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días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844" y="1325526"/>
            <a:ext cx="2715895" cy="3291840"/>
          </a:xfrm>
          <a:custGeom>
            <a:avLst/>
            <a:gdLst/>
            <a:ahLst/>
            <a:cxnLst/>
            <a:rect l="l" t="t" r="r" b="b"/>
            <a:pathLst>
              <a:path w="2715895" h="3291840">
                <a:moveTo>
                  <a:pt x="0" y="91439"/>
                </a:moveTo>
                <a:lnTo>
                  <a:pt x="798" y="79433"/>
                </a:lnTo>
                <a:lnTo>
                  <a:pt x="3148" y="67765"/>
                </a:lnTo>
                <a:lnTo>
                  <a:pt x="26679" y="26679"/>
                </a:lnTo>
                <a:lnTo>
                  <a:pt x="67765" y="3148"/>
                </a:lnTo>
                <a:lnTo>
                  <a:pt x="91439" y="0"/>
                </a:lnTo>
                <a:lnTo>
                  <a:pt x="2624035" y="0"/>
                </a:lnTo>
                <a:lnTo>
                  <a:pt x="2669755" y="12230"/>
                </a:lnTo>
                <a:lnTo>
                  <a:pt x="2703233" y="45720"/>
                </a:lnTo>
                <a:lnTo>
                  <a:pt x="2715475" y="91439"/>
                </a:lnTo>
                <a:lnTo>
                  <a:pt x="2715831" y="3200031"/>
                </a:lnTo>
                <a:lnTo>
                  <a:pt x="2715033" y="3212038"/>
                </a:lnTo>
                <a:lnTo>
                  <a:pt x="2712683" y="3223706"/>
                </a:lnTo>
                <a:lnTo>
                  <a:pt x="2689151" y="3264792"/>
                </a:lnTo>
                <a:lnTo>
                  <a:pt x="2648065" y="3288323"/>
                </a:lnTo>
                <a:lnTo>
                  <a:pt x="91439" y="3291840"/>
                </a:lnTo>
                <a:lnTo>
                  <a:pt x="45720" y="3279597"/>
                </a:lnTo>
                <a:lnTo>
                  <a:pt x="12230" y="3246120"/>
                </a:lnTo>
                <a:lnTo>
                  <a:pt x="0" y="3200400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40433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5" y="9313"/>
                </a:lnTo>
                <a:lnTo>
                  <a:pt x="137159" y="36715"/>
                </a:lnTo>
                <a:lnTo>
                  <a:pt x="80329" y="80317"/>
                </a:lnTo>
                <a:lnTo>
                  <a:pt x="36728" y="137160"/>
                </a:lnTo>
                <a:lnTo>
                  <a:pt x="9320" y="203306"/>
                </a:lnTo>
                <a:lnTo>
                  <a:pt x="0" y="274320"/>
                </a:lnTo>
                <a:lnTo>
                  <a:pt x="2347" y="310226"/>
                </a:lnTo>
                <a:lnTo>
                  <a:pt x="20815" y="379209"/>
                </a:lnTo>
                <a:lnTo>
                  <a:pt x="56723" y="441397"/>
                </a:lnTo>
                <a:lnTo>
                  <a:pt x="107242" y="491916"/>
                </a:lnTo>
                <a:lnTo>
                  <a:pt x="169430" y="527830"/>
                </a:lnTo>
                <a:lnTo>
                  <a:pt x="238413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404" y="491916"/>
                </a:lnTo>
                <a:lnTo>
                  <a:pt x="491929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9" y="107235"/>
                </a:lnTo>
                <a:lnTo>
                  <a:pt x="441404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0433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20"/>
                </a:moveTo>
                <a:lnTo>
                  <a:pt x="2347" y="238406"/>
                </a:lnTo>
                <a:lnTo>
                  <a:pt x="9320" y="203306"/>
                </a:lnTo>
                <a:lnTo>
                  <a:pt x="36728" y="137160"/>
                </a:lnTo>
                <a:lnTo>
                  <a:pt x="80329" y="80317"/>
                </a:lnTo>
                <a:lnTo>
                  <a:pt x="137159" y="36715"/>
                </a:lnTo>
                <a:lnTo>
                  <a:pt x="203315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79" y="36715"/>
                </a:lnTo>
                <a:lnTo>
                  <a:pt x="468322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22" y="468310"/>
                </a:lnTo>
                <a:lnTo>
                  <a:pt x="411479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5" y="539324"/>
                </a:lnTo>
                <a:lnTo>
                  <a:pt x="137159" y="511911"/>
                </a:lnTo>
                <a:lnTo>
                  <a:pt x="80329" y="468310"/>
                </a:lnTo>
                <a:lnTo>
                  <a:pt x="36728" y="411480"/>
                </a:lnTo>
                <a:lnTo>
                  <a:pt x="9320" y="345324"/>
                </a:lnTo>
                <a:lnTo>
                  <a:pt x="2347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2480" y="1630440"/>
            <a:ext cx="305435" cy="305435"/>
          </a:xfrm>
          <a:custGeom>
            <a:avLst/>
            <a:gdLst/>
            <a:ahLst/>
            <a:cxnLst/>
            <a:rect l="l" t="t" r="r" b="b"/>
            <a:pathLst>
              <a:path w="305435" h="305435">
                <a:moveTo>
                  <a:pt x="189356" y="241566"/>
                </a:moveTo>
                <a:lnTo>
                  <a:pt x="115557" y="241566"/>
                </a:lnTo>
                <a:lnTo>
                  <a:pt x="143281" y="297357"/>
                </a:lnTo>
                <a:lnTo>
                  <a:pt x="146875" y="304926"/>
                </a:lnTo>
                <a:lnTo>
                  <a:pt x="157683" y="304926"/>
                </a:lnTo>
                <a:lnTo>
                  <a:pt x="161632" y="297357"/>
                </a:lnTo>
                <a:lnTo>
                  <a:pt x="189356" y="241566"/>
                </a:lnTo>
                <a:close/>
              </a:path>
              <a:path w="305435" h="305435">
                <a:moveTo>
                  <a:pt x="50592" y="43206"/>
                </a:moveTo>
                <a:lnTo>
                  <a:pt x="45851" y="45856"/>
                </a:lnTo>
                <a:lnTo>
                  <a:pt x="43204" y="50597"/>
                </a:lnTo>
                <a:lnTo>
                  <a:pt x="43561" y="56514"/>
                </a:lnTo>
                <a:lnTo>
                  <a:pt x="63360" y="115557"/>
                </a:lnTo>
                <a:lnTo>
                  <a:pt x="7556" y="143281"/>
                </a:lnTo>
                <a:lnTo>
                  <a:pt x="0" y="147243"/>
                </a:lnTo>
                <a:lnTo>
                  <a:pt x="0" y="157683"/>
                </a:lnTo>
                <a:lnTo>
                  <a:pt x="7556" y="161645"/>
                </a:lnTo>
                <a:lnTo>
                  <a:pt x="63360" y="189356"/>
                </a:lnTo>
                <a:lnTo>
                  <a:pt x="43561" y="248399"/>
                </a:lnTo>
                <a:lnTo>
                  <a:pt x="43204" y="254322"/>
                </a:lnTo>
                <a:lnTo>
                  <a:pt x="45851" y="259064"/>
                </a:lnTo>
                <a:lnTo>
                  <a:pt x="50592" y="261715"/>
                </a:lnTo>
                <a:lnTo>
                  <a:pt x="56515" y="261365"/>
                </a:lnTo>
                <a:lnTo>
                  <a:pt x="115557" y="241566"/>
                </a:lnTo>
                <a:lnTo>
                  <a:pt x="259062" y="241566"/>
                </a:lnTo>
                <a:lnTo>
                  <a:pt x="254411" y="227698"/>
                </a:lnTo>
                <a:lnTo>
                  <a:pt x="152463" y="227698"/>
                </a:lnTo>
                <a:lnTo>
                  <a:pt x="124159" y="222164"/>
                </a:lnTo>
                <a:lnTo>
                  <a:pt x="99364" y="205562"/>
                </a:lnTo>
                <a:lnTo>
                  <a:pt x="82755" y="180767"/>
                </a:lnTo>
                <a:lnTo>
                  <a:pt x="77219" y="152463"/>
                </a:lnTo>
                <a:lnTo>
                  <a:pt x="82755" y="124159"/>
                </a:lnTo>
                <a:lnTo>
                  <a:pt x="99364" y="99364"/>
                </a:lnTo>
                <a:lnTo>
                  <a:pt x="124159" y="82755"/>
                </a:lnTo>
                <a:lnTo>
                  <a:pt x="152463" y="77219"/>
                </a:lnTo>
                <a:lnTo>
                  <a:pt x="254410" y="77219"/>
                </a:lnTo>
                <a:lnTo>
                  <a:pt x="259057" y="63360"/>
                </a:lnTo>
                <a:lnTo>
                  <a:pt x="115557" y="63360"/>
                </a:lnTo>
                <a:lnTo>
                  <a:pt x="56515" y="43561"/>
                </a:lnTo>
                <a:lnTo>
                  <a:pt x="50592" y="43206"/>
                </a:lnTo>
                <a:close/>
              </a:path>
              <a:path w="305435" h="305435">
                <a:moveTo>
                  <a:pt x="259062" y="241566"/>
                </a:moveTo>
                <a:lnTo>
                  <a:pt x="189356" y="241566"/>
                </a:lnTo>
                <a:lnTo>
                  <a:pt x="248399" y="261365"/>
                </a:lnTo>
                <a:lnTo>
                  <a:pt x="254122" y="261715"/>
                </a:lnTo>
                <a:lnTo>
                  <a:pt x="258795" y="259064"/>
                </a:lnTo>
                <a:lnTo>
                  <a:pt x="261509" y="254322"/>
                </a:lnTo>
                <a:lnTo>
                  <a:pt x="261353" y="248399"/>
                </a:lnTo>
                <a:lnTo>
                  <a:pt x="259062" y="241566"/>
                </a:lnTo>
                <a:close/>
              </a:path>
              <a:path w="305435" h="305435">
                <a:moveTo>
                  <a:pt x="254410" y="77219"/>
                </a:moveTo>
                <a:lnTo>
                  <a:pt x="152463" y="77219"/>
                </a:lnTo>
                <a:lnTo>
                  <a:pt x="180767" y="82755"/>
                </a:lnTo>
                <a:lnTo>
                  <a:pt x="205562" y="99364"/>
                </a:lnTo>
                <a:lnTo>
                  <a:pt x="222164" y="124159"/>
                </a:lnTo>
                <a:lnTo>
                  <a:pt x="227698" y="152463"/>
                </a:lnTo>
                <a:lnTo>
                  <a:pt x="222164" y="180767"/>
                </a:lnTo>
                <a:lnTo>
                  <a:pt x="205562" y="205562"/>
                </a:lnTo>
                <a:lnTo>
                  <a:pt x="180767" y="222164"/>
                </a:lnTo>
                <a:lnTo>
                  <a:pt x="152463" y="227698"/>
                </a:lnTo>
                <a:lnTo>
                  <a:pt x="254411" y="227698"/>
                </a:lnTo>
                <a:lnTo>
                  <a:pt x="241554" y="189356"/>
                </a:lnTo>
                <a:lnTo>
                  <a:pt x="297357" y="161645"/>
                </a:lnTo>
                <a:lnTo>
                  <a:pt x="304914" y="157683"/>
                </a:lnTo>
                <a:lnTo>
                  <a:pt x="304914" y="147243"/>
                </a:lnTo>
                <a:lnTo>
                  <a:pt x="297357" y="143281"/>
                </a:lnTo>
                <a:lnTo>
                  <a:pt x="241554" y="115557"/>
                </a:lnTo>
                <a:lnTo>
                  <a:pt x="254410" y="77219"/>
                </a:lnTo>
                <a:close/>
              </a:path>
              <a:path w="305435" h="305435">
                <a:moveTo>
                  <a:pt x="152641" y="96126"/>
                </a:moveTo>
                <a:lnTo>
                  <a:pt x="130596" y="100552"/>
                </a:lnTo>
                <a:lnTo>
                  <a:pt x="112633" y="112639"/>
                </a:lnTo>
                <a:lnTo>
                  <a:pt x="100541" y="130598"/>
                </a:lnTo>
                <a:lnTo>
                  <a:pt x="96113" y="152641"/>
                </a:lnTo>
                <a:lnTo>
                  <a:pt x="100541" y="174478"/>
                </a:lnTo>
                <a:lnTo>
                  <a:pt x="112633" y="192331"/>
                </a:lnTo>
                <a:lnTo>
                  <a:pt x="130596" y="204379"/>
                </a:lnTo>
                <a:lnTo>
                  <a:pt x="152641" y="208800"/>
                </a:lnTo>
                <a:lnTo>
                  <a:pt x="174478" y="204379"/>
                </a:lnTo>
                <a:lnTo>
                  <a:pt x="192331" y="192331"/>
                </a:lnTo>
                <a:lnTo>
                  <a:pt x="204379" y="174478"/>
                </a:lnTo>
                <a:lnTo>
                  <a:pt x="208800" y="152641"/>
                </a:lnTo>
                <a:lnTo>
                  <a:pt x="204379" y="130598"/>
                </a:lnTo>
                <a:lnTo>
                  <a:pt x="192331" y="112639"/>
                </a:lnTo>
                <a:lnTo>
                  <a:pt x="174478" y="100552"/>
                </a:lnTo>
                <a:lnTo>
                  <a:pt x="152641" y="96126"/>
                </a:lnTo>
                <a:close/>
              </a:path>
              <a:path w="305435" h="305435">
                <a:moveTo>
                  <a:pt x="157683" y="0"/>
                </a:moveTo>
                <a:lnTo>
                  <a:pt x="147243" y="0"/>
                </a:lnTo>
                <a:lnTo>
                  <a:pt x="143281" y="7556"/>
                </a:lnTo>
                <a:lnTo>
                  <a:pt x="115557" y="63360"/>
                </a:lnTo>
                <a:lnTo>
                  <a:pt x="189356" y="63360"/>
                </a:lnTo>
                <a:lnTo>
                  <a:pt x="161632" y="7556"/>
                </a:lnTo>
                <a:lnTo>
                  <a:pt x="157683" y="0"/>
                </a:lnTo>
                <a:close/>
              </a:path>
              <a:path w="305435" h="305435">
                <a:moveTo>
                  <a:pt x="254322" y="43206"/>
                </a:moveTo>
                <a:lnTo>
                  <a:pt x="248399" y="43561"/>
                </a:lnTo>
                <a:lnTo>
                  <a:pt x="189356" y="63360"/>
                </a:lnTo>
                <a:lnTo>
                  <a:pt x="259057" y="63360"/>
                </a:lnTo>
                <a:lnTo>
                  <a:pt x="261353" y="56514"/>
                </a:lnTo>
                <a:lnTo>
                  <a:pt x="261709" y="50597"/>
                </a:lnTo>
                <a:lnTo>
                  <a:pt x="259062" y="45856"/>
                </a:lnTo>
                <a:lnTo>
                  <a:pt x="254322" y="432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51343" y="2163802"/>
            <a:ext cx="9264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191919"/>
                </a:solidFill>
                <a:latin typeface="Calibri"/>
                <a:cs typeface="Calibri"/>
              </a:rPr>
              <a:t>Plan</a:t>
            </a:r>
            <a:r>
              <a:rPr sz="1600" b="1" spc="-8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diario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724" y="2559966"/>
            <a:ext cx="2350135" cy="921406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8900" marR="182880">
              <a:lnSpc>
                <a:spcPct val="100000"/>
              </a:lnSpc>
              <a:spcBef>
                <a:spcPts val="345"/>
              </a:spcBef>
            </a:pP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Tengo</a:t>
            </a:r>
            <a:r>
              <a:rPr sz="95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5" dirty="0">
                <a:solidFill>
                  <a:srgbClr val="191919"/>
                </a:solidFill>
                <a:latin typeface="Lucida Console"/>
                <a:cs typeface="Lucida Console"/>
              </a:rPr>
              <a:t>estos</a:t>
            </a:r>
            <a:r>
              <a:rPr sz="95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12</a:t>
            </a:r>
            <a:r>
              <a:rPr sz="95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pendientes</a:t>
            </a:r>
            <a:r>
              <a:rPr sz="950" spc="-3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65" dirty="0">
                <a:solidFill>
                  <a:srgbClr val="191919"/>
                </a:solidFill>
                <a:latin typeface="Lucida Console"/>
                <a:cs typeface="Lucida Console"/>
              </a:rPr>
              <a:t>[lista]. 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950" spc="-75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950" spc="-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5" dirty="0">
                <a:solidFill>
                  <a:srgbClr val="191919"/>
                </a:solidFill>
                <a:latin typeface="Lucida Console"/>
                <a:cs typeface="Lucida Console"/>
              </a:rPr>
              <a:t>día </a:t>
            </a:r>
            <a:r>
              <a:rPr sz="950" spc="-100" dirty="0">
                <a:solidFill>
                  <a:srgbClr val="191919"/>
                </a:solidFill>
                <a:latin typeface="Lucida Console"/>
                <a:cs typeface="Lucida Console"/>
              </a:rPr>
              <a:t>tiene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8 </a:t>
            </a:r>
            <a:r>
              <a:rPr sz="950" spc="-30" dirty="0">
                <a:solidFill>
                  <a:srgbClr val="191919"/>
                </a:solidFill>
                <a:latin typeface="Lucida Console"/>
                <a:cs typeface="Lucida Console"/>
              </a:rPr>
              <a:t>horas,</a:t>
            </a:r>
            <a:r>
              <a:rPr lang="es-AR" sz="950" spc="-3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30" dirty="0">
                <a:solidFill>
                  <a:srgbClr val="191919"/>
                </a:solidFill>
                <a:latin typeface="Lucida Console"/>
                <a:cs typeface="Lucida Console"/>
              </a:rPr>
              <a:t>2 </a:t>
            </a:r>
            <a:r>
              <a:rPr sz="950" spc="-135" dirty="0">
                <a:solidFill>
                  <a:srgbClr val="191919"/>
                </a:solidFill>
                <a:latin typeface="Lucida Console"/>
                <a:cs typeface="Lucida Console"/>
              </a:rPr>
              <a:t>visitas 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agendadas</a:t>
            </a:r>
            <a:r>
              <a:rPr sz="950" spc="-3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950" spc="-29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una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reunión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  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captador</a:t>
            </a:r>
            <a:r>
              <a:rPr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lang="es-AR"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Arm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a</a:t>
            </a:r>
            <a:r>
              <a:rPr lang="es-AR" sz="950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5" dirty="0">
                <a:solidFill>
                  <a:srgbClr val="191919"/>
                </a:solidFill>
                <a:latin typeface="Lucida Console"/>
                <a:cs typeface="Lucida Console"/>
              </a:rPr>
              <a:t>plan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00" dirty="0">
                <a:solidFill>
                  <a:srgbClr val="191919"/>
                </a:solidFill>
                <a:latin typeface="Lucida Console"/>
                <a:cs typeface="Lucida Console"/>
              </a:rPr>
              <a:t>día 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con 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horarios</a:t>
            </a:r>
            <a:r>
              <a:rPr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ordenado</a:t>
            </a:r>
            <a:r>
              <a:rPr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5" dirty="0">
                <a:solidFill>
                  <a:srgbClr val="191919"/>
                </a:solidFill>
                <a:latin typeface="Lucida Console"/>
                <a:cs typeface="Lucida Console"/>
              </a:rPr>
              <a:t>por  </a:t>
            </a:r>
            <a:r>
              <a:rPr sz="950" spc="-105" dirty="0" err="1">
                <a:solidFill>
                  <a:srgbClr val="191919"/>
                </a:solidFill>
                <a:latin typeface="Lucida Console"/>
                <a:cs typeface="Lucida Console"/>
              </a:rPr>
              <a:t>prioridad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sz="950" spc="-29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energía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requerida.</a:t>
            </a:r>
            <a:endParaRPr sz="950" dirty="0">
              <a:latin typeface="Lucida Console"/>
              <a:cs typeface="Lucida Conso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64115" y="1325526"/>
            <a:ext cx="2715895" cy="3291840"/>
          </a:xfrm>
          <a:custGeom>
            <a:avLst/>
            <a:gdLst/>
            <a:ahLst/>
            <a:cxnLst/>
            <a:rect l="l" t="t" r="r" b="b"/>
            <a:pathLst>
              <a:path w="2715895" h="329184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90" y="26679"/>
                </a:lnTo>
                <a:lnTo>
                  <a:pt x="67775" y="3148"/>
                </a:lnTo>
                <a:lnTo>
                  <a:pt x="91439" y="0"/>
                </a:lnTo>
                <a:lnTo>
                  <a:pt x="2624048" y="0"/>
                </a:lnTo>
                <a:lnTo>
                  <a:pt x="2669768" y="12230"/>
                </a:lnTo>
                <a:lnTo>
                  <a:pt x="2703245" y="45720"/>
                </a:lnTo>
                <a:lnTo>
                  <a:pt x="2715488" y="91439"/>
                </a:lnTo>
                <a:lnTo>
                  <a:pt x="2715844" y="3200031"/>
                </a:lnTo>
                <a:lnTo>
                  <a:pt x="2715045" y="3212038"/>
                </a:lnTo>
                <a:lnTo>
                  <a:pt x="2712694" y="3223706"/>
                </a:lnTo>
                <a:lnTo>
                  <a:pt x="2689163" y="3264792"/>
                </a:lnTo>
                <a:lnTo>
                  <a:pt x="2648073" y="3288323"/>
                </a:lnTo>
                <a:lnTo>
                  <a:pt x="91439" y="3291840"/>
                </a:lnTo>
                <a:lnTo>
                  <a:pt x="45720" y="3279597"/>
                </a:lnTo>
                <a:lnTo>
                  <a:pt x="12242" y="3246120"/>
                </a:lnTo>
                <a:lnTo>
                  <a:pt x="0" y="3200400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47717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20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7" y="441397"/>
                </a:lnTo>
                <a:lnTo>
                  <a:pt x="107242" y="491916"/>
                </a:lnTo>
                <a:lnTo>
                  <a:pt x="169424" y="527830"/>
                </a:lnTo>
                <a:lnTo>
                  <a:pt x="238411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399" y="491916"/>
                </a:lnTo>
                <a:lnTo>
                  <a:pt x="491927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7" y="107235"/>
                </a:lnTo>
                <a:lnTo>
                  <a:pt x="441399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47717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20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7" y="80317"/>
                </a:lnTo>
                <a:lnTo>
                  <a:pt x="137160" y="36715"/>
                </a:lnTo>
                <a:lnTo>
                  <a:pt x="203311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80" y="36715"/>
                </a:lnTo>
                <a:lnTo>
                  <a:pt x="468317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17" y="468310"/>
                </a:lnTo>
                <a:lnTo>
                  <a:pt x="411480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1" y="539324"/>
                </a:lnTo>
                <a:lnTo>
                  <a:pt x="137160" y="511911"/>
                </a:lnTo>
                <a:lnTo>
                  <a:pt x="80327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09719" y="1632967"/>
            <a:ext cx="225425" cy="300355"/>
          </a:xfrm>
          <a:custGeom>
            <a:avLst/>
            <a:gdLst/>
            <a:ahLst/>
            <a:cxnLst/>
            <a:rect l="l" t="t" r="r" b="b"/>
            <a:pathLst>
              <a:path w="225425" h="300355">
                <a:moveTo>
                  <a:pt x="112687" y="0"/>
                </a:moveTo>
                <a:lnTo>
                  <a:pt x="97966" y="2912"/>
                </a:lnTo>
                <a:lnTo>
                  <a:pt x="85948" y="10885"/>
                </a:lnTo>
                <a:lnTo>
                  <a:pt x="77848" y="22776"/>
                </a:lnTo>
                <a:lnTo>
                  <a:pt x="74879" y="37439"/>
                </a:lnTo>
                <a:lnTo>
                  <a:pt x="28079" y="37439"/>
                </a:lnTo>
                <a:lnTo>
                  <a:pt x="17161" y="39649"/>
                </a:lnTo>
                <a:lnTo>
                  <a:pt x="8234" y="45673"/>
                </a:lnTo>
                <a:lnTo>
                  <a:pt x="2210" y="54600"/>
                </a:lnTo>
                <a:lnTo>
                  <a:pt x="0" y="65519"/>
                </a:lnTo>
                <a:lnTo>
                  <a:pt x="0" y="271792"/>
                </a:lnTo>
                <a:lnTo>
                  <a:pt x="2210" y="282711"/>
                </a:lnTo>
                <a:lnTo>
                  <a:pt x="8234" y="291638"/>
                </a:lnTo>
                <a:lnTo>
                  <a:pt x="17161" y="297662"/>
                </a:lnTo>
                <a:lnTo>
                  <a:pt x="28079" y="299872"/>
                </a:lnTo>
                <a:lnTo>
                  <a:pt x="196926" y="299872"/>
                </a:lnTo>
                <a:lnTo>
                  <a:pt x="207839" y="297662"/>
                </a:lnTo>
                <a:lnTo>
                  <a:pt x="216766" y="291638"/>
                </a:lnTo>
                <a:lnTo>
                  <a:pt x="222793" y="282711"/>
                </a:lnTo>
                <a:lnTo>
                  <a:pt x="225005" y="271792"/>
                </a:lnTo>
                <a:lnTo>
                  <a:pt x="225005" y="248399"/>
                </a:lnTo>
                <a:lnTo>
                  <a:pt x="48602" y="248399"/>
                </a:lnTo>
                <a:lnTo>
                  <a:pt x="42125" y="242277"/>
                </a:lnTo>
                <a:lnTo>
                  <a:pt x="42125" y="226428"/>
                </a:lnTo>
                <a:lnTo>
                  <a:pt x="48602" y="220319"/>
                </a:lnTo>
                <a:lnTo>
                  <a:pt x="225005" y="220319"/>
                </a:lnTo>
                <a:lnTo>
                  <a:pt x="225005" y="192239"/>
                </a:lnTo>
                <a:lnTo>
                  <a:pt x="48602" y="192239"/>
                </a:lnTo>
                <a:lnTo>
                  <a:pt x="42125" y="185750"/>
                </a:lnTo>
                <a:lnTo>
                  <a:pt x="42125" y="170268"/>
                </a:lnTo>
                <a:lnTo>
                  <a:pt x="48602" y="164160"/>
                </a:lnTo>
                <a:lnTo>
                  <a:pt x="225005" y="164160"/>
                </a:lnTo>
                <a:lnTo>
                  <a:pt x="225005" y="135712"/>
                </a:lnTo>
                <a:lnTo>
                  <a:pt x="48602" y="135712"/>
                </a:lnTo>
                <a:lnTo>
                  <a:pt x="42125" y="129590"/>
                </a:lnTo>
                <a:lnTo>
                  <a:pt x="42125" y="114109"/>
                </a:lnTo>
                <a:lnTo>
                  <a:pt x="48602" y="107632"/>
                </a:lnTo>
                <a:lnTo>
                  <a:pt x="225005" y="107632"/>
                </a:lnTo>
                <a:lnTo>
                  <a:pt x="225005" y="65519"/>
                </a:lnTo>
                <a:lnTo>
                  <a:pt x="222793" y="54600"/>
                </a:lnTo>
                <a:lnTo>
                  <a:pt x="220682" y="51473"/>
                </a:lnTo>
                <a:lnTo>
                  <a:pt x="104762" y="51473"/>
                </a:lnTo>
                <a:lnTo>
                  <a:pt x="98285" y="45351"/>
                </a:lnTo>
                <a:lnTo>
                  <a:pt x="98285" y="29514"/>
                </a:lnTo>
                <a:lnTo>
                  <a:pt x="104762" y="23393"/>
                </a:lnTo>
                <a:lnTo>
                  <a:pt x="147285" y="23393"/>
                </a:lnTo>
                <a:lnTo>
                  <a:pt x="147161" y="22776"/>
                </a:lnTo>
                <a:lnTo>
                  <a:pt x="139098" y="10885"/>
                </a:lnTo>
                <a:lnTo>
                  <a:pt x="127189" y="2912"/>
                </a:lnTo>
                <a:lnTo>
                  <a:pt x="112687" y="0"/>
                </a:lnTo>
                <a:close/>
              </a:path>
              <a:path w="225425" h="300355">
                <a:moveTo>
                  <a:pt x="225005" y="220319"/>
                </a:moveTo>
                <a:lnTo>
                  <a:pt x="64084" y="220319"/>
                </a:lnTo>
                <a:lnTo>
                  <a:pt x="70205" y="226428"/>
                </a:lnTo>
                <a:lnTo>
                  <a:pt x="70205" y="242277"/>
                </a:lnTo>
                <a:lnTo>
                  <a:pt x="64084" y="248399"/>
                </a:lnTo>
                <a:lnTo>
                  <a:pt x="225005" y="248399"/>
                </a:lnTo>
                <a:lnTo>
                  <a:pt x="225005" y="243712"/>
                </a:lnTo>
                <a:lnTo>
                  <a:pt x="95758" y="243712"/>
                </a:lnTo>
                <a:lnTo>
                  <a:pt x="93599" y="241554"/>
                </a:lnTo>
                <a:lnTo>
                  <a:pt x="93599" y="227152"/>
                </a:lnTo>
                <a:lnTo>
                  <a:pt x="95758" y="224993"/>
                </a:lnTo>
                <a:lnTo>
                  <a:pt x="225005" y="224993"/>
                </a:lnTo>
                <a:lnTo>
                  <a:pt x="225005" y="220319"/>
                </a:lnTo>
                <a:close/>
              </a:path>
              <a:path w="225425" h="300355">
                <a:moveTo>
                  <a:pt x="225005" y="224993"/>
                </a:moveTo>
                <a:lnTo>
                  <a:pt x="185394" y="224993"/>
                </a:lnTo>
                <a:lnTo>
                  <a:pt x="187566" y="227152"/>
                </a:lnTo>
                <a:lnTo>
                  <a:pt x="187566" y="241554"/>
                </a:lnTo>
                <a:lnTo>
                  <a:pt x="185394" y="243712"/>
                </a:lnTo>
                <a:lnTo>
                  <a:pt x="225005" y="243712"/>
                </a:lnTo>
                <a:lnTo>
                  <a:pt x="225005" y="224993"/>
                </a:lnTo>
                <a:close/>
              </a:path>
              <a:path w="225425" h="300355">
                <a:moveTo>
                  <a:pt x="225005" y="164160"/>
                </a:moveTo>
                <a:lnTo>
                  <a:pt x="64084" y="164160"/>
                </a:lnTo>
                <a:lnTo>
                  <a:pt x="70205" y="170268"/>
                </a:lnTo>
                <a:lnTo>
                  <a:pt x="70205" y="185750"/>
                </a:lnTo>
                <a:lnTo>
                  <a:pt x="64084" y="192239"/>
                </a:lnTo>
                <a:lnTo>
                  <a:pt x="225005" y="192239"/>
                </a:lnTo>
                <a:lnTo>
                  <a:pt x="225005" y="187553"/>
                </a:lnTo>
                <a:lnTo>
                  <a:pt x="95758" y="187553"/>
                </a:lnTo>
                <a:lnTo>
                  <a:pt x="93599" y="185394"/>
                </a:lnTo>
                <a:lnTo>
                  <a:pt x="93599" y="170637"/>
                </a:lnTo>
                <a:lnTo>
                  <a:pt x="95758" y="168833"/>
                </a:lnTo>
                <a:lnTo>
                  <a:pt x="225005" y="168833"/>
                </a:lnTo>
                <a:lnTo>
                  <a:pt x="225005" y="164160"/>
                </a:lnTo>
                <a:close/>
              </a:path>
              <a:path w="225425" h="300355">
                <a:moveTo>
                  <a:pt x="225005" y="168833"/>
                </a:moveTo>
                <a:lnTo>
                  <a:pt x="185394" y="168833"/>
                </a:lnTo>
                <a:lnTo>
                  <a:pt x="187566" y="170637"/>
                </a:lnTo>
                <a:lnTo>
                  <a:pt x="187566" y="185394"/>
                </a:lnTo>
                <a:lnTo>
                  <a:pt x="185394" y="187553"/>
                </a:lnTo>
                <a:lnTo>
                  <a:pt x="225005" y="187553"/>
                </a:lnTo>
                <a:lnTo>
                  <a:pt x="225005" y="168833"/>
                </a:lnTo>
                <a:close/>
              </a:path>
              <a:path w="225425" h="300355">
                <a:moveTo>
                  <a:pt x="225005" y="107632"/>
                </a:moveTo>
                <a:lnTo>
                  <a:pt x="64084" y="107632"/>
                </a:lnTo>
                <a:lnTo>
                  <a:pt x="70205" y="114109"/>
                </a:lnTo>
                <a:lnTo>
                  <a:pt x="70205" y="129590"/>
                </a:lnTo>
                <a:lnTo>
                  <a:pt x="64084" y="135712"/>
                </a:lnTo>
                <a:lnTo>
                  <a:pt x="225005" y="135712"/>
                </a:lnTo>
                <a:lnTo>
                  <a:pt x="225005" y="131038"/>
                </a:lnTo>
                <a:lnTo>
                  <a:pt x="95758" y="131038"/>
                </a:lnTo>
                <a:lnTo>
                  <a:pt x="93599" y="129235"/>
                </a:lnTo>
                <a:lnTo>
                  <a:pt x="93599" y="114477"/>
                </a:lnTo>
                <a:lnTo>
                  <a:pt x="95758" y="112318"/>
                </a:lnTo>
                <a:lnTo>
                  <a:pt x="225005" y="112318"/>
                </a:lnTo>
                <a:lnTo>
                  <a:pt x="225005" y="107632"/>
                </a:lnTo>
                <a:close/>
              </a:path>
              <a:path w="225425" h="300355">
                <a:moveTo>
                  <a:pt x="225005" y="112318"/>
                </a:moveTo>
                <a:lnTo>
                  <a:pt x="185394" y="112318"/>
                </a:lnTo>
                <a:lnTo>
                  <a:pt x="187566" y="114477"/>
                </a:lnTo>
                <a:lnTo>
                  <a:pt x="187566" y="129235"/>
                </a:lnTo>
                <a:lnTo>
                  <a:pt x="185394" y="131038"/>
                </a:lnTo>
                <a:lnTo>
                  <a:pt x="225005" y="131038"/>
                </a:lnTo>
                <a:lnTo>
                  <a:pt x="225005" y="112318"/>
                </a:lnTo>
                <a:close/>
              </a:path>
              <a:path w="225425" h="300355">
                <a:moveTo>
                  <a:pt x="147285" y="23393"/>
                </a:moveTo>
                <a:lnTo>
                  <a:pt x="120243" y="23393"/>
                </a:lnTo>
                <a:lnTo>
                  <a:pt x="126720" y="29514"/>
                </a:lnTo>
                <a:lnTo>
                  <a:pt x="126720" y="45351"/>
                </a:lnTo>
                <a:lnTo>
                  <a:pt x="120243" y="51473"/>
                </a:lnTo>
                <a:lnTo>
                  <a:pt x="220682" y="51473"/>
                </a:lnTo>
                <a:lnTo>
                  <a:pt x="216766" y="45673"/>
                </a:lnTo>
                <a:lnTo>
                  <a:pt x="207839" y="39649"/>
                </a:lnTo>
                <a:lnTo>
                  <a:pt x="196926" y="37439"/>
                </a:lnTo>
                <a:lnTo>
                  <a:pt x="150126" y="37439"/>
                </a:lnTo>
                <a:lnTo>
                  <a:pt x="147285" y="233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40658" y="2163802"/>
            <a:ext cx="176212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Resumen </a:t>
            </a:r>
            <a:r>
              <a:rPr sz="1600" b="1" spc="-5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600" b="1" spc="-7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reunión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6995" y="2559966"/>
            <a:ext cx="2350135" cy="921406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8900" marR="127000">
              <a:lnSpc>
                <a:spcPct val="100000"/>
              </a:lnSpc>
              <a:spcBef>
                <a:spcPts val="345"/>
              </a:spcBef>
            </a:pP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Te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paso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una </a:t>
            </a:r>
            <a:r>
              <a:rPr sz="950" spc="-55" dirty="0">
                <a:solidFill>
                  <a:srgbClr val="191919"/>
                </a:solidFill>
                <a:latin typeface="Lucida Console"/>
                <a:cs typeface="Lucida Console"/>
              </a:rPr>
              <a:t>grabación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/  </a:t>
            </a:r>
            <a:r>
              <a:rPr sz="950" spc="-105" dirty="0">
                <a:solidFill>
                  <a:srgbClr val="191919"/>
                </a:solidFill>
                <a:latin typeface="Lucida Console"/>
                <a:cs typeface="Lucida Console"/>
              </a:rPr>
              <a:t>transcripción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i</a:t>
            </a:r>
            <a:r>
              <a:rPr lang="es-AR"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reunión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el  </a:t>
            </a:r>
            <a:r>
              <a:rPr sz="950" spc="-125" dirty="0">
                <a:solidFill>
                  <a:srgbClr val="191919"/>
                </a:solidFill>
                <a:latin typeface="Lucida Console"/>
                <a:cs typeface="Lucida Console"/>
              </a:rPr>
              <a:t>cliente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X.</a:t>
            </a:r>
            <a:r>
              <a:rPr lang="es-AR"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 err="1">
                <a:solidFill>
                  <a:srgbClr val="191919"/>
                </a:solidFill>
                <a:latin typeface="Lucida Console"/>
                <a:cs typeface="Lucida Console"/>
              </a:rPr>
              <a:t>Saca</a:t>
            </a:r>
            <a:r>
              <a:rPr sz="950" spc="-229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lang="es-AR"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n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:</a:t>
            </a:r>
            <a:r>
              <a:rPr lang="es-AR"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5" dirty="0">
                <a:solidFill>
                  <a:srgbClr val="191919"/>
                </a:solidFill>
                <a:latin typeface="Lucida Console"/>
                <a:cs typeface="Lucida Console"/>
              </a:rPr>
              <a:t>5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5" dirty="0">
                <a:solidFill>
                  <a:srgbClr val="191919"/>
                </a:solidFill>
                <a:latin typeface="Lucida Console"/>
                <a:cs typeface="Lucida Console"/>
              </a:rPr>
              <a:t>puntos</a:t>
            </a:r>
            <a:r>
              <a:rPr sz="95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clave,  </a:t>
            </a:r>
            <a:r>
              <a:rPr sz="95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decisiones</a:t>
            </a:r>
            <a:r>
              <a:rPr sz="950" spc="-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tom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adas</a:t>
            </a:r>
            <a:r>
              <a:rPr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,</a:t>
            </a:r>
            <a:r>
              <a:rPr lang="es-AR" sz="950" spc="-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0" dirty="0" err="1">
                <a:solidFill>
                  <a:srgbClr val="191919"/>
                </a:solidFill>
                <a:latin typeface="Lucida Console"/>
                <a:cs typeface="Lucida Console"/>
              </a:rPr>
              <a:t>próxim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os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pasos,</a:t>
            </a:r>
            <a:r>
              <a:rPr lang="es-AR"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y</a:t>
            </a:r>
            <a:r>
              <a:rPr lang="es-AR"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8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dirty="0">
                <a:solidFill>
                  <a:srgbClr val="191919"/>
                </a:solidFill>
                <a:latin typeface="Lucida Console"/>
                <a:cs typeface="Lucida Console"/>
              </a:rPr>
              <a:t>em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ail</a:t>
            </a:r>
            <a:r>
              <a:rPr lang="es-AR"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de</a:t>
            </a:r>
            <a:r>
              <a:rPr sz="950" spc="-27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folow</a:t>
            </a:r>
            <a:r>
              <a:rPr sz="950" spc="-38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70" dirty="0">
                <a:solidFill>
                  <a:srgbClr val="191919"/>
                </a:solidFill>
                <a:latin typeface="Lucida Console"/>
                <a:cs typeface="Lucida Console"/>
              </a:rPr>
              <a:t>-up</a:t>
            </a:r>
            <a:r>
              <a:rPr sz="950" spc="-25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85" dirty="0">
                <a:solidFill>
                  <a:srgbClr val="191919"/>
                </a:solidFill>
                <a:latin typeface="Lucida Console"/>
                <a:cs typeface="Lucida Console"/>
              </a:rPr>
              <a:t>listo  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950" spc="-3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lang="es-AR" sz="950" spc="-3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80" dirty="0" err="1">
                <a:solidFill>
                  <a:srgbClr val="191919"/>
                </a:solidFill>
                <a:latin typeface="Lucida Console"/>
                <a:cs typeface="Lucida Console"/>
              </a:rPr>
              <a:t>envia</a:t>
            </a:r>
            <a:r>
              <a:rPr lang="es-AR"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r</a:t>
            </a: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endParaRPr sz="950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71399" y="1325526"/>
            <a:ext cx="2715895" cy="3291840"/>
          </a:xfrm>
          <a:custGeom>
            <a:avLst/>
            <a:gdLst/>
            <a:ahLst/>
            <a:cxnLst/>
            <a:rect l="l" t="t" r="r" b="b"/>
            <a:pathLst>
              <a:path w="2715895" h="3291840">
                <a:moveTo>
                  <a:pt x="0" y="91439"/>
                </a:moveTo>
                <a:lnTo>
                  <a:pt x="798" y="79433"/>
                </a:lnTo>
                <a:lnTo>
                  <a:pt x="3149" y="67765"/>
                </a:lnTo>
                <a:lnTo>
                  <a:pt x="26681" y="26679"/>
                </a:lnTo>
                <a:lnTo>
                  <a:pt x="67770" y="3148"/>
                </a:lnTo>
                <a:lnTo>
                  <a:pt x="91439" y="0"/>
                </a:lnTo>
                <a:lnTo>
                  <a:pt x="2624035" y="0"/>
                </a:lnTo>
                <a:lnTo>
                  <a:pt x="2669755" y="12230"/>
                </a:lnTo>
                <a:lnTo>
                  <a:pt x="2703245" y="45720"/>
                </a:lnTo>
                <a:lnTo>
                  <a:pt x="2715475" y="91439"/>
                </a:lnTo>
                <a:lnTo>
                  <a:pt x="2715844" y="3200031"/>
                </a:lnTo>
                <a:lnTo>
                  <a:pt x="2715045" y="3212038"/>
                </a:lnTo>
                <a:lnTo>
                  <a:pt x="2712694" y="3223706"/>
                </a:lnTo>
                <a:lnTo>
                  <a:pt x="2689153" y="3264792"/>
                </a:lnTo>
                <a:lnTo>
                  <a:pt x="2648069" y="3288323"/>
                </a:lnTo>
                <a:lnTo>
                  <a:pt x="91439" y="3291840"/>
                </a:lnTo>
                <a:lnTo>
                  <a:pt x="45720" y="3279597"/>
                </a:lnTo>
                <a:lnTo>
                  <a:pt x="12242" y="3246120"/>
                </a:lnTo>
                <a:lnTo>
                  <a:pt x="0" y="3200400"/>
                </a:lnTo>
                <a:lnTo>
                  <a:pt x="0" y="91439"/>
                </a:lnTo>
                <a:close/>
              </a:path>
            </a:pathLst>
          </a:custGeom>
          <a:ln w="1907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55002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06" y="9313"/>
                </a:lnTo>
                <a:lnTo>
                  <a:pt x="137160" y="36715"/>
                </a:lnTo>
                <a:lnTo>
                  <a:pt x="80322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20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2" y="441397"/>
                </a:lnTo>
                <a:lnTo>
                  <a:pt x="107240" y="491916"/>
                </a:lnTo>
                <a:lnTo>
                  <a:pt x="169422" y="527830"/>
                </a:lnTo>
                <a:lnTo>
                  <a:pt x="238406" y="546294"/>
                </a:lnTo>
                <a:lnTo>
                  <a:pt x="274320" y="548640"/>
                </a:lnTo>
                <a:lnTo>
                  <a:pt x="310228" y="546294"/>
                </a:lnTo>
                <a:lnTo>
                  <a:pt x="379215" y="527830"/>
                </a:lnTo>
                <a:lnTo>
                  <a:pt x="441397" y="491916"/>
                </a:lnTo>
                <a:lnTo>
                  <a:pt x="491916" y="441397"/>
                </a:lnTo>
                <a:lnTo>
                  <a:pt x="527830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0" y="169422"/>
                </a:lnTo>
                <a:lnTo>
                  <a:pt x="491916" y="107235"/>
                </a:lnTo>
                <a:lnTo>
                  <a:pt x="441397" y="56710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55002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0" y="274320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2" y="80317"/>
                </a:lnTo>
                <a:lnTo>
                  <a:pt x="137160" y="36715"/>
                </a:lnTo>
                <a:lnTo>
                  <a:pt x="203306" y="9313"/>
                </a:lnTo>
                <a:lnTo>
                  <a:pt x="274320" y="0"/>
                </a:lnTo>
                <a:lnTo>
                  <a:pt x="345328" y="9313"/>
                </a:lnTo>
                <a:lnTo>
                  <a:pt x="411479" y="36715"/>
                </a:lnTo>
                <a:lnTo>
                  <a:pt x="468310" y="80317"/>
                </a:lnTo>
                <a:lnTo>
                  <a:pt x="511911" y="137160"/>
                </a:lnTo>
                <a:lnTo>
                  <a:pt x="539324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4" y="345324"/>
                </a:lnTo>
                <a:lnTo>
                  <a:pt x="511911" y="411480"/>
                </a:lnTo>
                <a:lnTo>
                  <a:pt x="468310" y="468310"/>
                </a:lnTo>
                <a:lnTo>
                  <a:pt x="411479" y="511911"/>
                </a:lnTo>
                <a:lnTo>
                  <a:pt x="345328" y="539324"/>
                </a:lnTo>
                <a:lnTo>
                  <a:pt x="274320" y="548640"/>
                </a:lnTo>
                <a:lnTo>
                  <a:pt x="203306" y="539324"/>
                </a:lnTo>
                <a:lnTo>
                  <a:pt x="137160" y="511911"/>
                </a:lnTo>
                <a:lnTo>
                  <a:pt x="80322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78573" y="1632249"/>
            <a:ext cx="300990" cy="301625"/>
          </a:xfrm>
          <a:custGeom>
            <a:avLst/>
            <a:gdLst/>
            <a:ahLst/>
            <a:cxnLst/>
            <a:rect l="l" t="t" r="r" b="b"/>
            <a:pathLst>
              <a:path w="300990" h="301625">
                <a:moveTo>
                  <a:pt x="293823" y="59037"/>
                </a:moveTo>
                <a:lnTo>
                  <a:pt x="243268" y="59037"/>
                </a:lnTo>
                <a:lnTo>
                  <a:pt x="247942" y="63355"/>
                </a:lnTo>
                <a:lnTo>
                  <a:pt x="245427" y="66949"/>
                </a:lnTo>
                <a:lnTo>
                  <a:pt x="103581" y="239389"/>
                </a:lnTo>
                <a:lnTo>
                  <a:pt x="103581" y="286913"/>
                </a:lnTo>
                <a:lnTo>
                  <a:pt x="106298" y="295714"/>
                </a:lnTo>
                <a:lnTo>
                  <a:pt x="112896" y="300637"/>
                </a:lnTo>
                <a:lnTo>
                  <a:pt x="121047" y="301038"/>
                </a:lnTo>
                <a:lnTo>
                  <a:pt x="128422" y="296273"/>
                </a:lnTo>
                <a:lnTo>
                  <a:pt x="165862" y="250553"/>
                </a:lnTo>
                <a:lnTo>
                  <a:pt x="262089" y="250553"/>
                </a:lnTo>
                <a:lnTo>
                  <a:pt x="293823" y="59037"/>
                </a:lnTo>
                <a:close/>
              </a:path>
              <a:path w="300990" h="301625">
                <a:moveTo>
                  <a:pt x="262089" y="250553"/>
                </a:moveTo>
                <a:lnTo>
                  <a:pt x="165862" y="250553"/>
                </a:lnTo>
                <a:lnTo>
                  <a:pt x="239306" y="281515"/>
                </a:lnTo>
                <a:lnTo>
                  <a:pt x="245583" y="282609"/>
                </a:lnTo>
                <a:lnTo>
                  <a:pt x="251456" y="280836"/>
                </a:lnTo>
                <a:lnTo>
                  <a:pt x="256115" y="276700"/>
                </a:lnTo>
                <a:lnTo>
                  <a:pt x="258749" y="270708"/>
                </a:lnTo>
                <a:lnTo>
                  <a:pt x="262089" y="250553"/>
                </a:lnTo>
                <a:close/>
              </a:path>
              <a:path w="300990" h="301625">
                <a:moveTo>
                  <a:pt x="287804" y="0"/>
                </a:moveTo>
                <a:lnTo>
                  <a:pt x="279984" y="1798"/>
                </a:lnTo>
                <a:lnTo>
                  <a:pt x="7112" y="159113"/>
                </a:lnTo>
                <a:lnTo>
                  <a:pt x="1464" y="165081"/>
                </a:lnTo>
                <a:lnTo>
                  <a:pt x="0" y="172567"/>
                </a:lnTo>
                <a:lnTo>
                  <a:pt x="2450" y="179717"/>
                </a:lnTo>
                <a:lnTo>
                  <a:pt x="8547" y="184678"/>
                </a:lnTo>
                <a:lnTo>
                  <a:pt x="71183" y="210954"/>
                </a:lnTo>
                <a:lnTo>
                  <a:pt x="243268" y="59037"/>
                </a:lnTo>
                <a:lnTo>
                  <a:pt x="293823" y="59037"/>
                </a:lnTo>
                <a:lnTo>
                  <a:pt x="300863" y="16555"/>
                </a:lnTo>
                <a:lnTo>
                  <a:pt x="299929" y="8424"/>
                </a:lnTo>
                <a:lnTo>
                  <a:pt x="295014" y="2557"/>
                </a:lnTo>
                <a:lnTo>
                  <a:pt x="287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27139" y="2163802"/>
            <a:ext cx="160337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Follow-up </a:t>
            </a:r>
            <a:r>
              <a:rPr sz="1600" b="1" spc="-5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600" b="1" spc="-9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191919"/>
                </a:solidFill>
                <a:latin typeface="Calibri"/>
                <a:cs typeface="Calibri"/>
              </a:rPr>
              <a:t>leads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54280" y="2559966"/>
            <a:ext cx="2350135" cy="775212"/>
          </a:xfrm>
          <a:prstGeom prst="rect">
            <a:avLst/>
          </a:prstGeom>
          <a:solidFill>
            <a:srgbClr val="F4F0EC"/>
          </a:solidFill>
          <a:ln w="3959">
            <a:solidFill>
              <a:srgbClr val="D9D9D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8900" marR="155575">
              <a:lnSpc>
                <a:spcPct val="100000"/>
              </a:lnSpc>
              <a:spcBef>
                <a:spcPts val="345"/>
              </a:spcBef>
            </a:pPr>
            <a:r>
              <a:rPr sz="950" spc="-80" dirty="0">
                <a:solidFill>
                  <a:srgbClr val="191919"/>
                </a:solidFill>
                <a:latin typeface="Lucida Console"/>
                <a:cs typeface="Lucida Console"/>
              </a:rPr>
              <a:t>Te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5" dirty="0">
                <a:solidFill>
                  <a:srgbClr val="191919"/>
                </a:solidFill>
                <a:latin typeface="Lucida Console"/>
                <a:cs typeface="Lucida Console"/>
              </a:rPr>
              <a:t>paso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10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5" dirty="0">
                <a:solidFill>
                  <a:srgbClr val="191919"/>
                </a:solidFill>
                <a:latin typeface="Lucida Console"/>
                <a:cs typeface="Lucida Console"/>
              </a:rPr>
              <a:t>leads</a:t>
            </a:r>
            <a:r>
              <a:rPr sz="95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con</a:t>
            </a:r>
            <a:r>
              <a:rPr sz="950" spc="-254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20" dirty="0">
                <a:solidFill>
                  <a:srgbClr val="191919"/>
                </a:solidFill>
                <a:latin typeface="Lucida Console"/>
                <a:cs typeface="Lucida Console"/>
              </a:rPr>
              <a:t>sus</a:t>
            </a:r>
            <a:r>
              <a:rPr sz="950" spc="-360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35" dirty="0">
                <a:solidFill>
                  <a:srgbClr val="191919"/>
                </a:solidFill>
                <a:latin typeface="Lucida Console"/>
                <a:cs typeface="Lucida Console"/>
              </a:rPr>
              <a:t>datos</a:t>
            </a:r>
            <a:r>
              <a:rPr sz="950" spc="-3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y  </a:t>
            </a:r>
            <a:r>
              <a:rPr sz="950" spc="-165" dirty="0">
                <a:solidFill>
                  <a:srgbClr val="191919"/>
                </a:solidFill>
                <a:latin typeface="Lucida Console"/>
                <a:cs typeface="Lucida Console"/>
              </a:rPr>
              <a:t>últim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a </a:t>
            </a:r>
            <a:r>
              <a:rPr sz="95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conversación</a:t>
            </a:r>
            <a:r>
              <a:rPr sz="950" spc="-45" dirty="0">
                <a:solidFill>
                  <a:srgbClr val="191919"/>
                </a:solidFill>
                <a:latin typeface="Lucida Console"/>
                <a:cs typeface="Lucida Console"/>
              </a:rPr>
              <a:t>.</a:t>
            </a:r>
            <a:r>
              <a:rPr lang="es-AR" sz="950" spc="-4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5" dirty="0" err="1">
                <a:solidFill>
                  <a:srgbClr val="191919"/>
                </a:solidFill>
                <a:latin typeface="Lucida Console"/>
                <a:cs typeface="Lucida Console"/>
              </a:rPr>
              <a:t>C</a:t>
            </a:r>
            <a:r>
              <a:rPr sz="950" spc="-150" dirty="0" err="1">
                <a:solidFill>
                  <a:srgbClr val="191919"/>
                </a:solidFill>
                <a:latin typeface="Lucida Console"/>
                <a:cs typeface="Lucida Console"/>
              </a:rPr>
              <a:t>lasificalos</a:t>
            </a:r>
            <a:r>
              <a:rPr sz="950" spc="-150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sz="950" spc="5" dirty="0">
                <a:solidFill>
                  <a:srgbClr val="191919"/>
                </a:solidFill>
                <a:latin typeface="Lucida Console"/>
                <a:cs typeface="Lucida Console"/>
              </a:rPr>
              <a:t>por</a:t>
            </a:r>
            <a:r>
              <a:rPr lang="es-AR" sz="950" spc="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5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65" dirty="0">
                <a:solidFill>
                  <a:srgbClr val="191919"/>
                </a:solidFill>
                <a:latin typeface="Lucida Console"/>
                <a:cs typeface="Lucida Console"/>
              </a:rPr>
              <a:t>urgencia</a:t>
            </a:r>
            <a:r>
              <a:rPr sz="95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20" dirty="0">
                <a:solidFill>
                  <a:srgbClr val="191919"/>
                </a:solidFill>
                <a:latin typeface="Lucida Console"/>
                <a:cs typeface="Lucida Console"/>
              </a:rPr>
              <a:t>(caliente</a:t>
            </a:r>
            <a:r>
              <a:rPr sz="95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30" dirty="0">
                <a:solidFill>
                  <a:srgbClr val="191919"/>
                </a:solidFill>
                <a:latin typeface="Lucida Console"/>
                <a:cs typeface="Lucida Console"/>
              </a:rPr>
              <a:t>/tibio</a:t>
            </a:r>
            <a:r>
              <a:rPr sz="950" spc="-26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14" dirty="0">
                <a:solidFill>
                  <a:srgbClr val="191919"/>
                </a:solidFill>
                <a:latin typeface="Lucida Console"/>
                <a:cs typeface="Lucida Console"/>
              </a:rPr>
              <a:t>/frío)  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y </a:t>
            </a:r>
            <a:r>
              <a:rPr sz="950" spc="-70" dirty="0" err="1">
                <a:solidFill>
                  <a:srgbClr val="191919"/>
                </a:solidFill>
                <a:latin typeface="Lucida Console"/>
                <a:cs typeface="Lucida Console"/>
              </a:rPr>
              <a:t>arm</a:t>
            </a:r>
            <a:r>
              <a:rPr sz="950" dirty="0" err="1">
                <a:solidFill>
                  <a:srgbClr val="191919"/>
                </a:solidFill>
                <a:latin typeface="Lucida Console"/>
                <a:cs typeface="Lucida Console"/>
              </a:rPr>
              <a:t>am</a:t>
            </a:r>
            <a:r>
              <a:rPr sz="95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e</a:t>
            </a:r>
            <a:r>
              <a:rPr sz="950" spc="-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10" dirty="0">
                <a:solidFill>
                  <a:srgbClr val="191919"/>
                </a:solidFill>
                <a:latin typeface="Lucida Console"/>
                <a:cs typeface="Lucida Console"/>
              </a:rPr>
              <a:t>un </a:t>
            </a:r>
            <a:r>
              <a:rPr sz="950" spc="-5" dirty="0" err="1">
                <a:solidFill>
                  <a:srgbClr val="191919"/>
                </a:solidFill>
                <a:latin typeface="Lucida Console"/>
                <a:cs typeface="Lucida Console"/>
              </a:rPr>
              <a:t>m</a:t>
            </a:r>
            <a:r>
              <a:rPr sz="950" spc="-60" dirty="0" err="1">
                <a:solidFill>
                  <a:srgbClr val="191919"/>
                </a:solidFill>
                <a:latin typeface="Lucida Console"/>
                <a:cs typeface="Lucida Console"/>
              </a:rPr>
              <a:t>ensaje</a:t>
            </a:r>
            <a:r>
              <a:rPr sz="950" spc="-60" dirty="0">
                <a:solidFill>
                  <a:srgbClr val="191919"/>
                </a:solidFill>
                <a:latin typeface="Lucida Console"/>
                <a:cs typeface="Lucida Console"/>
              </a:rPr>
              <a:t>  </a:t>
            </a:r>
            <a:r>
              <a:rPr sz="950" spc="-70" dirty="0">
                <a:solidFill>
                  <a:srgbClr val="191919"/>
                </a:solidFill>
                <a:latin typeface="Lucida Console"/>
                <a:cs typeface="Lucida Console"/>
              </a:rPr>
              <a:t>personalizado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40" dirty="0">
                <a:solidFill>
                  <a:srgbClr val="191919"/>
                </a:solidFill>
                <a:latin typeface="Lucida Console"/>
                <a:cs typeface="Lucida Console"/>
              </a:rPr>
              <a:t>para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-10" dirty="0">
                <a:solidFill>
                  <a:srgbClr val="191919"/>
                </a:solidFill>
                <a:latin typeface="Lucida Console"/>
                <a:cs typeface="Lucida Console"/>
              </a:rPr>
              <a:t>cada</a:t>
            </a:r>
            <a:r>
              <a:rPr sz="950" spc="-275" dirty="0">
                <a:solidFill>
                  <a:srgbClr val="191919"/>
                </a:solidFill>
                <a:latin typeface="Lucida Console"/>
                <a:cs typeface="Lucida Console"/>
              </a:rPr>
              <a:t> </a:t>
            </a:r>
            <a:r>
              <a:rPr sz="950" spc="5" dirty="0">
                <a:solidFill>
                  <a:srgbClr val="191919"/>
                </a:solidFill>
                <a:latin typeface="Lucida Console"/>
                <a:cs typeface="Lucida Console"/>
              </a:rPr>
              <a:t>uno.</a:t>
            </a:r>
            <a:endParaRPr sz="950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6844" y="4709162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3175">
            <a:solidFill>
              <a:srgbClr val="F4E5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3604" y="4709162"/>
            <a:ext cx="8236584" cy="0"/>
          </a:xfrm>
          <a:custGeom>
            <a:avLst/>
            <a:gdLst/>
            <a:ahLst/>
            <a:cxnLst/>
            <a:rect l="l" t="t" r="r" b="b"/>
            <a:pathLst>
              <a:path w="8236584">
                <a:moveTo>
                  <a:pt x="0" y="0"/>
                </a:moveTo>
                <a:lnTo>
                  <a:pt x="8236079" y="0"/>
                </a:lnTo>
              </a:path>
            </a:pathLst>
          </a:custGeom>
          <a:ln w="7191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42225" y="4907961"/>
            <a:ext cx="110934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Caso 06 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·</a:t>
            </a:r>
            <a:r>
              <a:rPr sz="900" i="1" spc="-4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Productividad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422783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3DA4"/>
                </a:solidFill>
              </a:rPr>
              <a:t>Las </a:t>
            </a:r>
            <a:r>
              <a:rPr sz="2800" dirty="0">
                <a:solidFill>
                  <a:srgbClr val="003DA4"/>
                </a:solidFill>
              </a:rPr>
              <a:t>5 </a:t>
            </a:r>
            <a:r>
              <a:rPr sz="2800" spc="-10" dirty="0">
                <a:solidFill>
                  <a:srgbClr val="003DA4"/>
                </a:solidFill>
              </a:rPr>
              <a:t>reglas </a:t>
            </a:r>
            <a:r>
              <a:rPr sz="2800" spc="-5" dirty="0">
                <a:solidFill>
                  <a:srgbClr val="003DA4"/>
                </a:solidFill>
              </a:rPr>
              <a:t>de</a:t>
            </a:r>
            <a:r>
              <a:rPr sz="2800" spc="-75" dirty="0">
                <a:solidFill>
                  <a:srgbClr val="003DA4"/>
                </a:solidFill>
              </a:rPr>
              <a:t> </a:t>
            </a:r>
            <a:r>
              <a:rPr sz="2800" spc="-15" dirty="0">
                <a:solidFill>
                  <a:srgbClr val="003DA4"/>
                </a:solidFill>
              </a:rPr>
              <a:t>oro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Para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que Claude sea tu mejor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herramienta,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no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tu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peor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enemigo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844" y="12801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8156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8156511" y="594004"/>
                </a:lnTo>
                <a:lnTo>
                  <a:pt x="8200889" y="578900"/>
                </a:lnTo>
                <a:lnTo>
                  <a:pt x="8227169" y="539956"/>
                </a:lnTo>
                <a:lnTo>
                  <a:pt x="8229600" y="520915"/>
                </a:lnTo>
                <a:lnTo>
                  <a:pt x="8229231" y="73075"/>
                </a:lnTo>
                <a:lnTo>
                  <a:pt x="821414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844" y="12801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8156155" y="0"/>
                </a:lnTo>
                <a:lnTo>
                  <a:pt x="8200683" y="15104"/>
                </a:lnTo>
                <a:lnTo>
                  <a:pt x="8226802" y="54224"/>
                </a:lnTo>
                <a:lnTo>
                  <a:pt x="8229231" y="73075"/>
                </a:lnTo>
                <a:lnTo>
                  <a:pt x="8229600" y="520915"/>
                </a:lnTo>
                <a:lnTo>
                  <a:pt x="8228992" y="530555"/>
                </a:lnTo>
                <a:lnTo>
                  <a:pt x="8227169" y="539956"/>
                </a:lnTo>
                <a:lnTo>
                  <a:pt x="8200889" y="578900"/>
                </a:lnTo>
                <a:lnTo>
                  <a:pt x="815651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39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7380" y="1409727"/>
            <a:ext cx="3086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DB1C2E"/>
                </a:solidFill>
                <a:latin typeface="Calibri"/>
                <a:cs typeface="Calibri"/>
              </a:rPr>
              <a:t>0</a:t>
            </a:r>
            <a:r>
              <a:rPr sz="2200" b="1" dirty="0">
                <a:solidFill>
                  <a:srgbClr val="DB1C2E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084" y="13986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5"/>
                </a:lnTo>
                <a:lnTo>
                  <a:pt x="91440" y="24485"/>
                </a:lnTo>
                <a:lnTo>
                  <a:pt x="53636" y="53638"/>
                </a:lnTo>
                <a:lnTo>
                  <a:pt x="24472" y="91439"/>
                </a:lnTo>
                <a:lnTo>
                  <a:pt x="6164" y="135540"/>
                </a:lnTo>
                <a:lnTo>
                  <a:pt x="0" y="182879"/>
                </a:lnTo>
                <a:lnTo>
                  <a:pt x="1546" y="206786"/>
                </a:lnTo>
                <a:lnTo>
                  <a:pt x="13817" y="252842"/>
                </a:lnTo>
                <a:lnTo>
                  <a:pt x="37874" y="294200"/>
                </a:lnTo>
                <a:lnTo>
                  <a:pt x="71559" y="327880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59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80"/>
                </a:lnTo>
                <a:lnTo>
                  <a:pt x="327878" y="294200"/>
                </a:lnTo>
                <a:lnTo>
                  <a:pt x="351936" y="252842"/>
                </a:lnTo>
                <a:lnTo>
                  <a:pt x="364212" y="206786"/>
                </a:lnTo>
                <a:lnTo>
                  <a:pt x="365759" y="182879"/>
                </a:lnTo>
                <a:lnTo>
                  <a:pt x="364212" y="158973"/>
                </a:lnTo>
                <a:lnTo>
                  <a:pt x="351936" y="112917"/>
                </a:lnTo>
                <a:lnTo>
                  <a:pt x="327878" y="71559"/>
                </a:lnTo>
                <a:lnTo>
                  <a:pt x="294195" y="37879"/>
                </a:lnTo>
                <a:lnTo>
                  <a:pt x="252840" y="13823"/>
                </a:lnTo>
                <a:lnTo>
                  <a:pt x="206781" y="1547"/>
                </a:lnTo>
                <a:lnTo>
                  <a:pt x="18288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34084" y="13986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79"/>
                </a:moveTo>
                <a:lnTo>
                  <a:pt x="1546" y="158973"/>
                </a:lnTo>
                <a:lnTo>
                  <a:pt x="6164" y="135540"/>
                </a:lnTo>
                <a:lnTo>
                  <a:pt x="24472" y="91439"/>
                </a:lnTo>
                <a:lnTo>
                  <a:pt x="53636" y="53638"/>
                </a:lnTo>
                <a:lnTo>
                  <a:pt x="91440" y="24485"/>
                </a:lnTo>
                <a:lnTo>
                  <a:pt x="135535" y="6165"/>
                </a:lnTo>
                <a:lnTo>
                  <a:pt x="182880" y="0"/>
                </a:lnTo>
                <a:lnTo>
                  <a:pt x="230214" y="6165"/>
                </a:lnTo>
                <a:lnTo>
                  <a:pt x="274320" y="24485"/>
                </a:lnTo>
                <a:lnTo>
                  <a:pt x="312116" y="53638"/>
                </a:lnTo>
                <a:lnTo>
                  <a:pt x="341274" y="91439"/>
                </a:lnTo>
                <a:lnTo>
                  <a:pt x="359594" y="135540"/>
                </a:lnTo>
                <a:lnTo>
                  <a:pt x="365759" y="182879"/>
                </a:lnTo>
                <a:lnTo>
                  <a:pt x="364212" y="206786"/>
                </a:lnTo>
                <a:lnTo>
                  <a:pt x="359594" y="230219"/>
                </a:lnTo>
                <a:lnTo>
                  <a:pt x="341274" y="274319"/>
                </a:lnTo>
                <a:lnTo>
                  <a:pt x="312116" y="312121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59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21"/>
                </a:lnTo>
                <a:lnTo>
                  <a:pt x="24472" y="274319"/>
                </a:lnTo>
                <a:lnTo>
                  <a:pt x="6164" y="230219"/>
                </a:lnTo>
                <a:lnTo>
                  <a:pt x="1546" y="206786"/>
                </a:lnTo>
                <a:lnTo>
                  <a:pt x="0" y="182879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5796" y="148068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9159" y="100444"/>
                </a:moveTo>
                <a:lnTo>
                  <a:pt x="23037" y="100444"/>
                </a:lnTo>
                <a:lnTo>
                  <a:pt x="3962" y="119519"/>
                </a:lnTo>
                <a:lnTo>
                  <a:pt x="0" y="123113"/>
                </a:lnTo>
                <a:lnTo>
                  <a:pt x="0" y="129235"/>
                </a:lnTo>
                <a:lnTo>
                  <a:pt x="3962" y="132842"/>
                </a:lnTo>
                <a:lnTo>
                  <a:pt x="69850" y="198716"/>
                </a:lnTo>
                <a:lnTo>
                  <a:pt x="73444" y="202679"/>
                </a:lnTo>
                <a:lnTo>
                  <a:pt x="79565" y="202679"/>
                </a:lnTo>
                <a:lnTo>
                  <a:pt x="83159" y="198716"/>
                </a:lnTo>
                <a:lnTo>
                  <a:pt x="134282" y="147599"/>
                </a:lnTo>
                <a:lnTo>
                  <a:pt x="76327" y="147599"/>
                </a:lnTo>
                <a:lnTo>
                  <a:pt x="29159" y="100444"/>
                </a:lnTo>
                <a:close/>
              </a:path>
              <a:path w="203200" h="203200">
                <a:moveTo>
                  <a:pt x="180009" y="50037"/>
                </a:moveTo>
                <a:lnTo>
                  <a:pt x="173888" y="50037"/>
                </a:lnTo>
                <a:lnTo>
                  <a:pt x="76327" y="147599"/>
                </a:lnTo>
                <a:lnTo>
                  <a:pt x="134282" y="147599"/>
                </a:lnTo>
                <a:lnTo>
                  <a:pt x="203047" y="78841"/>
                </a:lnTo>
                <a:lnTo>
                  <a:pt x="203047" y="73075"/>
                </a:lnTo>
                <a:lnTo>
                  <a:pt x="199085" y="69481"/>
                </a:lnTo>
                <a:lnTo>
                  <a:pt x="183603" y="53644"/>
                </a:lnTo>
                <a:lnTo>
                  <a:pt x="180009" y="50037"/>
                </a:lnTo>
                <a:close/>
              </a:path>
              <a:path w="203200" h="203200">
                <a:moveTo>
                  <a:pt x="52209" y="37795"/>
                </a:moveTo>
                <a:lnTo>
                  <a:pt x="48247" y="37795"/>
                </a:lnTo>
                <a:lnTo>
                  <a:pt x="25565" y="60477"/>
                </a:lnTo>
                <a:lnTo>
                  <a:pt x="25565" y="64439"/>
                </a:lnTo>
                <a:lnTo>
                  <a:pt x="74523" y="113398"/>
                </a:lnTo>
                <a:lnTo>
                  <a:pt x="78486" y="113398"/>
                </a:lnTo>
                <a:lnTo>
                  <a:pt x="129748" y="61925"/>
                </a:lnTo>
                <a:lnTo>
                  <a:pt x="76327" y="61925"/>
                </a:lnTo>
                <a:lnTo>
                  <a:pt x="52209" y="37795"/>
                </a:lnTo>
                <a:close/>
              </a:path>
              <a:path w="203200" h="203200">
                <a:moveTo>
                  <a:pt x="142201" y="0"/>
                </a:moveTo>
                <a:lnTo>
                  <a:pt x="138239" y="0"/>
                </a:lnTo>
                <a:lnTo>
                  <a:pt x="76327" y="61925"/>
                </a:lnTo>
                <a:lnTo>
                  <a:pt x="129748" y="61925"/>
                </a:lnTo>
                <a:lnTo>
                  <a:pt x="164884" y="26644"/>
                </a:lnTo>
                <a:lnTo>
                  <a:pt x="164884" y="22682"/>
                </a:lnTo>
                <a:lnTo>
                  <a:pt x="1422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70024" y="1363816"/>
            <a:ext cx="3589654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Validá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los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datos</a:t>
            </a:r>
            <a:r>
              <a:rPr sz="1300" b="1" spc="-3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sensibles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Fechas, montos, normativa: siempre verificá con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la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fuente</a:t>
            </a:r>
            <a:r>
              <a:rPr sz="1050" spc="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original.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1965961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8156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8156511" y="594004"/>
                </a:lnTo>
                <a:lnTo>
                  <a:pt x="8200889" y="578900"/>
                </a:lnTo>
                <a:lnTo>
                  <a:pt x="8227169" y="539956"/>
                </a:lnTo>
                <a:lnTo>
                  <a:pt x="8229600" y="520915"/>
                </a:lnTo>
                <a:lnTo>
                  <a:pt x="8229231" y="73075"/>
                </a:lnTo>
                <a:lnTo>
                  <a:pt x="821414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844" y="1965961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8156155" y="0"/>
                </a:lnTo>
                <a:lnTo>
                  <a:pt x="8200683" y="15104"/>
                </a:lnTo>
                <a:lnTo>
                  <a:pt x="8226802" y="54224"/>
                </a:lnTo>
                <a:lnTo>
                  <a:pt x="8229231" y="73075"/>
                </a:lnTo>
                <a:lnTo>
                  <a:pt x="8229600" y="520915"/>
                </a:lnTo>
                <a:lnTo>
                  <a:pt x="8228992" y="530555"/>
                </a:lnTo>
                <a:lnTo>
                  <a:pt x="8227169" y="539956"/>
                </a:lnTo>
                <a:lnTo>
                  <a:pt x="8200889" y="578900"/>
                </a:lnTo>
                <a:lnTo>
                  <a:pt x="815651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39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7380" y="2095527"/>
            <a:ext cx="3086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003DA4"/>
                </a:solidFill>
                <a:latin typeface="Calibri"/>
                <a:cs typeface="Calibri"/>
              </a:rPr>
              <a:t>0</a:t>
            </a:r>
            <a:r>
              <a:rPr sz="2200" b="1" dirty="0">
                <a:solidFill>
                  <a:srgbClr val="003DA4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4084" y="20844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5"/>
                </a:lnTo>
                <a:lnTo>
                  <a:pt x="91440" y="24485"/>
                </a:lnTo>
                <a:lnTo>
                  <a:pt x="53636" y="53638"/>
                </a:lnTo>
                <a:lnTo>
                  <a:pt x="24472" y="91440"/>
                </a:lnTo>
                <a:lnTo>
                  <a:pt x="6164" y="135540"/>
                </a:lnTo>
                <a:lnTo>
                  <a:pt x="0" y="182880"/>
                </a:lnTo>
                <a:lnTo>
                  <a:pt x="1546" y="206786"/>
                </a:lnTo>
                <a:lnTo>
                  <a:pt x="13817" y="252842"/>
                </a:lnTo>
                <a:lnTo>
                  <a:pt x="37874" y="294200"/>
                </a:lnTo>
                <a:lnTo>
                  <a:pt x="71559" y="327880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80"/>
                </a:lnTo>
                <a:lnTo>
                  <a:pt x="327878" y="294200"/>
                </a:lnTo>
                <a:lnTo>
                  <a:pt x="351936" y="252842"/>
                </a:lnTo>
                <a:lnTo>
                  <a:pt x="364212" y="206786"/>
                </a:lnTo>
                <a:lnTo>
                  <a:pt x="365759" y="182880"/>
                </a:lnTo>
                <a:lnTo>
                  <a:pt x="364212" y="158973"/>
                </a:lnTo>
                <a:lnTo>
                  <a:pt x="351936" y="112917"/>
                </a:lnTo>
                <a:lnTo>
                  <a:pt x="327878" y="71559"/>
                </a:lnTo>
                <a:lnTo>
                  <a:pt x="294195" y="37879"/>
                </a:lnTo>
                <a:lnTo>
                  <a:pt x="252840" y="13823"/>
                </a:lnTo>
                <a:lnTo>
                  <a:pt x="206781" y="1547"/>
                </a:lnTo>
                <a:lnTo>
                  <a:pt x="18288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34084" y="20844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3"/>
                </a:lnTo>
                <a:lnTo>
                  <a:pt x="6164" y="135540"/>
                </a:lnTo>
                <a:lnTo>
                  <a:pt x="24472" y="91440"/>
                </a:lnTo>
                <a:lnTo>
                  <a:pt x="53636" y="53638"/>
                </a:lnTo>
                <a:lnTo>
                  <a:pt x="91440" y="24485"/>
                </a:lnTo>
                <a:lnTo>
                  <a:pt x="135535" y="6165"/>
                </a:lnTo>
                <a:lnTo>
                  <a:pt x="182880" y="0"/>
                </a:lnTo>
                <a:lnTo>
                  <a:pt x="230214" y="6165"/>
                </a:lnTo>
                <a:lnTo>
                  <a:pt x="274320" y="24485"/>
                </a:lnTo>
                <a:lnTo>
                  <a:pt x="312116" y="53638"/>
                </a:lnTo>
                <a:lnTo>
                  <a:pt x="341274" y="91440"/>
                </a:lnTo>
                <a:lnTo>
                  <a:pt x="359594" y="135540"/>
                </a:lnTo>
                <a:lnTo>
                  <a:pt x="365759" y="182880"/>
                </a:lnTo>
                <a:lnTo>
                  <a:pt x="364212" y="206786"/>
                </a:lnTo>
                <a:lnTo>
                  <a:pt x="359594" y="230219"/>
                </a:lnTo>
                <a:lnTo>
                  <a:pt x="341274" y="274319"/>
                </a:lnTo>
                <a:lnTo>
                  <a:pt x="312116" y="312121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21"/>
                </a:lnTo>
                <a:lnTo>
                  <a:pt x="24472" y="274319"/>
                </a:lnTo>
                <a:lnTo>
                  <a:pt x="6164" y="230219"/>
                </a:lnTo>
                <a:lnTo>
                  <a:pt x="1546" y="206786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29842" y="2167561"/>
            <a:ext cx="175260" cy="200660"/>
          </a:xfrm>
          <a:custGeom>
            <a:avLst/>
            <a:gdLst/>
            <a:ahLst/>
            <a:cxnLst/>
            <a:rect l="l" t="t" r="r" b="b"/>
            <a:pathLst>
              <a:path w="175259" h="200660">
                <a:moveTo>
                  <a:pt x="156235" y="87477"/>
                </a:moveTo>
                <a:lnTo>
                  <a:pt x="18719" y="87477"/>
                </a:lnTo>
                <a:lnTo>
                  <a:pt x="11390" y="88986"/>
                </a:lnTo>
                <a:lnTo>
                  <a:pt x="5445" y="93060"/>
                </a:lnTo>
                <a:lnTo>
                  <a:pt x="1456" y="99023"/>
                </a:lnTo>
                <a:lnTo>
                  <a:pt x="0" y="106197"/>
                </a:lnTo>
                <a:lnTo>
                  <a:pt x="0" y="181444"/>
                </a:lnTo>
                <a:lnTo>
                  <a:pt x="1456" y="188773"/>
                </a:lnTo>
                <a:lnTo>
                  <a:pt x="5445" y="194719"/>
                </a:lnTo>
                <a:lnTo>
                  <a:pt x="11390" y="198707"/>
                </a:lnTo>
                <a:lnTo>
                  <a:pt x="18719" y="200164"/>
                </a:lnTo>
                <a:lnTo>
                  <a:pt x="156235" y="200164"/>
                </a:lnTo>
                <a:lnTo>
                  <a:pt x="163564" y="198707"/>
                </a:lnTo>
                <a:lnTo>
                  <a:pt x="169510" y="194719"/>
                </a:lnTo>
                <a:lnTo>
                  <a:pt x="173498" y="188773"/>
                </a:lnTo>
                <a:lnTo>
                  <a:pt x="174955" y="181444"/>
                </a:lnTo>
                <a:lnTo>
                  <a:pt x="174955" y="106197"/>
                </a:lnTo>
                <a:lnTo>
                  <a:pt x="173498" y="99023"/>
                </a:lnTo>
                <a:lnTo>
                  <a:pt x="169510" y="93060"/>
                </a:lnTo>
                <a:lnTo>
                  <a:pt x="163564" y="88986"/>
                </a:lnTo>
                <a:lnTo>
                  <a:pt x="156235" y="87477"/>
                </a:lnTo>
                <a:close/>
              </a:path>
              <a:path w="175259" h="200660">
                <a:moveTo>
                  <a:pt x="87477" y="0"/>
                </a:moveTo>
                <a:lnTo>
                  <a:pt x="64373" y="4674"/>
                </a:lnTo>
                <a:lnTo>
                  <a:pt x="45491" y="17416"/>
                </a:lnTo>
                <a:lnTo>
                  <a:pt x="32752" y="36299"/>
                </a:lnTo>
                <a:lnTo>
                  <a:pt x="28079" y="59397"/>
                </a:lnTo>
                <a:lnTo>
                  <a:pt x="28079" y="87477"/>
                </a:lnTo>
                <a:lnTo>
                  <a:pt x="59397" y="87477"/>
                </a:lnTo>
                <a:lnTo>
                  <a:pt x="59397" y="59397"/>
                </a:lnTo>
                <a:lnTo>
                  <a:pt x="61608" y="48479"/>
                </a:lnTo>
                <a:lnTo>
                  <a:pt x="67632" y="39552"/>
                </a:lnTo>
                <a:lnTo>
                  <a:pt x="76558" y="33528"/>
                </a:lnTo>
                <a:lnTo>
                  <a:pt x="87477" y="31318"/>
                </a:lnTo>
                <a:lnTo>
                  <a:pt x="138842" y="31318"/>
                </a:lnTo>
                <a:lnTo>
                  <a:pt x="129463" y="17416"/>
                </a:lnTo>
                <a:lnTo>
                  <a:pt x="110581" y="4674"/>
                </a:lnTo>
                <a:lnTo>
                  <a:pt x="87477" y="0"/>
                </a:lnTo>
                <a:close/>
              </a:path>
              <a:path w="175259" h="200660">
                <a:moveTo>
                  <a:pt x="138842" y="31318"/>
                </a:moveTo>
                <a:lnTo>
                  <a:pt x="87477" y="31318"/>
                </a:lnTo>
                <a:lnTo>
                  <a:pt x="98396" y="33528"/>
                </a:lnTo>
                <a:lnTo>
                  <a:pt x="107322" y="39552"/>
                </a:lnTo>
                <a:lnTo>
                  <a:pt x="113346" y="48479"/>
                </a:lnTo>
                <a:lnTo>
                  <a:pt x="115557" y="59397"/>
                </a:lnTo>
                <a:lnTo>
                  <a:pt x="115557" y="87477"/>
                </a:lnTo>
                <a:lnTo>
                  <a:pt x="146875" y="87477"/>
                </a:lnTo>
                <a:lnTo>
                  <a:pt x="146875" y="59397"/>
                </a:lnTo>
                <a:lnTo>
                  <a:pt x="142202" y="36299"/>
                </a:lnTo>
                <a:lnTo>
                  <a:pt x="138842" y="313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70024" y="2049616"/>
            <a:ext cx="3411854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Cuidá la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información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del</a:t>
            </a:r>
            <a:r>
              <a:rPr sz="1300" b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cliente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Anonimizá datos personales.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Sin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autorización,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no se sube</a:t>
            </a:r>
            <a:r>
              <a:rPr sz="1050" spc="2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nada.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6844" y="2651761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8156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8156511" y="594004"/>
                </a:lnTo>
                <a:lnTo>
                  <a:pt x="8200889" y="578900"/>
                </a:lnTo>
                <a:lnTo>
                  <a:pt x="8227169" y="539956"/>
                </a:lnTo>
                <a:lnTo>
                  <a:pt x="8229600" y="520915"/>
                </a:lnTo>
                <a:lnTo>
                  <a:pt x="8229231" y="73075"/>
                </a:lnTo>
                <a:lnTo>
                  <a:pt x="821414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6844" y="2651761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8156155" y="0"/>
                </a:lnTo>
                <a:lnTo>
                  <a:pt x="8200683" y="15104"/>
                </a:lnTo>
                <a:lnTo>
                  <a:pt x="8226802" y="54224"/>
                </a:lnTo>
                <a:lnTo>
                  <a:pt x="8229231" y="73075"/>
                </a:lnTo>
                <a:lnTo>
                  <a:pt x="8229600" y="520915"/>
                </a:lnTo>
                <a:lnTo>
                  <a:pt x="8228992" y="530555"/>
                </a:lnTo>
                <a:lnTo>
                  <a:pt x="8227169" y="539956"/>
                </a:lnTo>
                <a:lnTo>
                  <a:pt x="8200889" y="578900"/>
                </a:lnTo>
                <a:lnTo>
                  <a:pt x="815651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39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380" y="2781327"/>
            <a:ext cx="3086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D97757"/>
                </a:solidFill>
                <a:latin typeface="Calibri"/>
                <a:cs typeface="Calibri"/>
              </a:rPr>
              <a:t>0</a:t>
            </a:r>
            <a:r>
              <a:rPr sz="2200" b="1" dirty="0">
                <a:solidFill>
                  <a:srgbClr val="D97757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34084" y="27702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5"/>
                </a:lnTo>
                <a:lnTo>
                  <a:pt x="91440" y="24485"/>
                </a:lnTo>
                <a:lnTo>
                  <a:pt x="53636" y="53638"/>
                </a:lnTo>
                <a:lnTo>
                  <a:pt x="24472" y="91440"/>
                </a:lnTo>
                <a:lnTo>
                  <a:pt x="6164" y="135540"/>
                </a:lnTo>
                <a:lnTo>
                  <a:pt x="0" y="182880"/>
                </a:lnTo>
                <a:lnTo>
                  <a:pt x="1546" y="206786"/>
                </a:lnTo>
                <a:lnTo>
                  <a:pt x="13817" y="252842"/>
                </a:lnTo>
                <a:lnTo>
                  <a:pt x="37874" y="294200"/>
                </a:lnTo>
                <a:lnTo>
                  <a:pt x="71559" y="327880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80"/>
                </a:lnTo>
                <a:lnTo>
                  <a:pt x="327878" y="294200"/>
                </a:lnTo>
                <a:lnTo>
                  <a:pt x="351936" y="252842"/>
                </a:lnTo>
                <a:lnTo>
                  <a:pt x="364212" y="206786"/>
                </a:lnTo>
                <a:lnTo>
                  <a:pt x="365759" y="182880"/>
                </a:lnTo>
                <a:lnTo>
                  <a:pt x="364212" y="158973"/>
                </a:lnTo>
                <a:lnTo>
                  <a:pt x="351936" y="112917"/>
                </a:lnTo>
                <a:lnTo>
                  <a:pt x="327878" y="71559"/>
                </a:lnTo>
                <a:lnTo>
                  <a:pt x="294195" y="37879"/>
                </a:lnTo>
                <a:lnTo>
                  <a:pt x="252840" y="13823"/>
                </a:lnTo>
                <a:lnTo>
                  <a:pt x="206781" y="1547"/>
                </a:lnTo>
                <a:lnTo>
                  <a:pt x="18288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34084" y="27702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3"/>
                </a:lnTo>
                <a:lnTo>
                  <a:pt x="6164" y="135540"/>
                </a:lnTo>
                <a:lnTo>
                  <a:pt x="24472" y="91440"/>
                </a:lnTo>
                <a:lnTo>
                  <a:pt x="53636" y="53638"/>
                </a:lnTo>
                <a:lnTo>
                  <a:pt x="91440" y="24485"/>
                </a:lnTo>
                <a:lnTo>
                  <a:pt x="135535" y="6165"/>
                </a:lnTo>
                <a:lnTo>
                  <a:pt x="182880" y="0"/>
                </a:lnTo>
                <a:lnTo>
                  <a:pt x="230214" y="6165"/>
                </a:lnTo>
                <a:lnTo>
                  <a:pt x="274320" y="24485"/>
                </a:lnTo>
                <a:lnTo>
                  <a:pt x="312116" y="53638"/>
                </a:lnTo>
                <a:lnTo>
                  <a:pt x="341274" y="91440"/>
                </a:lnTo>
                <a:lnTo>
                  <a:pt x="359594" y="135540"/>
                </a:lnTo>
                <a:lnTo>
                  <a:pt x="365759" y="182880"/>
                </a:lnTo>
                <a:lnTo>
                  <a:pt x="364212" y="206786"/>
                </a:lnTo>
                <a:lnTo>
                  <a:pt x="359594" y="230219"/>
                </a:lnTo>
                <a:lnTo>
                  <a:pt x="341274" y="274319"/>
                </a:lnTo>
                <a:lnTo>
                  <a:pt x="312116" y="312121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21"/>
                </a:lnTo>
                <a:lnTo>
                  <a:pt x="24472" y="274319"/>
                </a:lnTo>
                <a:lnTo>
                  <a:pt x="6164" y="230219"/>
                </a:lnTo>
                <a:lnTo>
                  <a:pt x="1546" y="206786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17244" y="285336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42113" y="112674"/>
                </a:moveTo>
                <a:lnTo>
                  <a:pt x="16560" y="112674"/>
                </a:lnTo>
                <a:lnTo>
                  <a:pt x="24805" y="138337"/>
                </a:lnTo>
                <a:lnTo>
                  <a:pt x="40408" y="159750"/>
                </a:lnTo>
                <a:lnTo>
                  <a:pt x="61816" y="175357"/>
                </a:lnTo>
                <a:lnTo>
                  <a:pt x="87477" y="183603"/>
                </a:lnTo>
                <a:lnTo>
                  <a:pt x="87477" y="198005"/>
                </a:lnTo>
                <a:lnTo>
                  <a:pt x="89636" y="200164"/>
                </a:lnTo>
                <a:lnTo>
                  <a:pt x="110515" y="200164"/>
                </a:lnTo>
                <a:lnTo>
                  <a:pt x="112674" y="198005"/>
                </a:lnTo>
                <a:lnTo>
                  <a:pt x="112674" y="183603"/>
                </a:lnTo>
                <a:lnTo>
                  <a:pt x="138335" y="175357"/>
                </a:lnTo>
                <a:lnTo>
                  <a:pt x="159743" y="159750"/>
                </a:lnTo>
                <a:lnTo>
                  <a:pt x="160990" y="158038"/>
                </a:lnTo>
                <a:lnTo>
                  <a:pt x="87477" y="158038"/>
                </a:lnTo>
                <a:lnTo>
                  <a:pt x="71479" y="152168"/>
                </a:lnTo>
                <a:lnTo>
                  <a:pt x="58046" y="142109"/>
                </a:lnTo>
                <a:lnTo>
                  <a:pt x="47988" y="128674"/>
                </a:lnTo>
                <a:lnTo>
                  <a:pt x="42113" y="112674"/>
                </a:lnTo>
                <a:close/>
              </a:path>
              <a:path w="200659" h="200660">
                <a:moveTo>
                  <a:pt x="110515" y="137515"/>
                </a:moveTo>
                <a:lnTo>
                  <a:pt x="89636" y="137515"/>
                </a:lnTo>
                <a:lnTo>
                  <a:pt x="87477" y="139674"/>
                </a:lnTo>
                <a:lnTo>
                  <a:pt x="87477" y="158038"/>
                </a:lnTo>
                <a:lnTo>
                  <a:pt x="112674" y="158038"/>
                </a:lnTo>
                <a:lnTo>
                  <a:pt x="112674" y="139674"/>
                </a:lnTo>
                <a:lnTo>
                  <a:pt x="110515" y="137515"/>
                </a:lnTo>
                <a:close/>
              </a:path>
              <a:path w="200659" h="200660">
                <a:moveTo>
                  <a:pt x="183591" y="112674"/>
                </a:moveTo>
                <a:lnTo>
                  <a:pt x="158038" y="112674"/>
                </a:lnTo>
                <a:lnTo>
                  <a:pt x="152163" y="128674"/>
                </a:lnTo>
                <a:lnTo>
                  <a:pt x="142105" y="142109"/>
                </a:lnTo>
                <a:lnTo>
                  <a:pt x="128672" y="152168"/>
                </a:lnTo>
                <a:lnTo>
                  <a:pt x="112674" y="158038"/>
                </a:lnTo>
                <a:lnTo>
                  <a:pt x="160990" y="158038"/>
                </a:lnTo>
                <a:lnTo>
                  <a:pt x="175346" y="138337"/>
                </a:lnTo>
                <a:lnTo>
                  <a:pt x="183591" y="112674"/>
                </a:lnTo>
                <a:close/>
              </a:path>
              <a:path w="200659" h="200660">
                <a:moveTo>
                  <a:pt x="60477" y="87477"/>
                </a:moveTo>
                <a:lnTo>
                  <a:pt x="2159" y="87477"/>
                </a:lnTo>
                <a:lnTo>
                  <a:pt x="0" y="89636"/>
                </a:lnTo>
                <a:lnTo>
                  <a:pt x="0" y="110515"/>
                </a:lnTo>
                <a:lnTo>
                  <a:pt x="2159" y="112674"/>
                </a:lnTo>
                <a:lnTo>
                  <a:pt x="60477" y="112674"/>
                </a:lnTo>
                <a:lnTo>
                  <a:pt x="62636" y="110515"/>
                </a:lnTo>
                <a:lnTo>
                  <a:pt x="62636" y="89636"/>
                </a:lnTo>
                <a:lnTo>
                  <a:pt x="60477" y="87477"/>
                </a:lnTo>
                <a:close/>
              </a:path>
              <a:path w="200659" h="200660">
                <a:moveTo>
                  <a:pt x="106921" y="87477"/>
                </a:moveTo>
                <a:lnTo>
                  <a:pt x="93230" y="87477"/>
                </a:lnTo>
                <a:lnTo>
                  <a:pt x="87477" y="93243"/>
                </a:lnTo>
                <a:lnTo>
                  <a:pt x="87477" y="106921"/>
                </a:lnTo>
                <a:lnTo>
                  <a:pt x="93230" y="112674"/>
                </a:lnTo>
                <a:lnTo>
                  <a:pt x="106921" y="112674"/>
                </a:lnTo>
                <a:lnTo>
                  <a:pt x="112674" y="106921"/>
                </a:lnTo>
                <a:lnTo>
                  <a:pt x="112674" y="93243"/>
                </a:lnTo>
                <a:lnTo>
                  <a:pt x="106921" y="87477"/>
                </a:lnTo>
                <a:close/>
              </a:path>
              <a:path w="200659" h="200660">
                <a:moveTo>
                  <a:pt x="197993" y="87477"/>
                </a:moveTo>
                <a:lnTo>
                  <a:pt x="139674" y="87477"/>
                </a:lnTo>
                <a:lnTo>
                  <a:pt x="137515" y="89636"/>
                </a:lnTo>
                <a:lnTo>
                  <a:pt x="137515" y="110515"/>
                </a:lnTo>
                <a:lnTo>
                  <a:pt x="139674" y="112674"/>
                </a:lnTo>
                <a:lnTo>
                  <a:pt x="197993" y="112674"/>
                </a:lnTo>
                <a:lnTo>
                  <a:pt x="200152" y="110515"/>
                </a:lnTo>
                <a:lnTo>
                  <a:pt x="200152" y="89636"/>
                </a:lnTo>
                <a:lnTo>
                  <a:pt x="197993" y="87477"/>
                </a:lnTo>
                <a:close/>
              </a:path>
              <a:path w="200659" h="200660">
                <a:moveTo>
                  <a:pt x="110515" y="0"/>
                </a:moveTo>
                <a:lnTo>
                  <a:pt x="89636" y="0"/>
                </a:lnTo>
                <a:lnTo>
                  <a:pt x="87477" y="2159"/>
                </a:lnTo>
                <a:lnTo>
                  <a:pt x="87477" y="16560"/>
                </a:lnTo>
                <a:lnTo>
                  <a:pt x="61816" y="24805"/>
                </a:lnTo>
                <a:lnTo>
                  <a:pt x="40408" y="40408"/>
                </a:lnTo>
                <a:lnTo>
                  <a:pt x="24805" y="61816"/>
                </a:lnTo>
                <a:lnTo>
                  <a:pt x="16560" y="87477"/>
                </a:lnTo>
                <a:lnTo>
                  <a:pt x="42113" y="87477"/>
                </a:lnTo>
                <a:lnTo>
                  <a:pt x="47988" y="71479"/>
                </a:lnTo>
                <a:lnTo>
                  <a:pt x="58046" y="58048"/>
                </a:lnTo>
                <a:lnTo>
                  <a:pt x="71479" y="47994"/>
                </a:lnTo>
                <a:lnTo>
                  <a:pt x="87477" y="42125"/>
                </a:lnTo>
                <a:lnTo>
                  <a:pt x="160995" y="42125"/>
                </a:lnTo>
                <a:lnTo>
                  <a:pt x="159743" y="40408"/>
                </a:lnTo>
                <a:lnTo>
                  <a:pt x="138335" y="24805"/>
                </a:lnTo>
                <a:lnTo>
                  <a:pt x="112674" y="16560"/>
                </a:lnTo>
                <a:lnTo>
                  <a:pt x="112674" y="2159"/>
                </a:lnTo>
                <a:lnTo>
                  <a:pt x="110515" y="0"/>
                </a:lnTo>
                <a:close/>
              </a:path>
              <a:path w="200659" h="200660">
                <a:moveTo>
                  <a:pt x="160995" y="42125"/>
                </a:moveTo>
                <a:lnTo>
                  <a:pt x="112674" y="42125"/>
                </a:lnTo>
                <a:lnTo>
                  <a:pt x="128672" y="47994"/>
                </a:lnTo>
                <a:lnTo>
                  <a:pt x="142105" y="58048"/>
                </a:lnTo>
                <a:lnTo>
                  <a:pt x="152163" y="71479"/>
                </a:lnTo>
                <a:lnTo>
                  <a:pt x="158038" y="87477"/>
                </a:lnTo>
                <a:lnTo>
                  <a:pt x="183591" y="87477"/>
                </a:lnTo>
                <a:lnTo>
                  <a:pt x="175346" y="61816"/>
                </a:lnTo>
                <a:lnTo>
                  <a:pt x="160995" y="42125"/>
                </a:lnTo>
                <a:close/>
              </a:path>
              <a:path w="200659" h="200660">
                <a:moveTo>
                  <a:pt x="112674" y="42125"/>
                </a:moveTo>
                <a:lnTo>
                  <a:pt x="87477" y="42125"/>
                </a:lnTo>
                <a:lnTo>
                  <a:pt x="87477" y="60477"/>
                </a:lnTo>
                <a:lnTo>
                  <a:pt x="89636" y="62636"/>
                </a:lnTo>
                <a:lnTo>
                  <a:pt x="110515" y="62636"/>
                </a:lnTo>
                <a:lnTo>
                  <a:pt x="112674" y="60477"/>
                </a:lnTo>
                <a:lnTo>
                  <a:pt x="112674" y="421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70024" y="2735416"/>
            <a:ext cx="3630929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Sé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específico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en el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prompt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Más </a:t>
            </a:r>
            <a:r>
              <a:rPr sz="1050" spc="-15" dirty="0">
                <a:solidFill>
                  <a:srgbClr val="5B6573"/>
                </a:solidFill>
                <a:latin typeface="Calibri"/>
                <a:cs typeface="Calibri"/>
              </a:rPr>
              <a:t>contexto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= mejor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respuesta. </a:t>
            </a:r>
            <a:r>
              <a:rPr sz="1050" spc="-15" dirty="0">
                <a:solidFill>
                  <a:srgbClr val="5B6573"/>
                </a:solidFill>
                <a:latin typeface="Calibri"/>
                <a:cs typeface="Calibri"/>
              </a:rPr>
              <a:t>Rol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+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Contexto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+ </a:t>
            </a:r>
            <a:r>
              <a:rPr sz="1050" spc="-25" dirty="0">
                <a:solidFill>
                  <a:srgbClr val="5B6573"/>
                </a:solidFill>
                <a:latin typeface="Calibri"/>
                <a:cs typeface="Calibri"/>
              </a:rPr>
              <a:t>Tarea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+</a:t>
            </a:r>
            <a:r>
              <a:rPr sz="1050" spc="3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Formato.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844" y="33375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8156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8156511" y="594004"/>
                </a:lnTo>
                <a:lnTo>
                  <a:pt x="8200889" y="578900"/>
                </a:lnTo>
                <a:lnTo>
                  <a:pt x="8227169" y="539956"/>
                </a:lnTo>
                <a:lnTo>
                  <a:pt x="8229600" y="520915"/>
                </a:lnTo>
                <a:lnTo>
                  <a:pt x="8229231" y="73075"/>
                </a:lnTo>
                <a:lnTo>
                  <a:pt x="821414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6844" y="33375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8156155" y="0"/>
                </a:lnTo>
                <a:lnTo>
                  <a:pt x="8200683" y="15104"/>
                </a:lnTo>
                <a:lnTo>
                  <a:pt x="8226802" y="54224"/>
                </a:lnTo>
                <a:lnTo>
                  <a:pt x="8229231" y="73075"/>
                </a:lnTo>
                <a:lnTo>
                  <a:pt x="8229600" y="520915"/>
                </a:lnTo>
                <a:lnTo>
                  <a:pt x="8228992" y="530555"/>
                </a:lnTo>
                <a:lnTo>
                  <a:pt x="8227169" y="539956"/>
                </a:lnTo>
                <a:lnTo>
                  <a:pt x="8200889" y="578900"/>
                </a:lnTo>
                <a:lnTo>
                  <a:pt x="815651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39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7380" y="3467127"/>
            <a:ext cx="3086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2E7C5B"/>
                </a:solidFill>
                <a:latin typeface="Calibri"/>
                <a:cs typeface="Calibri"/>
              </a:rPr>
              <a:t>0</a:t>
            </a:r>
            <a:r>
              <a:rPr sz="2200" b="1" dirty="0">
                <a:solidFill>
                  <a:srgbClr val="2E7C5B"/>
                </a:solidFill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34084" y="345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5"/>
                </a:lnTo>
                <a:lnTo>
                  <a:pt x="91440" y="24485"/>
                </a:lnTo>
                <a:lnTo>
                  <a:pt x="53636" y="53638"/>
                </a:lnTo>
                <a:lnTo>
                  <a:pt x="24472" y="91440"/>
                </a:lnTo>
                <a:lnTo>
                  <a:pt x="6164" y="135540"/>
                </a:lnTo>
                <a:lnTo>
                  <a:pt x="0" y="182880"/>
                </a:lnTo>
                <a:lnTo>
                  <a:pt x="1546" y="206786"/>
                </a:lnTo>
                <a:lnTo>
                  <a:pt x="13817" y="252842"/>
                </a:lnTo>
                <a:lnTo>
                  <a:pt x="37874" y="294200"/>
                </a:lnTo>
                <a:lnTo>
                  <a:pt x="71559" y="327880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80"/>
                </a:lnTo>
                <a:lnTo>
                  <a:pt x="327878" y="294200"/>
                </a:lnTo>
                <a:lnTo>
                  <a:pt x="351936" y="252842"/>
                </a:lnTo>
                <a:lnTo>
                  <a:pt x="364212" y="206786"/>
                </a:lnTo>
                <a:lnTo>
                  <a:pt x="365759" y="182880"/>
                </a:lnTo>
                <a:lnTo>
                  <a:pt x="364212" y="158973"/>
                </a:lnTo>
                <a:lnTo>
                  <a:pt x="351936" y="112917"/>
                </a:lnTo>
                <a:lnTo>
                  <a:pt x="327878" y="71559"/>
                </a:lnTo>
                <a:lnTo>
                  <a:pt x="294195" y="37879"/>
                </a:lnTo>
                <a:lnTo>
                  <a:pt x="252840" y="13823"/>
                </a:lnTo>
                <a:lnTo>
                  <a:pt x="206781" y="1547"/>
                </a:lnTo>
                <a:lnTo>
                  <a:pt x="182880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34084" y="345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3"/>
                </a:lnTo>
                <a:lnTo>
                  <a:pt x="6164" y="135540"/>
                </a:lnTo>
                <a:lnTo>
                  <a:pt x="24472" y="91440"/>
                </a:lnTo>
                <a:lnTo>
                  <a:pt x="53636" y="53638"/>
                </a:lnTo>
                <a:lnTo>
                  <a:pt x="91440" y="24485"/>
                </a:lnTo>
                <a:lnTo>
                  <a:pt x="135535" y="6165"/>
                </a:lnTo>
                <a:lnTo>
                  <a:pt x="182880" y="0"/>
                </a:lnTo>
                <a:lnTo>
                  <a:pt x="230214" y="6165"/>
                </a:lnTo>
                <a:lnTo>
                  <a:pt x="274320" y="24485"/>
                </a:lnTo>
                <a:lnTo>
                  <a:pt x="312116" y="53638"/>
                </a:lnTo>
                <a:lnTo>
                  <a:pt x="341274" y="91440"/>
                </a:lnTo>
                <a:lnTo>
                  <a:pt x="359594" y="135540"/>
                </a:lnTo>
                <a:lnTo>
                  <a:pt x="365759" y="182880"/>
                </a:lnTo>
                <a:lnTo>
                  <a:pt x="364212" y="206786"/>
                </a:lnTo>
                <a:lnTo>
                  <a:pt x="359594" y="230219"/>
                </a:lnTo>
                <a:lnTo>
                  <a:pt x="341274" y="274320"/>
                </a:lnTo>
                <a:lnTo>
                  <a:pt x="312116" y="312121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21"/>
                </a:lnTo>
                <a:lnTo>
                  <a:pt x="24472" y="274320"/>
                </a:lnTo>
                <a:lnTo>
                  <a:pt x="6164" y="230219"/>
                </a:lnTo>
                <a:lnTo>
                  <a:pt x="1546" y="206786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16882" y="3538799"/>
            <a:ext cx="201295" cy="201295"/>
          </a:xfrm>
          <a:custGeom>
            <a:avLst/>
            <a:gdLst/>
            <a:ahLst/>
            <a:cxnLst/>
            <a:rect l="l" t="t" r="r" b="b"/>
            <a:pathLst>
              <a:path w="201294" h="201295">
                <a:moveTo>
                  <a:pt x="35998" y="80638"/>
                </a:moveTo>
                <a:lnTo>
                  <a:pt x="32035" y="84601"/>
                </a:lnTo>
                <a:lnTo>
                  <a:pt x="17278" y="99002"/>
                </a:lnTo>
                <a:lnTo>
                  <a:pt x="4319" y="118800"/>
                </a:lnTo>
                <a:lnTo>
                  <a:pt x="0" y="141300"/>
                </a:lnTo>
                <a:lnTo>
                  <a:pt x="4319" y="163800"/>
                </a:lnTo>
                <a:lnTo>
                  <a:pt x="17278" y="183597"/>
                </a:lnTo>
                <a:lnTo>
                  <a:pt x="37075" y="196563"/>
                </a:lnTo>
                <a:lnTo>
                  <a:pt x="59575" y="200885"/>
                </a:lnTo>
                <a:lnTo>
                  <a:pt x="82075" y="196563"/>
                </a:lnTo>
                <a:lnTo>
                  <a:pt x="101873" y="183597"/>
                </a:lnTo>
                <a:lnTo>
                  <a:pt x="115815" y="169473"/>
                </a:lnTo>
                <a:lnTo>
                  <a:pt x="59442" y="169473"/>
                </a:lnTo>
                <a:lnTo>
                  <a:pt x="48826" y="167257"/>
                </a:lnTo>
                <a:lnTo>
                  <a:pt x="39592" y="160928"/>
                </a:lnTo>
                <a:lnTo>
                  <a:pt x="33375" y="151693"/>
                </a:lnTo>
                <a:lnTo>
                  <a:pt x="31408" y="141077"/>
                </a:lnTo>
                <a:lnTo>
                  <a:pt x="33625" y="130395"/>
                </a:lnTo>
                <a:lnTo>
                  <a:pt x="39960" y="120961"/>
                </a:lnTo>
                <a:lnTo>
                  <a:pt x="46793" y="114115"/>
                </a:lnTo>
                <a:lnTo>
                  <a:pt x="47055" y="112325"/>
                </a:lnTo>
                <a:lnTo>
                  <a:pt x="47042" y="111245"/>
                </a:lnTo>
                <a:lnTo>
                  <a:pt x="46437" y="109442"/>
                </a:lnTo>
                <a:lnTo>
                  <a:pt x="44278" y="102596"/>
                </a:lnTo>
                <a:lnTo>
                  <a:pt x="42843" y="95764"/>
                </a:lnTo>
                <a:lnTo>
                  <a:pt x="42720" y="86760"/>
                </a:lnTo>
                <a:lnTo>
                  <a:pt x="42475" y="83165"/>
                </a:lnTo>
                <a:lnTo>
                  <a:pt x="35998" y="80638"/>
                </a:lnTo>
                <a:close/>
              </a:path>
              <a:path w="201294" h="201295">
                <a:moveTo>
                  <a:pt x="117722" y="64077"/>
                </a:moveTo>
                <a:lnTo>
                  <a:pt x="114115" y="64446"/>
                </a:lnTo>
                <a:lnTo>
                  <a:pt x="100437" y="78124"/>
                </a:lnTo>
                <a:lnTo>
                  <a:pt x="99122" y="82082"/>
                </a:lnTo>
                <a:lnTo>
                  <a:pt x="99002" y="86760"/>
                </a:lnTo>
                <a:lnTo>
                  <a:pt x="99358" y="87483"/>
                </a:lnTo>
                <a:lnTo>
                  <a:pt x="99358" y="88563"/>
                </a:lnTo>
                <a:lnTo>
                  <a:pt x="100082" y="89642"/>
                </a:lnTo>
                <a:lnTo>
                  <a:pt x="100437" y="90366"/>
                </a:lnTo>
                <a:lnTo>
                  <a:pt x="101161" y="91078"/>
                </a:lnTo>
                <a:lnTo>
                  <a:pt x="101873" y="91446"/>
                </a:lnTo>
                <a:lnTo>
                  <a:pt x="102952" y="92525"/>
                </a:lnTo>
                <a:lnTo>
                  <a:pt x="104400" y="93605"/>
                </a:lnTo>
                <a:lnTo>
                  <a:pt x="105835" y="95040"/>
                </a:lnTo>
                <a:lnTo>
                  <a:pt x="112114" y="104274"/>
                </a:lnTo>
                <a:lnTo>
                  <a:pt x="114207" y="114890"/>
                </a:lnTo>
                <a:lnTo>
                  <a:pt x="112114" y="125572"/>
                </a:lnTo>
                <a:lnTo>
                  <a:pt x="105835" y="135007"/>
                </a:lnTo>
                <a:lnTo>
                  <a:pt x="79559" y="161283"/>
                </a:lnTo>
                <a:lnTo>
                  <a:pt x="70124" y="167505"/>
                </a:lnTo>
                <a:lnTo>
                  <a:pt x="59442" y="169473"/>
                </a:lnTo>
                <a:lnTo>
                  <a:pt x="115815" y="169473"/>
                </a:lnTo>
                <a:lnTo>
                  <a:pt x="128162" y="156965"/>
                </a:lnTo>
                <a:lnTo>
                  <a:pt x="141170" y="137373"/>
                </a:lnTo>
                <a:lnTo>
                  <a:pt x="145573" y="114979"/>
                </a:lnTo>
                <a:lnTo>
                  <a:pt x="141270" y="92518"/>
                </a:lnTo>
                <a:lnTo>
                  <a:pt x="128162" y="72726"/>
                </a:lnTo>
                <a:lnTo>
                  <a:pt x="125634" y="70199"/>
                </a:lnTo>
                <a:lnTo>
                  <a:pt x="123120" y="68040"/>
                </a:lnTo>
                <a:lnTo>
                  <a:pt x="120237" y="65881"/>
                </a:lnTo>
                <a:lnTo>
                  <a:pt x="117722" y="64077"/>
                </a:lnTo>
                <a:close/>
              </a:path>
              <a:path w="201294" h="201295">
                <a:moveTo>
                  <a:pt x="141300" y="0"/>
                </a:moveTo>
                <a:lnTo>
                  <a:pt x="99002" y="17278"/>
                </a:lnTo>
                <a:lnTo>
                  <a:pt x="59705" y="63512"/>
                </a:lnTo>
                <a:lnTo>
                  <a:pt x="55302" y="85904"/>
                </a:lnTo>
                <a:lnTo>
                  <a:pt x="59605" y="108364"/>
                </a:lnTo>
                <a:lnTo>
                  <a:pt x="83153" y="136798"/>
                </a:lnTo>
                <a:lnTo>
                  <a:pt x="86760" y="136442"/>
                </a:lnTo>
                <a:lnTo>
                  <a:pt x="100437" y="122764"/>
                </a:lnTo>
                <a:lnTo>
                  <a:pt x="101755" y="118800"/>
                </a:lnTo>
                <a:lnTo>
                  <a:pt x="101873" y="114115"/>
                </a:lnTo>
                <a:lnTo>
                  <a:pt x="101517" y="113404"/>
                </a:lnTo>
                <a:lnTo>
                  <a:pt x="101517" y="112325"/>
                </a:lnTo>
                <a:lnTo>
                  <a:pt x="100793" y="111245"/>
                </a:lnTo>
                <a:lnTo>
                  <a:pt x="100437" y="110521"/>
                </a:lnTo>
                <a:lnTo>
                  <a:pt x="99714" y="109797"/>
                </a:lnTo>
                <a:lnTo>
                  <a:pt x="99002" y="109442"/>
                </a:lnTo>
                <a:lnTo>
                  <a:pt x="97923" y="108362"/>
                </a:lnTo>
                <a:lnTo>
                  <a:pt x="96475" y="107283"/>
                </a:lnTo>
                <a:lnTo>
                  <a:pt x="95040" y="105848"/>
                </a:lnTo>
                <a:lnTo>
                  <a:pt x="88761" y="96613"/>
                </a:lnTo>
                <a:lnTo>
                  <a:pt x="86667" y="85998"/>
                </a:lnTo>
                <a:lnTo>
                  <a:pt x="88761" y="75315"/>
                </a:lnTo>
                <a:lnTo>
                  <a:pt x="95040" y="65881"/>
                </a:lnTo>
                <a:lnTo>
                  <a:pt x="121316" y="39604"/>
                </a:lnTo>
                <a:lnTo>
                  <a:pt x="130751" y="33381"/>
                </a:lnTo>
                <a:lnTo>
                  <a:pt x="141433" y="31410"/>
                </a:lnTo>
                <a:lnTo>
                  <a:pt x="192845" y="31410"/>
                </a:lnTo>
                <a:lnTo>
                  <a:pt x="183597" y="17278"/>
                </a:lnTo>
                <a:lnTo>
                  <a:pt x="163800" y="4319"/>
                </a:lnTo>
                <a:lnTo>
                  <a:pt x="141300" y="0"/>
                </a:lnTo>
                <a:close/>
              </a:path>
              <a:path w="201294" h="201295">
                <a:moveTo>
                  <a:pt x="192845" y="31410"/>
                </a:moveTo>
                <a:lnTo>
                  <a:pt x="141433" y="31410"/>
                </a:lnTo>
                <a:lnTo>
                  <a:pt x="152049" y="33625"/>
                </a:lnTo>
                <a:lnTo>
                  <a:pt x="161283" y="39960"/>
                </a:lnTo>
                <a:lnTo>
                  <a:pt x="167500" y="49195"/>
                </a:lnTo>
                <a:lnTo>
                  <a:pt x="169467" y="59810"/>
                </a:lnTo>
                <a:lnTo>
                  <a:pt x="167250" y="70492"/>
                </a:lnTo>
                <a:lnTo>
                  <a:pt x="160915" y="79927"/>
                </a:lnTo>
                <a:lnTo>
                  <a:pt x="154082" y="86760"/>
                </a:lnTo>
                <a:lnTo>
                  <a:pt x="153819" y="88563"/>
                </a:lnTo>
                <a:lnTo>
                  <a:pt x="153833" y="89642"/>
                </a:lnTo>
                <a:lnTo>
                  <a:pt x="154779" y="92525"/>
                </a:lnTo>
                <a:lnTo>
                  <a:pt x="156597" y="98278"/>
                </a:lnTo>
                <a:lnTo>
                  <a:pt x="158032" y="105124"/>
                </a:lnTo>
                <a:lnTo>
                  <a:pt x="158106" y="113404"/>
                </a:lnTo>
                <a:lnTo>
                  <a:pt x="158400" y="117722"/>
                </a:lnTo>
                <a:lnTo>
                  <a:pt x="164877" y="120237"/>
                </a:lnTo>
                <a:lnTo>
                  <a:pt x="168840" y="116287"/>
                </a:lnTo>
                <a:lnTo>
                  <a:pt x="183597" y="101885"/>
                </a:lnTo>
                <a:lnTo>
                  <a:pt x="196556" y="82082"/>
                </a:lnTo>
                <a:lnTo>
                  <a:pt x="200875" y="59582"/>
                </a:lnTo>
                <a:lnTo>
                  <a:pt x="196556" y="37081"/>
                </a:lnTo>
                <a:lnTo>
                  <a:pt x="192845" y="314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70024" y="3421216"/>
            <a:ext cx="3015615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Pedile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las</a:t>
            </a:r>
            <a:r>
              <a:rPr sz="1300" b="1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fuentes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URLs,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fechas, referencias.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Si no las puede </a:t>
            </a:r>
            <a:r>
              <a:rPr sz="1050" spc="-30" dirty="0">
                <a:solidFill>
                  <a:srgbClr val="5B6573"/>
                </a:solidFill>
                <a:latin typeface="Calibri"/>
                <a:cs typeface="Calibri"/>
              </a:rPr>
              <a:t>dar,</a:t>
            </a:r>
            <a:r>
              <a:rPr sz="1050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sospechá.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6844" y="40233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8156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15091" y="565654"/>
                </a:lnTo>
                <a:lnTo>
                  <a:pt x="54041" y="591931"/>
                </a:lnTo>
                <a:lnTo>
                  <a:pt x="73075" y="594360"/>
                </a:lnTo>
                <a:lnTo>
                  <a:pt x="8156511" y="594004"/>
                </a:lnTo>
                <a:lnTo>
                  <a:pt x="8200889" y="578900"/>
                </a:lnTo>
                <a:lnTo>
                  <a:pt x="8227169" y="539956"/>
                </a:lnTo>
                <a:lnTo>
                  <a:pt x="8229600" y="520915"/>
                </a:lnTo>
                <a:lnTo>
                  <a:pt x="8229231" y="73075"/>
                </a:lnTo>
                <a:lnTo>
                  <a:pt x="8214140" y="28705"/>
                </a:lnTo>
                <a:lnTo>
                  <a:pt x="8175190" y="2428"/>
                </a:lnTo>
                <a:lnTo>
                  <a:pt x="815615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6844" y="4023362"/>
            <a:ext cx="8229600" cy="594360"/>
          </a:xfrm>
          <a:custGeom>
            <a:avLst/>
            <a:gdLst/>
            <a:ahLst/>
            <a:cxnLst/>
            <a:rect l="l" t="t" r="r" b="b"/>
            <a:pathLst>
              <a:path w="8229600" h="594360">
                <a:moveTo>
                  <a:pt x="0" y="73075"/>
                </a:moveTo>
                <a:lnTo>
                  <a:pt x="607" y="63443"/>
                </a:lnTo>
                <a:lnTo>
                  <a:pt x="2428" y="54046"/>
                </a:lnTo>
                <a:lnTo>
                  <a:pt x="28698" y="15098"/>
                </a:lnTo>
                <a:lnTo>
                  <a:pt x="73075" y="0"/>
                </a:lnTo>
                <a:lnTo>
                  <a:pt x="8156155" y="0"/>
                </a:lnTo>
                <a:lnTo>
                  <a:pt x="8200683" y="15104"/>
                </a:lnTo>
                <a:lnTo>
                  <a:pt x="8226802" y="54224"/>
                </a:lnTo>
                <a:lnTo>
                  <a:pt x="8229231" y="73075"/>
                </a:lnTo>
                <a:lnTo>
                  <a:pt x="8229600" y="520915"/>
                </a:lnTo>
                <a:lnTo>
                  <a:pt x="8228992" y="530555"/>
                </a:lnTo>
                <a:lnTo>
                  <a:pt x="8227169" y="539956"/>
                </a:lnTo>
                <a:lnTo>
                  <a:pt x="8200889" y="578900"/>
                </a:lnTo>
                <a:lnTo>
                  <a:pt x="8156511" y="594004"/>
                </a:lnTo>
                <a:lnTo>
                  <a:pt x="73075" y="594360"/>
                </a:lnTo>
                <a:lnTo>
                  <a:pt x="28548" y="579255"/>
                </a:lnTo>
                <a:lnTo>
                  <a:pt x="2428" y="540135"/>
                </a:lnTo>
                <a:lnTo>
                  <a:pt x="0" y="521284"/>
                </a:lnTo>
                <a:lnTo>
                  <a:pt x="0" y="73075"/>
                </a:lnTo>
                <a:close/>
              </a:path>
            </a:pathLst>
          </a:custGeom>
          <a:ln w="395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27380" y="4152927"/>
            <a:ext cx="308610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B22133"/>
                </a:solidFill>
                <a:latin typeface="Calibri"/>
                <a:cs typeface="Calibri"/>
              </a:rPr>
              <a:t>0</a:t>
            </a:r>
            <a:r>
              <a:rPr sz="2200" b="1" dirty="0">
                <a:solidFill>
                  <a:srgbClr val="B22133"/>
                </a:solidFill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234084" y="4141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5535" y="6165"/>
                </a:lnTo>
                <a:lnTo>
                  <a:pt x="91440" y="24485"/>
                </a:lnTo>
                <a:lnTo>
                  <a:pt x="53636" y="53638"/>
                </a:lnTo>
                <a:lnTo>
                  <a:pt x="24472" y="91440"/>
                </a:lnTo>
                <a:lnTo>
                  <a:pt x="6164" y="135540"/>
                </a:lnTo>
                <a:lnTo>
                  <a:pt x="0" y="182880"/>
                </a:lnTo>
                <a:lnTo>
                  <a:pt x="1546" y="206786"/>
                </a:lnTo>
                <a:lnTo>
                  <a:pt x="13817" y="252842"/>
                </a:lnTo>
                <a:lnTo>
                  <a:pt x="37874" y="294200"/>
                </a:lnTo>
                <a:lnTo>
                  <a:pt x="71559" y="327880"/>
                </a:lnTo>
                <a:lnTo>
                  <a:pt x="112912" y="351936"/>
                </a:lnTo>
                <a:lnTo>
                  <a:pt x="158971" y="364212"/>
                </a:lnTo>
                <a:lnTo>
                  <a:pt x="182880" y="365760"/>
                </a:lnTo>
                <a:lnTo>
                  <a:pt x="206781" y="364212"/>
                </a:lnTo>
                <a:lnTo>
                  <a:pt x="252840" y="351936"/>
                </a:lnTo>
                <a:lnTo>
                  <a:pt x="294195" y="327880"/>
                </a:lnTo>
                <a:lnTo>
                  <a:pt x="327878" y="294200"/>
                </a:lnTo>
                <a:lnTo>
                  <a:pt x="351936" y="252842"/>
                </a:lnTo>
                <a:lnTo>
                  <a:pt x="364212" y="206786"/>
                </a:lnTo>
                <a:lnTo>
                  <a:pt x="365759" y="182880"/>
                </a:lnTo>
                <a:lnTo>
                  <a:pt x="364212" y="158973"/>
                </a:lnTo>
                <a:lnTo>
                  <a:pt x="351936" y="112917"/>
                </a:lnTo>
                <a:lnTo>
                  <a:pt x="327878" y="71559"/>
                </a:lnTo>
                <a:lnTo>
                  <a:pt x="294195" y="37879"/>
                </a:lnTo>
                <a:lnTo>
                  <a:pt x="252840" y="13823"/>
                </a:lnTo>
                <a:lnTo>
                  <a:pt x="206781" y="1547"/>
                </a:lnTo>
                <a:lnTo>
                  <a:pt x="182880" y="0"/>
                </a:lnTo>
                <a:close/>
              </a:path>
            </a:pathLst>
          </a:custGeom>
          <a:solidFill>
            <a:srgbClr val="B22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34084" y="4141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1546" y="158973"/>
                </a:lnTo>
                <a:lnTo>
                  <a:pt x="6164" y="135540"/>
                </a:lnTo>
                <a:lnTo>
                  <a:pt x="24472" y="91440"/>
                </a:lnTo>
                <a:lnTo>
                  <a:pt x="53636" y="53638"/>
                </a:lnTo>
                <a:lnTo>
                  <a:pt x="91440" y="24485"/>
                </a:lnTo>
                <a:lnTo>
                  <a:pt x="135535" y="6165"/>
                </a:lnTo>
                <a:lnTo>
                  <a:pt x="182880" y="0"/>
                </a:lnTo>
                <a:lnTo>
                  <a:pt x="230214" y="6165"/>
                </a:lnTo>
                <a:lnTo>
                  <a:pt x="274320" y="24485"/>
                </a:lnTo>
                <a:lnTo>
                  <a:pt x="312116" y="53638"/>
                </a:lnTo>
                <a:lnTo>
                  <a:pt x="341274" y="91440"/>
                </a:lnTo>
                <a:lnTo>
                  <a:pt x="359594" y="135540"/>
                </a:lnTo>
                <a:lnTo>
                  <a:pt x="365759" y="182880"/>
                </a:lnTo>
                <a:lnTo>
                  <a:pt x="364212" y="206786"/>
                </a:lnTo>
                <a:lnTo>
                  <a:pt x="359594" y="230219"/>
                </a:lnTo>
                <a:lnTo>
                  <a:pt x="341274" y="274320"/>
                </a:lnTo>
                <a:lnTo>
                  <a:pt x="312116" y="312121"/>
                </a:lnTo>
                <a:lnTo>
                  <a:pt x="274320" y="341274"/>
                </a:lnTo>
                <a:lnTo>
                  <a:pt x="230214" y="359594"/>
                </a:lnTo>
                <a:lnTo>
                  <a:pt x="182880" y="365760"/>
                </a:lnTo>
                <a:lnTo>
                  <a:pt x="135535" y="359594"/>
                </a:lnTo>
                <a:lnTo>
                  <a:pt x="91440" y="341274"/>
                </a:lnTo>
                <a:lnTo>
                  <a:pt x="53636" y="312121"/>
                </a:lnTo>
                <a:lnTo>
                  <a:pt x="24472" y="274320"/>
                </a:lnTo>
                <a:lnTo>
                  <a:pt x="6164" y="230219"/>
                </a:lnTo>
                <a:lnTo>
                  <a:pt x="1546" y="206786"/>
                </a:lnTo>
                <a:lnTo>
                  <a:pt x="0" y="182880"/>
                </a:lnTo>
                <a:close/>
              </a:path>
            </a:pathLst>
          </a:custGeom>
          <a:ln w="1259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48562" y="4224961"/>
            <a:ext cx="137795" cy="200660"/>
          </a:xfrm>
          <a:custGeom>
            <a:avLst/>
            <a:gdLst/>
            <a:ahLst/>
            <a:cxnLst/>
            <a:rect l="l" t="t" r="r" b="b"/>
            <a:pathLst>
              <a:path w="137794" h="200660">
                <a:moveTo>
                  <a:pt x="103314" y="181444"/>
                </a:moveTo>
                <a:lnTo>
                  <a:pt x="34201" y="181444"/>
                </a:lnTo>
                <a:lnTo>
                  <a:pt x="31318" y="184315"/>
                </a:lnTo>
                <a:lnTo>
                  <a:pt x="31318" y="197281"/>
                </a:lnTo>
                <a:lnTo>
                  <a:pt x="34201" y="200164"/>
                </a:lnTo>
                <a:lnTo>
                  <a:pt x="103314" y="200164"/>
                </a:lnTo>
                <a:lnTo>
                  <a:pt x="106197" y="197281"/>
                </a:lnTo>
                <a:lnTo>
                  <a:pt x="106197" y="184315"/>
                </a:lnTo>
                <a:lnTo>
                  <a:pt x="103314" y="181444"/>
                </a:lnTo>
                <a:close/>
              </a:path>
              <a:path w="137794" h="200660">
                <a:moveTo>
                  <a:pt x="15836" y="75234"/>
                </a:moveTo>
                <a:lnTo>
                  <a:pt x="2882" y="75234"/>
                </a:lnTo>
                <a:lnTo>
                  <a:pt x="0" y="77762"/>
                </a:lnTo>
                <a:lnTo>
                  <a:pt x="0" y="96837"/>
                </a:lnTo>
                <a:lnTo>
                  <a:pt x="4421" y="122200"/>
                </a:lnTo>
                <a:lnTo>
                  <a:pt x="16740" y="143952"/>
                </a:lnTo>
                <a:lnTo>
                  <a:pt x="35538" y="159968"/>
                </a:lnTo>
                <a:lnTo>
                  <a:pt x="59397" y="168122"/>
                </a:lnTo>
                <a:lnTo>
                  <a:pt x="59397" y="181444"/>
                </a:lnTo>
                <a:lnTo>
                  <a:pt x="78117" y="181444"/>
                </a:lnTo>
                <a:lnTo>
                  <a:pt x="78117" y="168122"/>
                </a:lnTo>
                <a:lnTo>
                  <a:pt x="101521" y="160424"/>
                </a:lnTo>
                <a:lnTo>
                  <a:pt x="114937" y="149758"/>
                </a:lnTo>
                <a:lnTo>
                  <a:pt x="63715" y="149758"/>
                </a:lnTo>
                <a:lnTo>
                  <a:pt x="45749" y="144242"/>
                </a:lnTo>
                <a:lnTo>
                  <a:pt x="31497" y="132614"/>
                </a:lnTo>
                <a:lnTo>
                  <a:pt x="22105" y="116598"/>
                </a:lnTo>
                <a:lnTo>
                  <a:pt x="18719" y="97917"/>
                </a:lnTo>
                <a:lnTo>
                  <a:pt x="18719" y="77762"/>
                </a:lnTo>
                <a:lnTo>
                  <a:pt x="15836" y="75234"/>
                </a:lnTo>
                <a:close/>
              </a:path>
              <a:path w="137794" h="200660">
                <a:moveTo>
                  <a:pt x="134632" y="75234"/>
                </a:moveTo>
                <a:lnTo>
                  <a:pt x="121678" y="75234"/>
                </a:lnTo>
                <a:lnTo>
                  <a:pt x="118795" y="77762"/>
                </a:lnTo>
                <a:lnTo>
                  <a:pt x="118795" y="100076"/>
                </a:lnTo>
                <a:lnTo>
                  <a:pt x="114391" y="120545"/>
                </a:lnTo>
                <a:lnTo>
                  <a:pt x="102462" y="136932"/>
                </a:lnTo>
                <a:lnTo>
                  <a:pt x="84929" y="147312"/>
                </a:lnTo>
                <a:lnTo>
                  <a:pt x="63715" y="149758"/>
                </a:lnTo>
                <a:lnTo>
                  <a:pt x="114937" y="149758"/>
                </a:lnTo>
                <a:lnTo>
                  <a:pt x="120370" y="145438"/>
                </a:lnTo>
                <a:lnTo>
                  <a:pt x="132942" y="124783"/>
                </a:lnTo>
                <a:lnTo>
                  <a:pt x="137515" y="100076"/>
                </a:lnTo>
                <a:lnTo>
                  <a:pt x="137515" y="77762"/>
                </a:lnTo>
                <a:lnTo>
                  <a:pt x="134632" y="75234"/>
                </a:lnTo>
                <a:close/>
              </a:path>
              <a:path w="137794" h="200660">
                <a:moveTo>
                  <a:pt x="68757" y="0"/>
                </a:moveTo>
                <a:lnTo>
                  <a:pt x="54099" y="2963"/>
                </a:lnTo>
                <a:lnTo>
                  <a:pt x="42208" y="11023"/>
                </a:lnTo>
                <a:lnTo>
                  <a:pt x="34232" y="22931"/>
                </a:lnTo>
                <a:lnTo>
                  <a:pt x="31318" y="37439"/>
                </a:lnTo>
                <a:lnTo>
                  <a:pt x="31318" y="100076"/>
                </a:lnTo>
                <a:lnTo>
                  <a:pt x="34232" y="114734"/>
                </a:lnTo>
                <a:lnTo>
                  <a:pt x="42208" y="126625"/>
                </a:lnTo>
                <a:lnTo>
                  <a:pt x="54099" y="134601"/>
                </a:lnTo>
                <a:lnTo>
                  <a:pt x="68757" y="137515"/>
                </a:lnTo>
                <a:lnTo>
                  <a:pt x="83415" y="134601"/>
                </a:lnTo>
                <a:lnTo>
                  <a:pt x="95307" y="126625"/>
                </a:lnTo>
                <a:lnTo>
                  <a:pt x="103283" y="114734"/>
                </a:lnTo>
                <a:lnTo>
                  <a:pt x="106197" y="100076"/>
                </a:lnTo>
                <a:lnTo>
                  <a:pt x="106197" y="37439"/>
                </a:lnTo>
                <a:lnTo>
                  <a:pt x="103283" y="22931"/>
                </a:lnTo>
                <a:lnTo>
                  <a:pt x="95307" y="11023"/>
                </a:lnTo>
                <a:lnTo>
                  <a:pt x="83415" y="2963"/>
                </a:lnTo>
                <a:lnTo>
                  <a:pt x="687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770024" y="4107016"/>
            <a:ext cx="335026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Ponele 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tu</a:t>
            </a:r>
            <a:r>
              <a:rPr sz="1300" b="1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15" dirty="0">
                <a:solidFill>
                  <a:srgbClr val="191919"/>
                </a:solidFill>
                <a:latin typeface="Calibri"/>
                <a:cs typeface="Calibri"/>
              </a:rPr>
              <a:t>voz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No copies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y pegues.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Releé, ajustá,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sumá lo que solo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vos</a:t>
            </a:r>
            <a:r>
              <a:rPr sz="105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sabés.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43533" y="4907961"/>
            <a:ext cx="8077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Buenas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prácticas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4586605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5" dirty="0">
                <a:solidFill>
                  <a:srgbClr val="003DA4"/>
                </a:solidFill>
              </a:rPr>
              <a:t>Lo </a:t>
            </a:r>
            <a:r>
              <a:rPr sz="2800" spc="-5" dirty="0">
                <a:solidFill>
                  <a:srgbClr val="003DA4"/>
                </a:solidFill>
              </a:rPr>
              <a:t>que Claude NO hace por</a:t>
            </a:r>
            <a:r>
              <a:rPr sz="2800" spc="-40" dirty="0">
                <a:solidFill>
                  <a:srgbClr val="003DA4"/>
                </a:solidFill>
              </a:rPr>
              <a:t> </a:t>
            </a:r>
            <a:r>
              <a:rPr sz="2800" spc="-15" dirty="0">
                <a:solidFill>
                  <a:srgbClr val="003DA4"/>
                </a:solidFill>
              </a:rPr>
              <a:t>vos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Para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que no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te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sorprendas (ni le pidas peras al</a:t>
            </a:r>
            <a:r>
              <a:rPr sz="1300" b="0" i="1" spc="-3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5" dirty="0">
                <a:solidFill>
                  <a:srgbClr val="5B6573"/>
                </a:solidFill>
                <a:latin typeface="Calibri"/>
                <a:cs typeface="Calibri"/>
              </a:rPr>
              <a:t>olmo)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76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69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69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69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1" y="1487073"/>
                </a:lnTo>
                <a:lnTo>
                  <a:pt x="2689520" y="1528157"/>
                </a:lnTo>
                <a:lnTo>
                  <a:pt x="2648434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0433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5" y="9313"/>
                </a:lnTo>
                <a:lnTo>
                  <a:pt x="137159" y="36715"/>
                </a:lnTo>
                <a:lnTo>
                  <a:pt x="80329" y="80317"/>
                </a:lnTo>
                <a:lnTo>
                  <a:pt x="36728" y="137160"/>
                </a:lnTo>
                <a:lnTo>
                  <a:pt x="9320" y="203306"/>
                </a:lnTo>
                <a:lnTo>
                  <a:pt x="0" y="274320"/>
                </a:lnTo>
                <a:lnTo>
                  <a:pt x="2347" y="310226"/>
                </a:lnTo>
                <a:lnTo>
                  <a:pt x="20815" y="379209"/>
                </a:lnTo>
                <a:lnTo>
                  <a:pt x="56723" y="441397"/>
                </a:lnTo>
                <a:lnTo>
                  <a:pt x="107242" y="491916"/>
                </a:lnTo>
                <a:lnTo>
                  <a:pt x="169430" y="527830"/>
                </a:lnTo>
                <a:lnTo>
                  <a:pt x="238413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404" y="491916"/>
                </a:lnTo>
                <a:lnTo>
                  <a:pt x="491929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9" y="107235"/>
                </a:lnTo>
                <a:lnTo>
                  <a:pt x="441404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B22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40433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20"/>
                </a:moveTo>
                <a:lnTo>
                  <a:pt x="2347" y="238406"/>
                </a:lnTo>
                <a:lnTo>
                  <a:pt x="9320" y="203306"/>
                </a:lnTo>
                <a:lnTo>
                  <a:pt x="36728" y="137160"/>
                </a:lnTo>
                <a:lnTo>
                  <a:pt x="80329" y="80317"/>
                </a:lnTo>
                <a:lnTo>
                  <a:pt x="137159" y="36715"/>
                </a:lnTo>
                <a:lnTo>
                  <a:pt x="203315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79" y="36715"/>
                </a:lnTo>
                <a:lnTo>
                  <a:pt x="468322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22" y="468310"/>
                </a:lnTo>
                <a:lnTo>
                  <a:pt x="411479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5" y="539324"/>
                </a:lnTo>
                <a:lnTo>
                  <a:pt x="137159" y="511911"/>
                </a:lnTo>
                <a:lnTo>
                  <a:pt x="80329" y="468310"/>
                </a:lnTo>
                <a:lnTo>
                  <a:pt x="36728" y="411480"/>
                </a:lnTo>
                <a:lnTo>
                  <a:pt x="9320" y="345324"/>
                </a:lnTo>
                <a:lnTo>
                  <a:pt x="2347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B221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4280" y="1630796"/>
            <a:ext cx="302895" cy="302895"/>
          </a:xfrm>
          <a:custGeom>
            <a:avLst/>
            <a:gdLst/>
            <a:ahLst/>
            <a:cxnLst/>
            <a:rect l="l" t="t" r="r" b="b"/>
            <a:pathLst>
              <a:path w="302894" h="302894">
                <a:moveTo>
                  <a:pt x="86263" y="171002"/>
                </a:moveTo>
                <a:lnTo>
                  <a:pt x="5400" y="244081"/>
                </a:lnTo>
                <a:lnTo>
                  <a:pt x="0" y="257270"/>
                </a:lnTo>
                <a:lnTo>
                  <a:pt x="1350" y="264387"/>
                </a:lnTo>
                <a:lnTo>
                  <a:pt x="5400" y="270725"/>
                </a:lnTo>
                <a:lnTo>
                  <a:pt x="32045" y="297370"/>
                </a:lnTo>
                <a:lnTo>
                  <a:pt x="38381" y="301421"/>
                </a:lnTo>
                <a:lnTo>
                  <a:pt x="45494" y="302771"/>
                </a:lnTo>
                <a:lnTo>
                  <a:pt x="52540" y="301421"/>
                </a:lnTo>
                <a:lnTo>
                  <a:pt x="58677" y="297370"/>
                </a:lnTo>
                <a:lnTo>
                  <a:pt x="126355" y="229679"/>
                </a:lnTo>
                <a:lnTo>
                  <a:pt x="130405" y="223548"/>
                </a:lnTo>
                <a:lnTo>
                  <a:pt x="131756" y="216501"/>
                </a:lnTo>
                <a:lnTo>
                  <a:pt x="130405" y="209385"/>
                </a:lnTo>
                <a:lnTo>
                  <a:pt x="126355" y="203047"/>
                </a:lnTo>
                <a:lnTo>
                  <a:pt x="123116" y="199809"/>
                </a:lnTo>
                <a:lnTo>
                  <a:pt x="143134" y="179641"/>
                </a:lnTo>
                <a:lnTo>
                  <a:pt x="102962" y="179641"/>
                </a:lnTo>
                <a:lnTo>
                  <a:pt x="99723" y="176403"/>
                </a:lnTo>
                <a:lnTo>
                  <a:pt x="93379" y="172352"/>
                </a:lnTo>
                <a:lnTo>
                  <a:pt x="86263" y="171002"/>
                </a:lnTo>
                <a:close/>
              </a:path>
              <a:path w="302894" h="302894">
                <a:moveTo>
                  <a:pt x="284038" y="151930"/>
                </a:moveTo>
                <a:lnTo>
                  <a:pt x="170640" y="151930"/>
                </a:lnTo>
                <a:lnTo>
                  <a:pt x="194033" y="175323"/>
                </a:lnTo>
                <a:lnTo>
                  <a:pt x="185042" y="184327"/>
                </a:lnTo>
                <a:lnTo>
                  <a:pt x="185042" y="193319"/>
                </a:lnTo>
                <a:lnTo>
                  <a:pt x="190795" y="198729"/>
                </a:lnTo>
                <a:lnTo>
                  <a:pt x="209515" y="217449"/>
                </a:lnTo>
                <a:lnTo>
                  <a:pt x="218519" y="217449"/>
                </a:lnTo>
                <a:lnTo>
                  <a:pt x="284038" y="151930"/>
                </a:lnTo>
                <a:close/>
              </a:path>
              <a:path w="302894" h="302894">
                <a:moveTo>
                  <a:pt x="278272" y="100088"/>
                </a:moveTo>
                <a:lnTo>
                  <a:pt x="269281" y="100088"/>
                </a:lnTo>
                <a:lnTo>
                  <a:pt x="260645" y="108724"/>
                </a:lnTo>
                <a:lnTo>
                  <a:pt x="127434" y="108724"/>
                </a:lnTo>
                <a:lnTo>
                  <a:pt x="150841" y="132130"/>
                </a:lnTo>
                <a:lnTo>
                  <a:pt x="102962" y="179641"/>
                </a:lnTo>
                <a:lnTo>
                  <a:pt x="143134" y="179641"/>
                </a:lnTo>
                <a:lnTo>
                  <a:pt x="170640" y="151930"/>
                </a:lnTo>
                <a:lnTo>
                  <a:pt x="284038" y="151930"/>
                </a:lnTo>
                <a:lnTo>
                  <a:pt x="302758" y="133210"/>
                </a:lnTo>
                <a:lnTo>
                  <a:pt x="302758" y="124206"/>
                </a:lnTo>
                <a:lnTo>
                  <a:pt x="284038" y="105486"/>
                </a:lnTo>
                <a:lnTo>
                  <a:pt x="278272" y="100088"/>
                </a:lnTo>
                <a:close/>
              </a:path>
              <a:path w="302894" h="302894">
                <a:moveTo>
                  <a:pt x="178565" y="0"/>
                </a:moveTo>
                <a:lnTo>
                  <a:pt x="169560" y="0"/>
                </a:lnTo>
                <a:lnTo>
                  <a:pt x="85321" y="84251"/>
                </a:lnTo>
                <a:lnTo>
                  <a:pt x="85321" y="93243"/>
                </a:lnTo>
                <a:lnTo>
                  <a:pt x="104041" y="111963"/>
                </a:lnTo>
                <a:lnTo>
                  <a:pt x="109439" y="117729"/>
                </a:lnTo>
                <a:lnTo>
                  <a:pt x="118443" y="117729"/>
                </a:lnTo>
                <a:lnTo>
                  <a:pt x="127434" y="108724"/>
                </a:lnTo>
                <a:lnTo>
                  <a:pt x="260645" y="108724"/>
                </a:lnTo>
                <a:lnTo>
                  <a:pt x="194033" y="42125"/>
                </a:lnTo>
                <a:lnTo>
                  <a:pt x="202682" y="33489"/>
                </a:lnTo>
                <a:lnTo>
                  <a:pt x="202682" y="24485"/>
                </a:lnTo>
                <a:lnTo>
                  <a:pt x="197284" y="18719"/>
                </a:lnTo>
                <a:lnTo>
                  <a:pt x="1785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6736" y="2148727"/>
            <a:ext cx="1992630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 marR="5080" indent="-711835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reemplaza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al escribano ni al 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abogado</a:t>
            </a:r>
            <a:endParaRPr sz="1200">
              <a:latin typeface="Calibri"/>
              <a:cs typeface="Calibri"/>
            </a:endParaRPr>
          </a:p>
          <a:p>
            <a:pPr marL="42545">
              <a:lnSpc>
                <a:spcPts val="1140"/>
              </a:lnSpc>
            </a:pP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Su análisis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legal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es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ayuda,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no</a:t>
            </a:r>
            <a:r>
              <a:rPr sz="950" spc="1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dictamen.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63760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36" y="1519165"/>
                </a:lnTo>
                <a:lnTo>
                  <a:pt x="56505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3760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46" y="26690"/>
                </a:lnTo>
                <a:lnTo>
                  <a:pt x="68130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18" y="1528157"/>
                </a:lnTo>
                <a:lnTo>
                  <a:pt x="2648429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55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47717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20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7" y="441397"/>
                </a:lnTo>
                <a:lnTo>
                  <a:pt x="107242" y="491916"/>
                </a:lnTo>
                <a:lnTo>
                  <a:pt x="169424" y="527830"/>
                </a:lnTo>
                <a:lnTo>
                  <a:pt x="238411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399" y="491916"/>
                </a:lnTo>
                <a:lnTo>
                  <a:pt x="491927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7" y="107235"/>
                </a:lnTo>
                <a:lnTo>
                  <a:pt x="441399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47717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20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7" y="80317"/>
                </a:lnTo>
                <a:lnTo>
                  <a:pt x="137160" y="36715"/>
                </a:lnTo>
                <a:lnTo>
                  <a:pt x="203311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80" y="36715"/>
                </a:lnTo>
                <a:lnTo>
                  <a:pt x="468317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17" y="468310"/>
                </a:lnTo>
                <a:lnTo>
                  <a:pt x="411480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1" y="539324"/>
                </a:lnTo>
                <a:lnTo>
                  <a:pt x="137160" y="511911"/>
                </a:lnTo>
                <a:lnTo>
                  <a:pt x="80327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0999" y="1632914"/>
            <a:ext cx="262890" cy="300355"/>
          </a:xfrm>
          <a:custGeom>
            <a:avLst/>
            <a:gdLst/>
            <a:ahLst/>
            <a:cxnLst/>
            <a:rect l="l" t="t" r="r" b="b"/>
            <a:pathLst>
              <a:path w="262889" h="300355">
                <a:moveTo>
                  <a:pt x="100381" y="0"/>
                </a:moveTo>
                <a:lnTo>
                  <a:pt x="70697" y="27816"/>
                </a:lnTo>
                <a:lnTo>
                  <a:pt x="59766" y="55489"/>
                </a:lnTo>
                <a:lnTo>
                  <a:pt x="42717" y="59384"/>
                </a:lnTo>
                <a:lnTo>
                  <a:pt x="29789" y="63992"/>
                </a:lnTo>
                <a:lnTo>
                  <a:pt x="21588" y="69209"/>
                </a:lnTo>
                <a:lnTo>
                  <a:pt x="18719" y="74933"/>
                </a:lnTo>
                <a:lnTo>
                  <a:pt x="21330" y="80387"/>
                </a:lnTo>
                <a:lnTo>
                  <a:pt x="28800" y="85369"/>
                </a:lnTo>
                <a:lnTo>
                  <a:pt x="40590" y="89813"/>
                </a:lnTo>
                <a:lnTo>
                  <a:pt x="56159" y="93652"/>
                </a:lnTo>
                <a:lnTo>
                  <a:pt x="56879" y="103753"/>
                </a:lnTo>
                <a:lnTo>
                  <a:pt x="58951" y="113452"/>
                </a:lnTo>
                <a:lnTo>
                  <a:pt x="62235" y="122606"/>
                </a:lnTo>
                <a:lnTo>
                  <a:pt x="66598" y="131092"/>
                </a:lnTo>
                <a:lnTo>
                  <a:pt x="26276" y="131092"/>
                </a:lnTo>
                <a:lnTo>
                  <a:pt x="21602" y="137925"/>
                </a:lnTo>
                <a:lnTo>
                  <a:pt x="24117" y="144402"/>
                </a:lnTo>
                <a:lnTo>
                  <a:pt x="39242" y="179682"/>
                </a:lnTo>
                <a:lnTo>
                  <a:pt x="23236" y="191984"/>
                </a:lnTo>
                <a:lnTo>
                  <a:pt x="10844" y="207860"/>
                </a:lnTo>
                <a:lnTo>
                  <a:pt x="2840" y="226570"/>
                </a:lnTo>
                <a:lnTo>
                  <a:pt x="0" y="247373"/>
                </a:lnTo>
                <a:lnTo>
                  <a:pt x="0" y="273650"/>
                </a:lnTo>
                <a:lnTo>
                  <a:pt x="2030" y="283981"/>
                </a:lnTo>
                <a:lnTo>
                  <a:pt x="7604" y="292322"/>
                </a:lnTo>
                <a:lnTo>
                  <a:pt x="15944" y="297895"/>
                </a:lnTo>
                <a:lnTo>
                  <a:pt x="26276" y="299926"/>
                </a:lnTo>
                <a:lnTo>
                  <a:pt x="236156" y="299926"/>
                </a:lnTo>
                <a:lnTo>
                  <a:pt x="246495" y="297895"/>
                </a:lnTo>
                <a:lnTo>
                  <a:pt x="254839" y="292322"/>
                </a:lnTo>
                <a:lnTo>
                  <a:pt x="260414" y="283981"/>
                </a:lnTo>
                <a:lnTo>
                  <a:pt x="260960" y="281206"/>
                </a:lnTo>
                <a:lnTo>
                  <a:pt x="102958" y="281206"/>
                </a:lnTo>
                <a:lnTo>
                  <a:pt x="78841" y="168887"/>
                </a:lnTo>
                <a:lnTo>
                  <a:pt x="229544" y="168887"/>
                </a:lnTo>
                <a:lnTo>
                  <a:pt x="239039" y="144046"/>
                </a:lnTo>
                <a:lnTo>
                  <a:pt x="241198" y="137925"/>
                </a:lnTo>
                <a:lnTo>
                  <a:pt x="237048" y="131359"/>
                </a:lnTo>
                <a:lnTo>
                  <a:pt x="105075" y="131359"/>
                </a:lnTo>
                <a:lnTo>
                  <a:pt x="94662" y="129717"/>
                </a:lnTo>
                <a:lnTo>
                  <a:pt x="88199" y="126048"/>
                </a:lnTo>
                <a:lnTo>
                  <a:pt x="82803" y="120653"/>
                </a:lnTo>
                <a:lnTo>
                  <a:pt x="80999" y="113449"/>
                </a:lnTo>
                <a:lnTo>
                  <a:pt x="78841" y="106251"/>
                </a:lnTo>
                <a:lnTo>
                  <a:pt x="78117" y="104803"/>
                </a:lnTo>
                <a:lnTo>
                  <a:pt x="74879" y="103012"/>
                </a:lnTo>
                <a:lnTo>
                  <a:pt x="74879" y="96523"/>
                </a:lnTo>
                <a:lnTo>
                  <a:pt x="206081" y="96523"/>
                </a:lnTo>
                <a:lnTo>
                  <a:pt x="206286" y="93652"/>
                </a:lnTo>
                <a:lnTo>
                  <a:pt x="221855" y="89813"/>
                </a:lnTo>
                <a:lnTo>
                  <a:pt x="233645" y="85369"/>
                </a:lnTo>
                <a:lnTo>
                  <a:pt x="241115" y="80387"/>
                </a:lnTo>
                <a:lnTo>
                  <a:pt x="243725" y="74933"/>
                </a:lnTo>
                <a:lnTo>
                  <a:pt x="240855" y="69209"/>
                </a:lnTo>
                <a:lnTo>
                  <a:pt x="232651" y="63992"/>
                </a:lnTo>
                <a:lnTo>
                  <a:pt x="219722" y="59384"/>
                </a:lnTo>
                <a:lnTo>
                  <a:pt x="202679" y="55489"/>
                </a:lnTo>
                <a:lnTo>
                  <a:pt x="197803" y="41265"/>
                </a:lnTo>
                <a:lnTo>
                  <a:pt x="191746" y="27816"/>
                </a:lnTo>
                <a:lnTo>
                  <a:pt x="185214" y="16052"/>
                </a:lnTo>
                <a:lnTo>
                  <a:pt x="182878" y="12652"/>
                </a:lnTo>
                <a:lnTo>
                  <a:pt x="128155" y="12652"/>
                </a:lnTo>
                <a:lnTo>
                  <a:pt x="122758" y="10125"/>
                </a:lnTo>
                <a:lnTo>
                  <a:pt x="106565" y="1844"/>
                </a:lnTo>
                <a:lnTo>
                  <a:pt x="100381" y="0"/>
                </a:lnTo>
                <a:close/>
              </a:path>
              <a:path w="262889" h="300355">
                <a:moveTo>
                  <a:pt x="183603" y="168887"/>
                </a:moveTo>
                <a:lnTo>
                  <a:pt x="78841" y="168887"/>
                </a:lnTo>
                <a:lnTo>
                  <a:pt x="107645" y="187607"/>
                </a:lnTo>
                <a:lnTo>
                  <a:pt x="121678" y="211013"/>
                </a:lnTo>
                <a:lnTo>
                  <a:pt x="102958" y="281206"/>
                </a:lnTo>
                <a:lnTo>
                  <a:pt x="159486" y="281206"/>
                </a:lnTo>
                <a:lnTo>
                  <a:pt x="140766" y="211013"/>
                </a:lnTo>
                <a:lnTo>
                  <a:pt x="154800" y="187607"/>
                </a:lnTo>
                <a:lnTo>
                  <a:pt x="183603" y="168887"/>
                </a:lnTo>
                <a:close/>
              </a:path>
              <a:path w="262889" h="300355">
                <a:moveTo>
                  <a:pt x="229544" y="168887"/>
                </a:moveTo>
                <a:lnTo>
                  <a:pt x="183603" y="168887"/>
                </a:lnTo>
                <a:lnTo>
                  <a:pt x="159486" y="281206"/>
                </a:lnTo>
                <a:lnTo>
                  <a:pt x="260960" y="281206"/>
                </a:lnTo>
                <a:lnTo>
                  <a:pt x="262445" y="273650"/>
                </a:lnTo>
                <a:lnTo>
                  <a:pt x="262445" y="247373"/>
                </a:lnTo>
                <a:lnTo>
                  <a:pt x="259733" y="227044"/>
                </a:lnTo>
                <a:lnTo>
                  <a:pt x="252093" y="208672"/>
                </a:lnTo>
                <a:lnTo>
                  <a:pt x="240269" y="192997"/>
                </a:lnTo>
                <a:lnTo>
                  <a:pt x="225005" y="180762"/>
                </a:lnTo>
                <a:lnTo>
                  <a:pt x="229544" y="168887"/>
                </a:lnTo>
                <a:close/>
              </a:path>
              <a:path w="262889" h="300355">
                <a:moveTo>
                  <a:pt x="135000" y="106251"/>
                </a:moveTo>
                <a:lnTo>
                  <a:pt x="127444" y="106251"/>
                </a:lnTo>
                <a:lnTo>
                  <a:pt x="125996" y="111293"/>
                </a:lnTo>
                <a:lnTo>
                  <a:pt x="116499" y="126657"/>
                </a:lnTo>
                <a:lnTo>
                  <a:pt x="105075" y="131359"/>
                </a:lnTo>
                <a:lnTo>
                  <a:pt x="237048" y="131359"/>
                </a:lnTo>
                <a:lnTo>
                  <a:pt x="236880" y="131092"/>
                </a:lnTo>
                <a:lnTo>
                  <a:pt x="195846" y="131092"/>
                </a:lnTo>
                <a:lnTo>
                  <a:pt x="156692" y="131087"/>
                </a:lnTo>
                <a:lnTo>
                  <a:pt x="145586" y="126048"/>
                </a:lnTo>
                <a:lnTo>
                  <a:pt x="136436" y="111293"/>
                </a:lnTo>
                <a:lnTo>
                  <a:pt x="135000" y="106251"/>
                </a:lnTo>
                <a:close/>
              </a:path>
              <a:path w="262889" h="300355">
                <a:moveTo>
                  <a:pt x="206081" y="96523"/>
                </a:moveTo>
                <a:lnTo>
                  <a:pt x="187566" y="96523"/>
                </a:lnTo>
                <a:lnTo>
                  <a:pt x="187566" y="103012"/>
                </a:lnTo>
                <a:lnTo>
                  <a:pt x="184315" y="104803"/>
                </a:lnTo>
                <a:lnTo>
                  <a:pt x="183959" y="106251"/>
                </a:lnTo>
                <a:lnTo>
                  <a:pt x="181444" y="113452"/>
                </a:lnTo>
                <a:lnTo>
                  <a:pt x="179641" y="120653"/>
                </a:lnTo>
                <a:lnTo>
                  <a:pt x="174243" y="126050"/>
                </a:lnTo>
                <a:lnTo>
                  <a:pt x="167122" y="129918"/>
                </a:lnTo>
                <a:lnTo>
                  <a:pt x="156692" y="131087"/>
                </a:lnTo>
                <a:lnTo>
                  <a:pt x="195849" y="131087"/>
                </a:lnTo>
                <a:lnTo>
                  <a:pt x="200210" y="122606"/>
                </a:lnTo>
                <a:lnTo>
                  <a:pt x="203495" y="113449"/>
                </a:lnTo>
                <a:lnTo>
                  <a:pt x="205565" y="103753"/>
                </a:lnTo>
                <a:lnTo>
                  <a:pt x="206081" y="96523"/>
                </a:lnTo>
                <a:close/>
              </a:path>
              <a:path w="262889" h="300355">
                <a:moveTo>
                  <a:pt x="187566" y="96523"/>
                </a:moveTo>
                <a:lnTo>
                  <a:pt x="74879" y="96523"/>
                </a:lnTo>
                <a:lnTo>
                  <a:pt x="87812" y="97997"/>
                </a:lnTo>
                <a:lnTo>
                  <a:pt x="101657" y="99136"/>
                </a:lnTo>
                <a:lnTo>
                  <a:pt x="116245" y="99870"/>
                </a:lnTo>
                <a:lnTo>
                  <a:pt x="131406" y="100129"/>
                </a:lnTo>
                <a:lnTo>
                  <a:pt x="146505" y="99870"/>
                </a:lnTo>
                <a:lnTo>
                  <a:pt x="160967" y="99136"/>
                </a:lnTo>
                <a:lnTo>
                  <a:pt x="174689" y="97997"/>
                </a:lnTo>
                <a:lnTo>
                  <a:pt x="187566" y="96523"/>
                </a:lnTo>
                <a:close/>
              </a:path>
              <a:path w="262889" h="300355">
                <a:moveTo>
                  <a:pt x="162063" y="0"/>
                </a:moveTo>
                <a:lnTo>
                  <a:pt x="155879" y="1844"/>
                </a:lnTo>
                <a:lnTo>
                  <a:pt x="139674" y="10125"/>
                </a:lnTo>
                <a:lnTo>
                  <a:pt x="134277" y="12652"/>
                </a:lnTo>
                <a:lnTo>
                  <a:pt x="182878" y="12652"/>
                </a:lnTo>
                <a:lnTo>
                  <a:pt x="178917" y="6886"/>
                </a:lnTo>
                <a:lnTo>
                  <a:pt x="174155" y="2659"/>
                </a:lnTo>
                <a:lnTo>
                  <a:pt x="168346" y="317"/>
                </a:lnTo>
                <a:lnTo>
                  <a:pt x="1620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08056" y="2148727"/>
            <a:ext cx="14255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No conoce </a:t>
            </a:r>
            <a:r>
              <a:rPr sz="1200" b="1" dirty="0">
                <a:solidFill>
                  <a:srgbClr val="191919"/>
                </a:solidFill>
                <a:latin typeface="Calibri"/>
                <a:cs typeface="Calibri"/>
              </a:rPr>
              <a:t>a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tu</a:t>
            </a:r>
            <a:r>
              <a:rPr sz="1200" b="1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cliente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6459" y="2514195"/>
            <a:ext cx="2188845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-20" dirty="0">
                <a:solidFill>
                  <a:srgbClr val="5B6573"/>
                </a:solidFill>
                <a:latin typeface="Calibri"/>
                <a:cs typeface="Calibri"/>
              </a:rPr>
              <a:t>Vos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sumás el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contexto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humano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</a:t>
            </a:r>
            <a:r>
              <a:rPr sz="950" spc="-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emocional.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71044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463408"/>
                </a:lnTo>
                <a:lnTo>
                  <a:pt x="798" y="1475408"/>
                </a:lnTo>
                <a:lnTo>
                  <a:pt x="18830" y="1519165"/>
                </a:lnTo>
                <a:lnTo>
                  <a:pt x="56505" y="1547856"/>
                </a:lnTo>
                <a:lnTo>
                  <a:pt x="91439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71044" y="132515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36" y="26690"/>
                </a:lnTo>
                <a:lnTo>
                  <a:pt x="68125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09" y="1528157"/>
                </a:lnTo>
                <a:lnTo>
                  <a:pt x="2648424" y="1551693"/>
                </a:lnTo>
                <a:lnTo>
                  <a:pt x="2624759" y="1554848"/>
                </a:lnTo>
                <a:lnTo>
                  <a:pt x="91439" y="1554848"/>
                </a:lnTo>
                <a:lnTo>
                  <a:pt x="45719" y="1542605"/>
                </a:lnTo>
                <a:lnTo>
                  <a:pt x="12230" y="1509128"/>
                </a:lnTo>
                <a:lnTo>
                  <a:pt x="0" y="1463408"/>
                </a:lnTo>
                <a:lnTo>
                  <a:pt x="355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55002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06" y="9313"/>
                </a:lnTo>
                <a:lnTo>
                  <a:pt x="137160" y="36715"/>
                </a:lnTo>
                <a:lnTo>
                  <a:pt x="80322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20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2" y="441397"/>
                </a:lnTo>
                <a:lnTo>
                  <a:pt x="107240" y="491916"/>
                </a:lnTo>
                <a:lnTo>
                  <a:pt x="169422" y="527830"/>
                </a:lnTo>
                <a:lnTo>
                  <a:pt x="238406" y="546294"/>
                </a:lnTo>
                <a:lnTo>
                  <a:pt x="274320" y="548640"/>
                </a:lnTo>
                <a:lnTo>
                  <a:pt x="310228" y="546294"/>
                </a:lnTo>
                <a:lnTo>
                  <a:pt x="379215" y="527830"/>
                </a:lnTo>
                <a:lnTo>
                  <a:pt x="441397" y="491916"/>
                </a:lnTo>
                <a:lnTo>
                  <a:pt x="491916" y="441397"/>
                </a:lnTo>
                <a:lnTo>
                  <a:pt x="527830" y="379209"/>
                </a:lnTo>
                <a:lnTo>
                  <a:pt x="546294" y="310226"/>
                </a:lnTo>
                <a:lnTo>
                  <a:pt x="548640" y="274320"/>
                </a:lnTo>
                <a:lnTo>
                  <a:pt x="546294" y="238406"/>
                </a:lnTo>
                <a:lnTo>
                  <a:pt x="527830" y="169422"/>
                </a:lnTo>
                <a:lnTo>
                  <a:pt x="491916" y="107235"/>
                </a:lnTo>
                <a:lnTo>
                  <a:pt x="441397" y="56710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55002" y="15084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0" y="274320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2" y="80317"/>
                </a:lnTo>
                <a:lnTo>
                  <a:pt x="137160" y="36715"/>
                </a:lnTo>
                <a:lnTo>
                  <a:pt x="203306" y="9313"/>
                </a:lnTo>
                <a:lnTo>
                  <a:pt x="274320" y="0"/>
                </a:lnTo>
                <a:lnTo>
                  <a:pt x="345328" y="9313"/>
                </a:lnTo>
                <a:lnTo>
                  <a:pt x="411479" y="36715"/>
                </a:lnTo>
                <a:lnTo>
                  <a:pt x="468310" y="80317"/>
                </a:lnTo>
                <a:lnTo>
                  <a:pt x="511911" y="137160"/>
                </a:lnTo>
                <a:lnTo>
                  <a:pt x="539324" y="203306"/>
                </a:lnTo>
                <a:lnTo>
                  <a:pt x="548640" y="274320"/>
                </a:lnTo>
                <a:lnTo>
                  <a:pt x="546294" y="310226"/>
                </a:lnTo>
                <a:lnTo>
                  <a:pt x="539324" y="345324"/>
                </a:lnTo>
                <a:lnTo>
                  <a:pt x="511911" y="411480"/>
                </a:lnTo>
                <a:lnTo>
                  <a:pt x="468310" y="468310"/>
                </a:lnTo>
                <a:lnTo>
                  <a:pt x="411479" y="511911"/>
                </a:lnTo>
                <a:lnTo>
                  <a:pt x="345328" y="539324"/>
                </a:lnTo>
                <a:lnTo>
                  <a:pt x="274320" y="548640"/>
                </a:lnTo>
                <a:lnTo>
                  <a:pt x="203306" y="539324"/>
                </a:lnTo>
                <a:lnTo>
                  <a:pt x="137160" y="511911"/>
                </a:lnTo>
                <a:lnTo>
                  <a:pt x="80322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20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97915" y="1632967"/>
            <a:ext cx="262890" cy="300355"/>
          </a:xfrm>
          <a:custGeom>
            <a:avLst/>
            <a:gdLst/>
            <a:ahLst/>
            <a:cxnLst/>
            <a:rect l="l" t="t" r="r" b="b"/>
            <a:pathLst>
              <a:path w="262890" h="300355">
                <a:moveTo>
                  <a:pt x="259206" y="112318"/>
                </a:moveTo>
                <a:lnTo>
                  <a:pt x="3238" y="112318"/>
                </a:lnTo>
                <a:lnTo>
                  <a:pt x="0" y="115557"/>
                </a:lnTo>
                <a:lnTo>
                  <a:pt x="0" y="271792"/>
                </a:lnTo>
                <a:lnTo>
                  <a:pt x="2210" y="282711"/>
                </a:lnTo>
                <a:lnTo>
                  <a:pt x="8234" y="291638"/>
                </a:lnTo>
                <a:lnTo>
                  <a:pt x="17161" y="297662"/>
                </a:lnTo>
                <a:lnTo>
                  <a:pt x="28079" y="299872"/>
                </a:lnTo>
                <a:lnTo>
                  <a:pt x="234365" y="299872"/>
                </a:lnTo>
                <a:lnTo>
                  <a:pt x="245284" y="297662"/>
                </a:lnTo>
                <a:lnTo>
                  <a:pt x="254211" y="291638"/>
                </a:lnTo>
                <a:lnTo>
                  <a:pt x="260235" y="282711"/>
                </a:lnTo>
                <a:lnTo>
                  <a:pt x="262445" y="271792"/>
                </a:lnTo>
                <a:lnTo>
                  <a:pt x="262445" y="115557"/>
                </a:lnTo>
                <a:lnTo>
                  <a:pt x="259206" y="112318"/>
                </a:lnTo>
                <a:close/>
              </a:path>
              <a:path w="262890" h="300355">
                <a:moveTo>
                  <a:pt x="234365" y="37439"/>
                </a:moveTo>
                <a:lnTo>
                  <a:pt x="28079" y="37439"/>
                </a:lnTo>
                <a:lnTo>
                  <a:pt x="17161" y="39649"/>
                </a:lnTo>
                <a:lnTo>
                  <a:pt x="8234" y="45673"/>
                </a:lnTo>
                <a:lnTo>
                  <a:pt x="2210" y="54600"/>
                </a:lnTo>
                <a:lnTo>
                  <a:pt x="0" y="65519"/>
                </a:lnTo>
                <a:lnTo>
                  <a:pt x="0" y="90347"/>
                </a:lnTo>
                <a:lnTo>
                  <a:pt x="3238" y="93599"/>
                </a:lnTo>
                <a:lnTo>
                  <a:pt x="259206" y="93599"/>
                </a:lnTo>
                <a:lnTo>
                  <a:pt x="262445" y="90347"/>
                </a:lnTo>
                <a:lnTo>
                  <a:pt x="262445" y="65519"/>
                </a:lnTo>
                <a:lnTo>
                  <a:pt x="260235" y="54600"/>
                </a:lnTo>
                <a:lnTo>
                  <a:pt x="254211" y="45673"/>
                </a:lnTo>
                <a:lnTo>
                  <a:pt x="245284" y="39649"/>
                </a:lnTo>
                <a:lnTo>
                  <a:pt x="234365" y="37439"/>
                </a:lnTo>
                <a:close/>
              </a:path>
              <a:path w="262890" h="300355">
                <a:moveTo>
                  <a:pt x="90360" y="0"/>
                </a:moveTo>
                <a:lnTo>
                  <a:pt x="59410" y="0"/>
                </a:lnTo>
                <a:lnTo>
                  <a:pt x="56159" y="2870"/>
                </a:lnTo>
                <a:lnTo>
                  <a:pt x="56159" y="37439"/>
                </a:lnTo>
                <a:lnTo>
                  <a:pt x="93599" y="37439"/>
                </a:lnTo>
                <a:lnTo>
                  <a:pt x="93599" y="2870"/>
                </a:lnTo>
                <a:lnTo>
                  <a:pt x="90360" y="0"/>
                </a:lnTo>
                <a:close/>
              </a:path>
              <a:path w="262890" h="300355">
                <a:moveTo>
                  <a:pt x="203047" y="0"/>
                </a:moveTo>
                <a:lnTo>
                  <a:pt x="172084" y="0"/>
                </a:lnTo>
                <a:lnTo>
                  <a:pt x="168846" y="2870"/>
                </a:lnTo>
                <a:lnTo>
                  <a:pt x="168846" y="37439"/>
                </a:lnTo>
                <a:lnTo>
                  <a:pt x="206286" y="37439"/>
                </a:lnTo>
                <a:lnTo>
                  <a:pt x="206286" y="2870"/>
                </a:lnTo>
                <a:lnTo>
                  <a:pt x="2030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28218" y="2148727"/>
            <a:ext cx="159956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No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agenda </a:t>
            </a: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solo</a:t>
            </a:r>
            <a:r>
              <a:rPr sz="1200" b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(todavía)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19138" y="2514195"/>
            <a:ext cx="1819275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Sugiere, pero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vos confirmás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</a:t>
            </a:r>
            <a:r>
              <a:rPr sz="950" spc="-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enviás.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6476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43" y="1519165"/>
                </a:lnTo>
                <a:lnTo>
                  <a:pt x="56512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69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69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6476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30" h="1555114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69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1" y="1487073"/>
                </a:lnTo>
                <a:lnTo>
                  <a:pt x="2689520" y="1528157"/>
                </a:lnTo>
                <a:lnTo>
                  <a:pt x="2648434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68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40433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5" y="9313"/>
                </a:lnTo>
                <a:lnTo>
                  <a:pt x="137159" y="36715"/>
                </a:lnTo>
                <a:lnTo>
                  <a:pt x="80329" y="80317"/>
                </a:lnTo>
                <a:lnTo>
                  <a:pt x="36728" y="137160"/>
                </a:lnTo>
                <a:lnTo>
                  <a:pt x="9320" y="203306"/>
                </a:lnTo>
                <a:lnTo>
                  <a:pt x="0" y="274319"/>
                </a:lnTo>
                <a:lnTo>
                  <a:pt x="2347" y="310226"/>
                </a:lnTo>
                <a:lnTo>
                  <a:pt x="20815" y="379209"/>
                </a:lnTo>
                <a:lnTo>
                  <a:pt x="56723" y="441397"/>
                </a:lnTo>
                <a:lnTo>
                  <a:pt x="107242" y="491916"/>
                </a:lnTo>
                <a:lnTo>
                  <a:pt x="169430" y="527830"/>
                </a:lnTo>
                <a:lnTo>
                  <a:pt x="238413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404" y="491916"/>
                </a:lnTo>
                <a:lnTo>
                  <a:pt x="491929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19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9" y="107235"/>
                </a:lnTo>
                <a:lnTo>
                  <a:pt x="441404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40433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19"/>
                </a:moveTo>
                <a:lnTo>
                  <a:pt x="2347" y="238406"/>
                </a:lnTo>
                <a:lnTo>
                  <a:pt x="9320" y="203306"/>
                </a:lnTo>
                <a:lnTo>
                  <a:pt x="36728" y="137160"/>
                </a:lnTo>
                <a:lnTo>
                  <a:pt x="80329" y="80317"/>
                </a:lnTo>
                <a:lnTo>
                  <a:pt x="137159" y="36715"/>
                </a:lnTo>
                <a:lnTo>
                  <a:pt x="203315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79" y="36715"/>
                </a:lnTo>
                <a:lnTo>
                  <a:pt x="468322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19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22" y="468310"/>
                </a:lnTo>
                <a:lnTo>
                  <a:pt x="411479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5" y="539324"/>
                </a:lnTo>
                <a:lnTo>
                  <a:pt x="137159" y="511911"/>
                </a:lnTo>
                <a:lnTo>
                  <a:pt x="80329" y="468310"/>
                </a:lnTo>
                <a:lnTo>
                  <a:pt x="36728" y="411480"/>
                </a:lnTo>
                <a:lnTo>
                  <a:pt x="9320" y="345324"/>
                </a:lnTo>
                <a:lnTo>
                  <a:pt x="2347" y="310226"/>
                </a:lnTo>
                <a:lnTo>
                  <a:pt x="0" y="274319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3915" y="3384518"/>
            <a:ext cx="300990" cy="180340"/>
          </a:xfrm>
          <a:custGeom>
            <a:avLst/>
            <a:gdLst/>
            <a:ahLst/>
            <a:cxnLst/>
            <a:rect l="l" t="t" r="r" b="b"/>
            <a:pathLst>
              <a:path w="300989" h="180339">
                <a:moveTo>
                  <a:pt x="92486" y="29949"/>
                </a:moveTo>
                <a:lnTo>
                  <a:pt x="54448" y="29949"/>
                </a:lnTo>
                <a:lnTo>
                  <a:pt x="60171" y="32423"/>
                </a:lnTo>
                <a:lnTo>
                  <a:pt x="63529" y="37599"/>
                </a:lnTo>
                <a:lnTo>
                  <a:pt x="63004" y="44127"/>
                </a:lnTo>
                <a:lnTo>
                  <a:pt x="16929" y="159329"/>
                </a:lnTo>
                <a:lnTo>
                  <a:pt x="15978" y="165929"/>
                </a:lnTo>
                <a:lnTo>
                  <a:pt x="18002" y="172735"/>
                </a:lnTo>
                <a:lnTo>
                  <a:pt x="22997" y="178058"/>
                </a:lnTo>
                <a:lnTo>
                  <a:pt x="30962" y="180208"/>
                </a:lnTo>
                <a:lnTo>
                  <a:pt x="34925" y="180208"/>
                </a:lnTo>
                <a:lnTo>
                  <a:pt x="38519" y="178404"/>
                </a:lnTo>
                <a:lnTo>
                  <a:pt x="41401" y="175521"/>
                </a:lnTo>
                <a:lnTo>
                  <a:pt x="61533" y="155812"/>
                </a:lnTo>
                <a:lnTo>
                  <a:pt x="88517" y="130162"/>
                </a:lnTo>
                <a:lnTo>
                  <a:pt x="117207" y="103881"/>
                </a:lnTo>
                <a:lnTo>
                  <a:pt x="71640" y="103881"/>
                </a:lnTo>
                <a:lnTo>
                  <a:pt x="91084" y="55278"/>
                </a:lnTo>
                <a:lnTo>
                  <a:pt x="92486" y="29949"/>
                </a:lnTo>
                <a:close/>
              </a:path>
              <a:path w="300989" h="180339">
                <a:moveTo>
                  <a:pt x="170752" y="83726"/>
                </a:moveTo>
                <a:lnTo>
                  <a:pt x="140766" y="83726"/>
                </a:lnTo>
                <a:lnTo>
                  <a:pt x="140488" y="89847"/>
                </a:lnTo>
                <a:lnTo>
                  <a:pt x="140368" y="94628"/>
                </a:lnTo>
                <a:lnTo>
                  <a:pt x="141083" y="103476"/>
                </a:lnTo>
                <a:lnTo>
                  <a:pt x="171643" y="134101"/>
                </a:lnTo>
                <a:lnTo>
                  <a:pt x="181089" y="134843"/>
                </a:lnTo>
                <a:lnTo>
                  <a:pt x="193278" y="133661"/>
                </a:lnTo>
                <a:lnTo>
                  <a:pt x="243041" y="113336"/>
                </a:lnTo>
                <a:lnTo>
                  <a:pt x="257689" y="104960"/>
                </a:lnTo>
                <a:lnTo>
                  <a:pt x="181089" y="104960"/>
                </a:lnTo>
                <a:lnTo>
                  <a:pt x="174650" y="103515"/>
                </a:lnTo>
                <a:lnTo>
                  <a:pt x="171184" y="99067"/>
                </a:lnTo>
                <a:lnTo>
                  <a:pt x="170150" y="91448"/>
                </a:lnTo>
                <a:lnTo>
                  <a:pt x="170752" y="83726"/>
                </a:lnTo>
                <a:close/>
              </a:path>
              <a:path w="300989" h="180339">
                <a:moveTo>
                  <a:pt x="297357" y="59609"/>
                </a:moveTo>
                <a:lnTo>
                  <a:pt x="293039" y="59964"/>
                </a:lnTo>
                <a:lnTo>
                  <a:pt x="273421" y="64841"/>
                </a:lnTo>
                <a:lnTo>
                  <a:pt x="252453" y="74407"/>
                </a:lnTo>
                <a:lnTo>
                  <a:pt x="232700" y="85121"/>
                </a:lnTo>
                <a:lnTo>
                  <a:pt x="216725" y="93441"/>
                </a:lnTo>
                <a:lnTo>
                  <a:pt x="206803" y="97824"/>
                </a:lnTo>
                <a:lnTo>
                  <a:pt x="197554" y="101496"/>
                </a:lnTo>
                <a:lnTo>
                  <a:pt x="188982" y="104021"/>
                </a:lnTo>
                <a:lnTo>
                  <a:pt x="181089" y="104960"/>
                </a:lnTo>
                <a:lnTo>
                  <a:pt x="257689" y="104960"/>
                </a:lnTo>
                <a:lnTo>
                  <a:pt x="260284" y="103476"/>
                </a:lnTo>
                <a:lnTo>
                  <a:pt x="278069" y="94628"/>
                </a:lnTo>
                <a:lnTo>
                  <a:pt x="293763" y="90203"/>
                </a:lnTo>
                <a:lnTo>
                  <a:pt x="297726" y="89847"/>
                </a:lnTo>
                <a:lnTo>
                  <a:pt x="300964" y="86609"/>
                </a:lnTo>
                <a:lnTo>
                  <a:pt x="300964" y="63203"/>
                </a:lnTo>
                <a:lnTo>
                  <a:pt x="297357" y="59609"/>
                </a:lnTo>
                <a:close/>
              </a:path>
              <a:path w="300989" h="180339">
                <a:moveTo>
                  <a:pt x="151206" y="44838"/>
                </a:moveTo>
                <a:lnTo>
                  <a:pt x="140695" y="47738"/>
                </a:lnTo>
                <a:lnTo>
                  <a:pt x="125463" y="56948"/>
                </a:lnTo>
                <a:lnTo>
                  <a:pt x="103210" y="74864"/>
                </a:lnTo>
                <a:lnTo>
                  <a:pt x="71640" y="103881"/>
                </a:lnTo>
                <a:lnTo>
                  <a:pt x="117207" y="103881"/>
                </a:lnTo>
                <a:lnTo>
                  <a:pt x="140766" y="83726"/>
                </a:lnTo>
                <a:lnTo>
                  <a:pt x="170752" y="83726"/>
                </a:lnTo>
                <a:lnTo>
                  <a:pt x="171005" y="80487"/>
                </a:lnTo>
                <a:lnTo>
                  <a:pt x="171760" y="73194"/>
                </a:lnTo>
                <a:lnTo>
                  <a:pt x="170826" y="60772"/>
                </a:lnTo>
                <a:lnTo>
                  <a:pt x="165031" y="49296"/>
                </a:lnTo>
                <a:lnTo>
                  <a:pt x="151206" y="44838"/>
                </a:lnTo>
                <a:close/>
              </a:path>
              <a:path w="300989" h="180339">
                <a:moveTo>
                  <a:pt x="56758" y="0"/>
                </a:moveTo>
                <a:lnTo>
                  <a:pt x="30238" y="7043"/>
                </a:lnTo>
                <a:lnTo>
                  <a:pt x="4318" y="24684"/>
                </a:lnTo>
                <a:lnTo>
                  <a:pt x="1079" y="26843"/>
                </a:lnTo>
                <a:lnTo>
                  <a:pt x="0" y="31529"/>
                </a:lnTo>
                <a:lnTo>
                  <a:pt x="2159" y="34767"/>
                </a:lnTo>
                <a:lnTo>
                  <a:pt x="10083" y="47366"/>
                </a:lnTo>
                <a:lnTo>
                  <a:pt x="12242" y="50960"/>
                </a:lnTo>
                <a:lnTo>
                  <a:pt x="16929" y="52039"/>
                </a:lnTo>
                <a:lnTo>
                  <a:pt x="20523" y="49880"/>
                </a:lnTo>
                <a:lnTo>
                  <a:pt x="47879" y="31529"/>
                </a:lnTo>
                <a:lnTo>
                  <a:pt x="54448" y="29949"/>
                </a:lnTo>
                <a:lnTo>
                  <a:pt x="92486" y="29949"/>
                </a:lnTo>
                <a:lnTo>
                  <a:pt x="92510" y="29517"/>
                </a:lnTo>
                <a:lnTo>
                  <a:pt x="79292" y="9291"/>
                </a:lnTo>
                <a:lnTo>
                  <a:pt x="56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88542" y="3840367"/>
            <a:ext cx="1450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No firma ni</a:t>
            </a:r>
            <a:r>
              <a:rPr sz="1200" b="1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representa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5937" y="4205835"/>
            <a:ext cx="2195195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-25" dirty="0">
                <a:solidFill>
                  <a:srgbClr val="5B6573"/>
                </a:solidFill>
                <a:latin typeface="Calibri"/>
                <a:cs typeface="Calibri"/>
              </a:rPr>
              <a:t>Toda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decisión </a:t>
            </a: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y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comunicación oficial es</a:t>
            </a:r>
            <a:r>
              <a:rPr sz="950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tuya.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63760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36" y="1519165"/>
                </a:lnTo>
                <a:lnTo>
                  <a:pt x="56505" y="1547856"/>
                </a:lnTo>
                <a:lnTo>
                  <a:pt x="91440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63760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40"/>
                </a:moveTo>
                <a:lnTo>
                  <a:pt x="1154" y="79440"/>
                </a:lnTo>
                <a:lnTo>
                  <a:pt x="3505" y="67775"/>
                </a:lnTo>
                <a:lnTo>
                  <a:pt x="27046" y="26690"/>
                </a:lnTo>
                <a:lnTo>
                  <a:pt x="68130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18" y="1528157"/>
                </a:lnTo>
                <a:lnTo>
                  <a:pt x="2648429" y="1551693"/>
                </a:lnTo>
                <a:lnTo>
                  <a:pt x="2624759" y="1554848"/>
                </a:lnTo>
                <a:lnTo>
                  <a:pt x="91440" y="1554848"/>
                </a:lnTo>
                <a:lnTo>
                  <a:pt x="45720" y="1542605"/>
                </a:lnTo>
                <a:lnTo>
                  <a:pt x="12242" y="1509128"/>
                </a:lnTo>
                <a:lnTo>
                  <a:pt x="0" y="1463408"/>
                </a:lnTo>
                <a:lnTo>
                  <a:pt x="355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47717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19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7" y="441397"/>
                </a:lnTo>
                <a:lnTo>
                  <a:pt x="107242" y="491916"/>
                </a:lnTo>
                <a:lnTo>
                  <a:pt x="169424" y="527830"/>
                </a:lnTo>
                <a:lnTo>
                  <a:pt x="238411" y="546294"/>
                </a:lnTo>
                <a:lnTo>
                  <a:pt x="274320" y="548640"/>
                </a:lnTo>
                <a:lnTo>
                  <a:pt x="310233" y="546294"/>
                </a:lnTo>
                <a:lnTo>
                  <a:pt x="379217" y="527830"/>
                </a:lnTo>
                <a:lnTo>
                  <a:pt x="441399" y="491916"/>
                </a:lnTo>
                <a:lnTo>
                  <a:pt x="491927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19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7" y="107235"/>
                </a:lnTo>
                <a:lnTo>
                  <a:pt x="441399" y="56710"/>
                </a:lnTo>
                <a:lnTo>
                  <a:pt x="379217" y="20804"/>
                </a:lnTo>
                <a:lnTo>
                  <a:pt x="310233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5B65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47717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0" y="274319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7" y="80317"/>
                </a:lnTo>
                <a:lnTo>
                  <a:pt x="137160" y="36715"/>
                </a:lnTo>
                <a:lnTo>
                  <a:pt x="203311" y="9313"/>
                </a:lnTo>
                <a:lnTo>
                  <a:pt x="274320" y="0"/>
                </a:lnTo>
                <a:lnTo>
                  <a:pt x="345333" y="9313"/>
                </a:lnTo>
                <a:lnTo>
                  <a:pt x="411480" y="36715"/>
                </a:lnTo>
                <a:lnTo>
                  <a:pt x="468317" y="80317"/>
                </a:lnTo>
                <a:lnTo>
                  <a:pt x="511924" y="137160"/>
                </a:lnTo>
                <a:lnTo>
                  <a:pt x="539326" y="203306"/>
                </a:lnTo>
                <a:lnTo>
                  <a:pt x="548640" y="274319"/>
                </a:lnTo>
                <a:lnTo>
                  <a:pt x="546294" y="310226"/>
                </a:lnTo>
                <a:lnTo>
                  <a:pt x="539326" y="345324"/>
                </a:lnTo>
                <a:lnTo>
                  <a:pt x="511924" y="411480"/>
                </a:lnTo>
                <a:lnTo>
                  <a:pt x="468317" y="468310"/>
                </a:lnTo>
                <a:lnTo>
                  <a:pt x="411480" y="511911"/>
                </a:lnTo>
                <a:lnTo>
                  <a:pt x="345333" y="539324"/>
                </a:lnTo>
                <a:lnTo>
                  <a:pt x="274320" y="548640"/>
                </a:lnTo>
                <a:lnTo>
                  <a:pt x="203311" y="539324"/>
                </a:lnTo>
                <a:lnTo>
                  <a:pt x="137160" y="511911"/>
                </a:lnTo>
                <a:lnTo>
                  <a:pt x="80327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19"/>
                </a:lnTo>
                <a:close/>
              </a:path>
            </a:pathLst>
          </a:custGeom>
          <a:ln w="12599">
            <a:solidFill>
              <a:srgbClr val="5B65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0999" y="3324607"/>
            <a:ext cx="262890" cy="300355"/>
          </a:xfrm>
          <a:custGeom>
            <a:avLst/>
            <a:gdLst/>
            <a:ahLst/>
            <a:cxnLst/>
            <a:rect l="l" t="t" r="r" b="b"/>
            <a:pathLst>
              <a:path w="262889" h="300354">
                <a:moveTo>
                  <a:pt x="0" y="196913"/>
                </a:moveTo>
                <a:lnTo>
                  <a:pt x="0" y="257035"/>
                </a:lnTo>
                <a:lnTo>
                  <a:pt x="10306" y="273753"/>
                </a:lnTo>
                <a:lnTo>
                  <a:pt x="38433" y="287364"/>
                </a:lnTo>
                <a:lnTo>
                  <a:pt x="80195" y="296520"/>
                </a:lnTo>
                <a:lnTo>
                  <a:pt x="131406" y="299872"/>
                </a:lnTo>
                <a:lnTo>
                  <a:pt x="182405" y="296520"/>
                </a:lnTo>
                <a:lnTo>
                  <a:pt x="224058" y="287364"/>
                </a:lnTo>
                <a:lnTo>
                  <a:pt x="252145" y="273753"/>
                </a:lnTo>
                <a:lnTo>
                  <a:pt x="262445" y="257035"/>
                </a:lnTo>
                <a:lnTo>
                  <a:pt x="262445" y="225348"/>
                </a:lnTo>
                <a:lnTo>
                  <a:pt x="131406" y="225348"/>
                </a:lnTo>
                <a:lnTo>
                  <a:pt x="93102" y="223640"/>
                </a:lnTo>
                <a:lnTo>
                  <a:pt x="56926" y="218422"/>
                </a:lnTo>
                <a:lnTo>
                  <a:pt x="25138" y="209559"/>
                </a:lnTo>
                <a:lnTo>
                  <a:pt x="0" y="196913"/>
                </a:lnTo>
                <a:close/>
              </a:path>
              <a:path w="262889" h="300354">
                <a:moveTo>
                  <a:pt x="262445" y="196913"/>
                </a:moveTo>
                <a:lnTo>
                  <a:pt x="237312" y="209559"/>
                </a:lnTo>
                <a:lnTo>
                  <a:pt x="205565" y="218422"/>
                </a:lnTo>
                <a:lnTo>
                  <a:pt x="169498" y="223640"/>
                </a:lnTo>
                <a:lnTo>
                  <a:pt x="131406" y="225348"/>
                </a:lnTo>
                <a:lnTo>
                  <a:pt x="262445" y="225348"/>
                </a:lnTo>
                <a:lnTo>
                  <a:pt x="262445" y="196913"/>
                </a:lnTo>
                <a:close/>
              </a:path>
              <a:path w="262889" h="300354">
                <a:moveTo>
                  <a:pt x="0" y="102958"/>
                </a:moveTo>
                <a:lnTo>
                  <a:pt x="0" y="163436"/>
                </a:lnTo>
                <a:lnTo>
                  <a:pt x="10306" y="179998"/>
                </a:lnTo>
                <a:lnTo>
                  <a:pt x="38433" y="193627"/>
                </a:lnTo>
                <a:lnTo>
                  <a:pt x="80195" y="202869"/>
                </a:lnTo>
                <a:lnTo>
                  <a:pt x="131406" y="206273"/>
                </a:lnTo>
                <a:lnTo>
                  <a:pt x="182405" y="202869"/>
                </a:lnTo>
                <a:lnTo>
                  <a:pt x="224058" y="193627"/>
                </a:lnTo>
                <a:lnTo>
                  <a:pt x="252145" y="179998"/>
                </a:lnTo>
                <a:lnTo>
                  <a:pt x="262445" y="163436"/>
                </a:lnTo>
                <a:lnTo>
                  <a:pt x="262445" y="131394"/>
                </a:lnTo>
                <a:lnTo>
                  <a:pt x="131406" y="131394"/>
                </a:lnTo>
                <a:lnTo>
                  <a:pt x="93102" y="129683"/>
                </a:lnTo>
                <a:lnTo>
                  <a:pt x="56926" y="124463"/>
                </a:lnTo>
                <a:lnTo>
                  <a:pt x="25138" y="115599"/>
                </a:lnTo>
                <a:lnTo>
                  <a:pt x="0" y="102958"/>
                </a:lnTo>
                <a:close/>
              </a:path>
              <a:path w="262889" h="300354">
                <a:moveTo>
                  <a:pt x="262445" y="102958"/>
                </a:moveTo>
                <a:lnTo>
                  <a:pt x="237312" y="115599"/>
                </a:lnTo>
                <a:lnTo>
                  <a:pt x="205565" y="124463"/>
                </a:lnTo>
                <a:lnTo>
                  <a:pt x="169498" y="129683"/>
                </a:lnTo>
                <a:lnTo>
                  <a:pt x="131406" y="131394"/>
                </a:lnTo>
                <a:lnTo>
                  <a:pt x="262445" y="131394"/>
                </a:lnTo>
                <a:lnTo>
                  <a:pt x="262445" y="102958"/>
                </a:lnTo>
                <a:close/>
              </a:path>
              <a:path w="262889" h="300354">
                <a:moveTo>
                  <a:pt x="131406" y="0"/>
                </a:moveTo>
                <a:lnTo>
                  <a:pt x="80195" y="3351"/>
                </a:lnTo>
                <a:lnTo>
                  <a:pt x="38433" y="12507"/>
                </a:lnTo>
                <a:lnTo>
                  <a:pt x="10306" y="26119"/>
                </a:lnTo>
                <a:lnTo>
                  <a:pt x="0" y="42837"/>
                </a:lnTo>
                <a:lnTo>
                  <a:pt x="0" y="69469"/>
                </a:lnTo>
                <a:lnTo>
                  <a:pt x="10306" y="86188"/>
                </a:lnTo>
                <a:lnTo>
                  <a:pt x="38433" y="99804"/>
                </a:lnTo>
                <a:lnTo>
                  <a:pt x="80195" y="108965"/>
                </a:lnTo>
                <a:lnTo>
                  <a:pt x="131406" y="112318"/>
                </a:lnTo>
                <a:lnTo>
                  <a:pt x="182405" y="108965"/>
                </a:lnTo>
                <a:lnTo>
                  <a:pt x="224058" y="99804"/>
                </a:lnTo>
                <a:lnTo>
                  <a:pt x="252145" y="86188"/>
                </a:lnTo>
                <a:lnTo>
                  <a:pt x="262445" y="69469"/>
                </a:lnTo>
                <a:lnTo>
                  <a:pt x="262445" y="42837"/>
                </a:lnTo>
                <a:lnTo>
                  <a:pt x="252145" y="26119"/>
                </a:lnTo>
                <a:lnTo>
                  <a:pt x="224058" y="12507"/>
                </a:lnTo>
                <a:lnTo>
                  <a:pt x="182405" y="3351"/>
                </a:lnTo>
                <a:lnTo>
                  <a:pt x="131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705377" y="3840367"/>
            <a:ext cx="183070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No tiene tu CRM por</a:t>
            </a:r>
            <a:r>
              <a:rPr sz="1200" b="1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defecto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22141" y="4205835"/>
            <a:ext cx="2197735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5B6573"/>
                </a:solidFill>
                <a:latin typeface="Calibri"/>
                <a:cs typeface="Calibri"/>
              </a:rPr>
              <a:t>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menos que se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integre,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no "sabe" tus</a:t>
            </a:r>
            <a:r>
              <a:rPr sz="950" spc="-5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leads.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71044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40"/>
                </a:lnTo>
                <a:lnTo>
                  <a:pt x="0" y="1463408"/>
                </a:lnTo>
                <a:lnTo>
                  <a:pt x="798" y="1475408"/>
                </a:lnTo>
                <a:lnTo>
                  <a:pt x="18830" y="1519165"/>
                </a:lnTo>
                <a:lnTo>
                  <a:pt x="56505" y="1547856"/>
                </a:lnTo>
                <a:lnTo>
                  <a:pt x="91439" y="1554848"/>
                </a:lnTo>
                <a:lnTo>
                  <a:pt x="2624759" y="1554848"/>
                </a:lnTo>
                <a:lnTo>
                  <a:pt x="2670479" y="1542605"/>
                </a:lnTo>
                <a:lnTo>
                  <a:pt x="2703957" y="1509128"/>
                </a:lnTo>
                <a:lnTo>
                  <a:pt x="2716199" y="1463408"/>
                </a:lnTo>
                <a:lnTo>
                  <a:pt x="2716175" y="91440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71044" y="3016798"/>
            <a:ext cx="2716530" cy="1555115"/>
          </a:xfrm>
          <a:custGeom>
            <a:avLst/>
            <a:gdLst/>
            <a:ahLst/>
            <a:cxnLst/>
            <a:rect l="l" t="t" r="r" b="b"/>
            <a:pathLst>
              <a:path w="2716529" h="1555114">
                <a:moveTo>
                  <a:pt x="355" y="91440"/>
                </a:moveTo>
                <a:lnTo>
                  <a:pt x="1154" y="79440"/>
                </a:lnTo>
                <a:lnTo>
                  <a:pt x="3505" y="67775"/>
                </a:lnTo>
                <a:lnTo>
                  <a:pt x="27036" y="26690"/>
                </a:lnTo>
                <a:lnTo>
                  <a:pt x="68125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463408"/>
                </a:lnTo>
                <a:lnTo>
                  <a:pt x="2715401" y="1475408"/>
                </a:lnTo>
                <a:lnTo>
                  <a:pt x="2713050" y="1487073"/>
                </a:lnTo>
                <a:lnTo>
                  <a:pt x="2689509" y="1528157"/>
                </a:lnTo>
                <a:lnTo>
                  <a:pt x="2648424" y="1551693"/>
                </a:lnTo>
                <a:lnTo>
                  <a:pt x="2624759" y="1554848"/>
                </a:lnTo>
                <a:lnTo>
                  <a:pt x="91439" y="1554848"/>
                </a:lnTo>
                <a:lnTo>
                  <a:pt x="45719" y="1542605"/>
                </a:lnTo>
                <a:lnTo>
                  <a:pt x="12230" y="1509128"/>
                </a:lnTo>
                <a:lnTo>
                  <a:pt x="0" y="1463408"/>
                </a:lnTo>
                <a:lnTo>
                  <a:pt x="355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55002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06" y="9313"/>
                </a:lnTo>
                <a:lnTo>
                  <a:pt x="137160" y="36715"/>
                </a:lnTo>
                <a:lnTo>
                  <a:pt x="80322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19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2" y="441397"/>
                </a:lnTo>
                <a:lnTo>
                  <a:pt x="107240" y="491916"/>
                </a:lnTo>
                <a:lnTo>
                  <a:pt x="169422" y="527830"/>
                </a:lnTo>
                <a:lnTo>
                  <a:pt x="238406" y="546294"/>
                </a:lnTo>
                <a:lnTo>
                  <a:pt x="274320" y="548640"/>
                </a:lnTo>
                <a:lnTo>
                  <a:pt x="310228" y="546294"/>
                </a:lnTo>
                <a:lnTo>
                  <a:pt x="379215" y="527830"/>
                </a:lnTo>
                <a:lnTo>
                  <a:pt x="441397" y="491916"/>
                </a:lnTo>
                <a:lnTo>
                  <a:pt x="491916" y="441397"/>
                </a:lnTo>
                <a:lnTo>
                  <a:pt x="527830" y="379209"/>
                </a:lnTo>
                <a:lnTo>
                  <a:pt x="546294" y="310226"/>
                </a:lnTo>
                <a:lnTo>
                  <a:pt x="548640" y="274319"/>
                </a:lnTo>
                <a:lnTo>
                  <a:pt x="546294" y="238406"/>
                </a:lnTo>
                <a:lnTo>
                  <a:pt x="527830" y="169422"/>
                </a:lnTo>
                <a:lnTo>
                  <a:pt x="491916" y="107235"/>
                </a:lnTo>
                <a:lnTo>
                  <a:pt x="441397" y="56710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55002" y="320004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0" y="274319"/>
                </a:moveTo>
                <a:lnTo>
                  <a:pt x="2345" y="238406"/>
                </a:lnTo>
                <a:lnTo>
                  <a:pt x="9313" y="203306"/>
                </a:lnTo>
                <a:lnTo>
                  <a:pt x="36715" y="137160"/>
                </a:lnTo>
                <a:lnTo>
                  <a:pt x="80322" y="80317"/>
                </a:lnTo>
                <a:lnTo>
                  <a:pt x="137160" y="36715"/>
                </a:lnTo>
                <a:lnTo>
                  <a:pt x="203306" y="9313"/>
                </a:lnTo>
                <a:lnTo>
                  <a:pt x="274320" y="0"/>
                </a:lnTo>
                <a:lnTo>
                  <a:pt x="345328" y="9313"/>
                </a:lnTo>
                <a:lnTo>
                  <a:pt x="411479" y="36715"/>
                </a:lnTo>
                <a:lnTo>
                  <a:pt x="468310" y="80317"/>
                </a:lnTo>
                <a:lnTo>
                  <a:pt x="511911" y="137160"/>
                </a:lnTo>
                <a:lnTo>
                  <a:pt x="539324" y="203306"/>
                </a:lnTo>
                <a:lnTo>
                  <a:pt x="548640" y="274319"/>
                </a:lnTo>
                <a:lnTo>
                  <a:pt x="546294" y="310226"/>
                </a:lnTo>
                <a:lnTo>
                  <a:pt x="539324" y="345324"/>
                </a:lnTo>
                <a:lnTo>
                  <a:pt x="511911" y="411480"/>
                </a:lnTo>
                <a:lnTo>
                  <a:pt x="468310" y="468310"/>
                </a:lnTo>
                <a:lnTo>
                  <a:pt x="411479" y="511911"/>
                </a:lnTo>
                <a:lnTo>
                  <a:pt x="345328" y="539324"/>
                </a:lnTo>
                <a:lnTo>
                  <a:pt x="274320" y="548640"/>
                </a:lnTo>
                <a:lnTo>
                  <a:pt x="203306" y="539324"/>
                </a:lnTo>
                <a:lnTo>
                  <a:pt x="137160" y="511911"/>
                </a:lnTo>
                <a:lnTo>
                  <a:pt x="80322" y="468310"/>
                </a:lnTo>
                <a:lnTo>
                  <a:pt x="36715" y="411480"/>
                </a:lnTo>
                <a:lnTo>
                  <a:pt x="9313" y="345324"/>
                </a:lnTo>
                <a:lnTo>
                  <a:pt x="2345" y="310226"/>
                </a:lnTo>
                <a:lnTo>
                  <a:pt x="0" y="274319"/>
                </a:lnTo>
                <a:close/>
              </a:path>
            </a:pathLst>
          </a:custGeom>
          <a:ln w="12599">
            <a:solidFill>
              <a:srgbClr val="C8A1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79195" y="3354478"/>
            <a:ext cx="300355" cy="240665"/>
          </a:xfrm>
          <a:custGeom>
            <a:avLst/>
            <a:gdLst/>
            <a:ahLst/>
            <a:cxnLst/>
            <a:rect l="l" t="t" r="r" b="b"/>
            <a:pathLst>
              <a:path w="300354" h="240664">
                <a:moveTo>
                  <a:pt x="251650" y="210248"/>
                </a:moveTo>
                <a:lnTo>
                  <a:pt x="48247" y="210248"/>
                </a:lnTo>
                <a:lnTo>
                  <a:pt x="45008" y="213487"/>
                </a:lnTo>
                <a:lnTo>
                  <a:pt x="45008" y="236880"/>
                </a:lnTo>
                <a:lnTo>
                  <a:pt x="48247" y="240118"/>
                </a:lnTo>
                <a:lnTo>
                  <a:pt x="251650" y="240118"/>
                </a:lnTo>
                <a:lnTo>
                  <a:pt x="254889" y="236880"/>
                </a:lnTo>
                <a:lnTo>
                  <a:pt x="254889" y="213487"/>
                </a:lnTo>
                <a:lnTo>
                  <a:pt x="251650" y="210248"/>
                </a:lnTo>
                <a:close/>
              </a:path>
              <a:path w="300354" h="240664">
                <a:moveTo>
                  <a:pt x="186842" y="45008"/>
                </a:moveTo>
                <a:lnTo>
                  <a:pt x="113042" y="45008"/>
                </a:lnTo>
                <a:lnTo>
                  <a:pt x="115971" y="53678"/>
                </a:lnTo>
                <a:lnTo>
                  <a:pt x="120788" y="61204"/>
                </a:lnTo>
                <a:lnTo>
                  <a:pt x="127221" y="67383"/>
                </a:lnTo>
                <a:lnTo>
                  <a:pt x="135000" y="72009"/>
                </a:lnTo>
                <a:lnTo>
                  <a:pt x="135000" y="210248"/>
                </a:lnTo>
                <a:lnTo>
                  <a:pt x="164884" y="210248"/>
                </a:lnTo>
                <a:lnTo>
                  <a:pt x="164884" y="72009"/>
                </a:lnTo>
                <a:lnTo>
                  <a:pt x="172670" y="67383"/>
                </a:lnTo>
                <a:lnTo>
                  <a:pt x="179106" y="61204"/>
                </a:lnTo>
                <a:lnTo>
                  <a:pt x="183920" y="53678"/>
                </a:lnTo>
                <a:lnTo>
                  <a:pt x="186842" y="45008"/>
                </a:lnTo>
                <a:close/>
              </a:path>
              <a:path w="300354" h="240664">
                <a:moveTo>
                  <a:pt x="59759" y="59944"/>
                </a:moveTo>
                <a:lnTo>
                  <a:pt x="16250" y="119110"/>
                </a:lnTo>
                <a:lnTo>
                  <a:pt x="0" y="157683"/>
                </a:lnTo>
                <a:lnTo>
                  <a:pt x="4680" y="172191"/>
                </a:lnTo>
                <a:lnTo>
                  <a:pt x="17462" y="184099"/>
                </a:lnTo>
                <a:lnTo>
                  <a:pt x="36454" y="192158"/>
                </a:lnTo>
                <a:lnTo>
                  <a:pt x="59766" y="195122"/>
                </a:lnTo>
                <a:lnTo>
                  <a:pt x="83133" y="192158"/>
                </a:lnTo>
                <a:lnTo>
                  <a:pt x="102247" y="184099"/>
                </a:lnTo>
                <a:lnTo>
                  <a:pt x="115151" y="172191"/>
                </a:lnTo>
                <a:lnTo>
                  <a:pt x="119888" y="157683"/>
                </a:lnTo>
                <a:lnTo>
                  <a:pt x="119363" y="152554"/>
                </a:lnTo>
                <a:lnTo>
                  <a:pt x="118341" y="150126"/>
                </a:lnTo>
                <a:lnTo>
                  <a:pt x="26289" y="150126"/>
                </a:lnTo>
                <a:lnTo>
                  <a:pt x="59766" y="82448"/>
                </a:lnTo>
                <a:lnTo>
                  <a:pt x="85003" y="82448"/>
                </a:lnTo>
                <a:lnTo>
                  <a:pt x="79921" y="72364"/>
                </a:lnTo>
                <a:lnTo>
                  <a:pt x="71291" y="63049"/>
                </a:lnTo>
                <a:lnTo>
                  <a:pt x="59759" y="59944"/>
                </a:lnTo>
                <a:close/>
              </a:path>
              <a:path w="300354" h="240664">
                <a:moveTo>
                  <a:pt x="240125" y="59944"/>
                </a:moveTo>
                <a:lnTo>
                  <a:pt x="196410" y="119110"/>
                </a:lnTo>
                <a:lnTo>
                  <a:pt x="180009" y="157683"/>
                </a:lnTo>
                <a:lnTo>
                  <a:pt x="184745" y="172191"/>
                </a:lnTo>
                <a:lnTo>
                  <a:pt x="197648" y="184099"/>
                </a:lnTo>
                <a:lnTo>
                  <a:pt x="216759" y="192158"/>
                </a:lnTo>
                <a:lnTo>
                  <a:pt x="240118" y="195122"/>
                </a:lnTo>
                <a:lnTo>
                  <a:pt x="263430" y="192158"/>
                </a:lnTo>
                <a:lnTo>
                  <a:pt x="282422" y="184099"/>
                </a:lnTo>
                <a:lnTo>
                  <a:pt x="295204" y="172191"/>
                </a:lnTo>
                <a:lnTo>
                  <a:pt x="299885" y="157683"/>
                </a:lnTo>
                <a:lnTo>
                  <a:pt x="299368" y="152554"/>
                </a:lnTo>
                <a:lnTo>
                  <a:pt x="298356" y="150126"/>
                </a:lnTo>
                <a:lnTo>
                  <a:pt x="206286" y="150126"/>
                </a:lnTo>
                <a:lnTo>
                  <a:pt x="240118" y="82448"/>
                </a:lnTo>
                <a:lnTo>
                  <a:pt x="265323" y="82448"/>
                </a:lnTo>
                <a:lnTo>
                  <a:pt x="260286" y="72364"/>
                </a:lnTo>
                <a:lnTo>
                  <a:pt x="251657" y="63049"/>
                </a:lnTo>
                <a:lnTo>
                  <a:pt x="240125" y="59944"/>
                </a:lnTo>
                <a:close/>
              </a:path>
              <a:path w="300354" h="240664">
                <a:moveTo>
                  <a:pt x="85003" y="82448"/>
                </a:moveTo>
                <a:lnTo>
                  <a:pt x="59766" y="82448"/>
                </a:lnTo>
                <a:lnTo>
                  <a:pt x="93599" y="150126"/>
                </a:lnTo>
                <a:lnTo>
                  <a:pt x="118341" y="150126"/>
                </a:lnTo>
                <a:lnTo>
                  <a:pt x="115158" y="142565"/>
                </a:lnTo>
                <a:lnTo>
                  <a:pt x="103327" y="118805"/>
                </a:lnTo>
                <a:lnTo>
                  <a:pt x="85003" y="82448"/>
                </a:lnTo>
                <a:close/>
              </a:path>
              <a:path w="300354" h="240664">
                <a:moveTo>
                  <a:pt x="265323" y="82448"/>
                </a:moveTo>
                <a:lnTo>
                  <a:pt x="240118" y="82448"/>
                </a:lnTo>
                <a:lnTo>
                  <a:pt x="273608" y="150126"/>
                </a:lnTo>
                <a:lnTo>
                  <a:pt x="298356" y="150126"/>
                </a:lnTo>
                <a:lnTo>
                  <a:pt x="295206" y="142565"/>
                </a:lnTo>
                <a:lnTo>
                  <a:pt x="283484" y="118805"/>
                </a:lnTo>
                <a:lnTo>
                  <a:pt x="265323" y="82448"/>
                </a:lnTo>
                <a:close/>
              </a:path>
              <a:path w="300354" h="240664">
                <a:moveTo>
                  <a:pt x="251650" y="15125"/>
                </a:moveTo>
                <a:lnTo>
                  <a:pt x="48247" y="15125"/>
                </a:lnTo>
                <a:lnTo>
                  <a:pt x="45008" y="18364"/>
                </a:lnTo>
                <a:lnTo>
                  <a:pt x="45008" y="41757"/>
                </a:lnTo>
                <a:lnTo>
                  <a:pt x="48247" y="45008"/>
                </a:lnTo>
                <a:lnTo>
                  <a:pt x="251650" y="45008"/>
                </a:lnTo>
                <a:lnTo>
                  <a:pt x="254889" y="41757"/>
                </a:lnTo>
                <a:lnTo>
                  <a:pt x="254889" y="18364"/>
                </a:lnTo>
                <a:lnTo>
                  <a:pt x="251650" y="15125"/>
                </a:lnTo>
                <a:close/>
              </a:path>
              <a:path w="300354" h="240664">
                <a:moveTo>
                  <a:pt x="150126" y="0"/>
                </a:moveTo>
                <a:lnTo>
                  <a:pt x="141255" y="1097"/>
                </a:lnTo>
                <a:lnTo>
                  <a:pt x="133161" y="4186"/>
                </a:lnTo>
                <a:lnTo>
                  <a:pt x="126079" y="8963"/>
                </a:lnTo>
                <a:lnTo>
                  <a:pt x="120243" y="15125"/>
                </a:lnTo>
                <a:lnTo>
                  <a:pt x="179641" y="15125"/>
                </a:lnTo>
                <a:lnTo>
                  <a:pt x="173817" y="8963"/>
                </a:lnTo>
                <a:lnTo>
                  <a:pt x="166774" y="4186"/>
                </a:lnTo>
                <a:lnTo>
                  <a:pt x="158787" y="1097"/>
                </a:lnTo>
                <a:lnTo>
                  <a:pt x="1501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821182" y="3840367"/>
            <a:ext cx="12141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191919"/>
                </a:solidFill>
                <a:latin typeface="Calibri"/>
                <a:cs typeface="Calibri"/>
              </a:rPr>
              <a:t>Puede</a:t>
            </a:r>
            <a:r>
              <a:rPr sz="1200" b="1" spc="-6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91919"/>
                </a:solidFill>
                <a:latin typeface="Calibri"/>
                <a:cs typeface="Calibri"/>
              </a:rPr>
              <a:t>equivocarse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43533" y="4907961"/>
            <a:ext cx="8077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Buenas</a:t>
            </a:r>
            <a:r>
              <a:rPr sz="900" i="1" spc="-7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prácticas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23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6268580" y="4205835"/>
            <a:ext cx="2319655" cy="308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2040" marR="5080" indent="-1069975">
              <a:lnSpc>
                <a:spcPct val="100000"/>
              </a:lnSpc>
            </a:pP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Mostrá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la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respuesta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como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punto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de </a:t>
            </a:r>
            <a:r>
              <a:rPr sz="950" spc="-10" dirty="0">
                <a:solidFill>
                  <a:srgbClr val="5B6573"/>
                </a:solidFill>
                <a:latin typeface="Calibri"/>
                <a:cs typeface="Calibri"/>
              </a:rPr>
              <a:t>partida, </a:t>
            </a:r>
            <a:r>
              <a:rPr sz="950" spc="-5" dirty="0">
                <a:solidFill>
                  <a:srgbClr val="5B6573"/>
                </a:solidFill>
                <a:latin typeface="Calibri"/>
                <a:cs typeface="Calibri"/>
              </a:rPr>
              <a:t>no  fin.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002B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696689" y="0"/>
                </a:moveTo>
                <a:lnTo>
                  <a:pt x="0" y="0"/>
                </a:lnTo>
                <a:lnTo>
                  <a:pt x="0" y="2696689"/>
                </a:lnTo>
                <a:lnTo>
                  <a:pt x="59306" y="2708056"/>
                </a:lnTo>
                <a:lnTo>
                  <a:pt x="108434" y="2716173"/>
                </a:lnTo>
                <a:lnTo>
                  <a:pt x="157758" y="2723223"/>
                </a:lnTo>
                <a:lnTo>
                  <a:pt x="207261" y="2729200"/>
                </a:lnTo>
                <a:lnTo>
                  <a:pt x="256924" y="2734100"/>
                </a:lnTo>
                <a:lnTo>
                  <a:pt x="306731" y="2737919"/>
                </a:lnTo>
                <a:lnTo>
                  <a:pt x="356665" y="2740652"/>
                </a:lnTo>
                <a:lnTo>
                  <a:pt x="406708" y="2742295"/>
                </a:lnTo>
                <a:lnTo>
                  <a:pt x="456844" y="2742844"/>
                </a:lnTo>
                <a:lnTo>
                  <a:pt x="506978" y="2742295"/>
                </a:lnTo>
                <a:lnTo>
                  <a:pt x="557020" y="2740652"/>
                </a:lnTo>
                <a:lnTo>
                  <a:pt x="606953" y="2737919"/>
                </a:lnTo>
                <a:lnTo>
                  <a:pt x="656759" y="2734100"/>
                </a:lnTo>
                <a:lnTo>
                  <a:pt x="706421" y="2729200"/>
                </a:lnTo>
                <a:lnTo>
                  <a:pt x="755922" y="2723223"/>
                </a:lnTo>
                <a:lnTo>
                  <a:pt x="805246" y="2716173"/>
                </a:lnTo>
                <a:lnTo>
                  <a:pt x="854374" y="2708056"/>
                </a:lnTo>
                <a:lnTo>
                  <a:pt x="903289" y="2698874"/>
                </a:lnTo>
                <a:lnTo>
                  <a:pt x="951975" y="2688634"/>
                </a:lnTo>
                <a:lnTo>
                  <a:pt x="1000414" y="2677338"/>
                </a:lnTo>
                <a:lnTo>
                  <a:pt x="1048589" y="2664991"/>
                </a:lnTo>
                <a:lnTo>
                  <a:pt x="1096483" y="2651599"/>
                </a:lnTo>
                <a:lnTo>
                  <a:pt x="1144079" y="2637164"/>
                </a:lnTo>
                <a:lnTo>
                  <a:pt x="1191359" y="2621692"/>
                </a:lnTo>
                <a:lnTo>
                  <a:pt x="1238306" y="2605187"/>
                </a:lnTo>
                <a:lnTo>
                  <a:pt x="1284903" y="2587653"/>
                </a:lnTo>
                <a:lnTo>
                  <a:pt x="1331134" y="2569095"/>
                </a:lnTo>
                <a:lnTo>
                  <a:pt x="1376980" y="2549517"/>
                </a:lnTo>
                <a:lnTo>
                  <a:pt x="1422424" y="2528924"/>
                </a:lnTo>
                <a:lnTo>
                  <a:pt x="1467450" y="2507319"/>
                </a:lnTo>
                <a:lnTo>
                  <a:pt x="1512040" y="2484708"/>
                </a:lnTo>
                <a:lnTo>
                  <a:pt x="1556177" y="2461094"/>
                </a:lnTo>
                <a:lnTo>
                  <a:pt x="1599844" y="2436482"/>
                </a:lnTo>
                <a:lnTo>
                  <a:pt x="1642961" y="2410960"/>
                </a:lnTo>
                <a:lnTo>
                  <a:pt x="1685453" y="2384531"/>
                </a:lnTo>
                <a:lnTo>
                  <a:pt x="1727309" y="2357210"/>
                </a:lnTo>
                <a:lnTo>
                  <a:pt x="1768516" y="2329008"/>
                </a:lnTo>
                <a:lnTo>
                  <a:pt x="1809059" y="2299939"/>
                </a:lnTo>
                <a:lnTo>
                  <a:pt x="1848928" y="2270015"/>
                </a:lnTo>
                <a:lnTo>
                  <a:pt x="1888108" y="2239249"/>
                </a:lnTo>
                <a:lnTo>
                  <a:pt x="1926588" y="2207655"/>
                </a:lnTo>
                <a:lnTo>
                  <a:pt x="1964354" y="2175244"/>
                </a:lnTo>
                <a:lnTo>
                  <a:pt x="2001393" y="2142029"/>
                </a:lnTo>
                <a:lnTo>
                  <a:pt x="2037693" y="2108024"/>
                </a:lnTo>
                <a:lnTo>
                  <a:pt x="2073241" y="2073241"/>
                </a:lnTo>
                <a:lnTo>
                  <a:pt x="2108024" y="2037693"/>
                </a:lnTo>
                <a:lnTo>
                  <a:pt x="2142029" y="2001393"/>
                </a:lnTo>
                <a:lnTo>
                  <a:pt x="2175244" y="1964354"/>
                </a:lnTo>
                <a:lnTo>
                  <a:pt x="2207655" y="1926588"/>
                </a:lnTo>
                <a:lnTo>
                  <a:pt x="2239249" y="1888108"/>
                </a:lnTo>
                <a:lnTo>
                  <a:pt x="2270015" y="1848928"/>
                </a:lnTo>
                <a:lnTo>
                  <a:pt x="2299939" y="1809059"/>
                </a:lnTo>
                <a:lnTo>
                  <a:pt x="2329008" y="1768516"/>
                </a:lnTo>
                <a:lnTo>
                  <a:pt x="2357210" y="1727309"/>
                </a:lnTo>
                <a:lnTo>
                  <a:pt x="2384531" y="1685453"/>
                </a:lnTo>
                <a:lnTo>
                  <a:pt x="2410960" y="1642961"/>
                </a:lnTo>
                <a:lnTo>
                  <a:pt x="2436482" y="1599844"/>
                </a:lnTo>
                <a:lnTo>
                  <a:pt x="2461094" y="1556177"/>
                </a:lnTo>
                <a:lnTo>
                  <a:pt x="2484708" y="1512040"/>
                </a:lnTo>
                <a:lnTo>
                  <a:pt x="2507319" y="1467450"/>
                </a:lnTo>
                <a:lnTo>
                  <a:pt x="2528924" y="1422424"/>
                </a:lnTo>
                <a:lnTo>
                  <a:pt x="2549517" y="1376980"/>
                </a:lnTo>
                <a:lnTo>
                  <a:pt x="2569095" y="1331134"/>
                </a:lnTo>
                <a:lnTo>
                  <a:pt x="2587653" y="1284903"/>
                </a:lnTo>
                <a:lnTo>
                  <a:pt x="2605187" y="1238306"/>
                </a:lnTo>
                <a:lnTo>
                  <a:pt x="2621692" y="1191359"/>
                </a:lnTo>
                <a:lnTo>
                  <a:pt x="2637164" y="1144079"/>
                </a:lnTo>
                <a:lnTo>
                  <a:pt x="2651599" y="1096483"/>
                </a:lnTo>
                <a:lnTo>
                  <a:pt x="2664991" y="1048589"/>
                </a:lnTo>
                <a:lnTo>
                  <a:pt x="2677338" y="1000414"/>
                </a:lnTo>
                <a:lnTo>
                  <a:pt x="2688634" y="951975"/>
                </a:lnTo>
                <a:lnTo>
                  <a:pt x="2698874" y="903289"/>
                </a:lnTo>
                <a:lnTo>
                  <a:pt x="2708056" y="854374"/>
                </a:lnTo>
                <a:lnTo>
                  <a:pt x="2716173" y="805246"/>
                </a:lnTo>
                <a:lnTo>
                  <a:pt x="2723223" y="755922"/>
                </a:lnTo>
                <a:lnTo>
                  <a:pt x="2729200" y="706421"/>
                </a:lnTo>
                <a:lnTo>
                  <a:pt x="2734100" y="656759"/>
                </a:lnTo>
                <a:lnTo>
                  <a:pt x="2737919" y="606953"/>
                </a:lnTo>
                <a:lnTo>
                  <a:pt x="2740652" y="557020"/>
                </a:lnTo>
                <a:lnTo>
                  <a:pt x="2742295" y="506978"/>
                </a:lnTo>
                <a:lnTo>
                  <a:pt x="2742844" y="456844"/>
                </a:lnTo>
                <a:lnTo>
                  <a:pt x="2742295" y="406708"/>
                </a:lnTo>
                <a:lnTo>
                  <a:pt x="2740652" y="356665"/>
                </a:lnTo>
                <a:lnTo>
                  <a:pt x="2737919" y="306731"/>
                </a:lnTo>
                <a:lnTo>
                  <a:pt x="2734100" y="256924"/>
                </a:lnTo>
                <a:lnTo>
                  <a:pt x="2729200" y="207261"/>
                </a:lnTo>
                <a:lnTo>
                  <a:pt x="2723223" y="157758"/>
                </a:lnTo>
                <a:lnTo>
                  <a:pt x="2716173" y="108434"/>
                </a:lnTo>
                <a:lnTo>
                  <a:pt x="2708056" y="59306"/>
                </a:lnTo>
                <a:lnTo>
                  <a:pt x="2698874" y="10390"/>
                </a:lnTo>
                <a:lnTo>
                  <a:pt x="2696689" y="0"/>
                </a:lnTo>
                <a:close/>
              </a:path>
            </a:pathLst>
          </a:custGeom>
          <a:solidFill>
            <a:srgbClr val="DB1C2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696689" y="0"/>
                </a:moveTo>
                <a:lnTo>
                  <a:pt x="2708056" y="59306"/>
                </a:lnTo>
                <a:lnTo>
                  <a:pt x="2716173" y="108434"/>
                </a:lnTo>
                <a:lnTo>
                  <a:pt x="2723223" y="157758"/>
                </a:lnTo>
                <a:lnTo>
                  <a:pt x="2729200" y="207261"/>
                </a:lnTo>
                <a:lnTo>
                  <a:pt x="2734100" y="256924"/>
                </a:lnTo>
                <a:lnTo>
                  <a:pt x="2737919" y="306731"/>
                </a:lnTo>
                <a:lnTo>
                  <a:pt x="2740652" y="356665"/>
                </a:lnTo>
                <a:lnTo>
                  <a:pt x="2742295" y="406708"/>
                </a:lnTo>
                <a:lnTo>
                  <a:pt x="2742844" y="456844"/>
                </a:lnTo>
                <a:lnTo>
                  <a:pt x="2742295" y="506978"/>
                </a:lnTo>
                <a:lnTo>
                  <a:pt x="2740652" y="557020"/>
                </a:lnTo>
                <a:lnTo>
                  <a:pt x="2737919" y="606953"/>
                </a:lnTo>
                <a:lnTo>
                  <a:pt x="2734100" y="656759"/>
                </a:lnTo>
                <a:lnTo>
                  <a:pt x="2729200" y="706421"/>
                </a:lnTo>
                <a:lnTo>
                  <a:pt x="2723223" y="755922"/>
                </a:lnTo>
                <a:lnTo>
                  <a:pt x="2716173" y="805246"/>
                </a:lnTo>
                <a:lnTo>
                  <a:pt x="2708056" y="854374"/>
                </a:lnTo>
                <a:lnTo>
                  <a:pt x="2698874" y="903289"/>
                </a:lnTo>
                <a:lnTo>
                  <a:pt x="2688634" y="951975"/>
                </a:lnTo>
                <a:lnTo>
                  <a:pt x="2677338" y="1000414"/>
                </a:lnTo>
                <a:lnTo>
                  <a:pt x="2664991" y="1048589"/>
                </a:lnTo>
                <a:lnTo>
                  <a:pt x="2651599" y="1096483"/>
                </a:lnTo>
                <a:lnTo>
                  <a:pt x="2637164" y="1144079"/>
                </a:lnTo>
                <a:lnTo>
                  <a:pt x="2621692" y="1191359"/>
                </a:lnTo>
                <a:lnTo>
                  <a:pt x="2605187" y="1238306"/>
                </a:lnTo>
                <a:lnTo>
                  <a:pt x="2587653" y="1284903"/>
                </a:lnTo>
                <a:lnTo>
                  <a:pt x="2569095" y="1331134"/>
                </a:lnTo>
                <a:lnTo>
                  <a:pt x="2549517" y="1376980"/>
                </a:lnTo>
                <a:lnTo>
                  <a:pt x="2528924" y="1422424"/>
                </a:lnTo>
                <a:lnTo>
                  <a:pt x="2507319" y="1467450"/>
                </a:lnTo>
                <a:lnTo>
                  <a:pt x="2484708" y="1512040"/>
                </a:lnTo>
                <a:lnTo>
                  <a:pt x="2461094" y="1556177"/>
                </a:lnTo>
                <a:lnTo>
                  <a:pt x="2436482" y="1599844"/>
                </a:lnTo>
                <a:lnTo>
                  <a:pt x="2410960" y="1642961"/>
                </a:lnTo>
                <a:lnTo>
                  <a:pt x="2384531" y="1685453"/>
                </a:lnTo>
                <a:lnTo>
                  <a:pt x="2357210" y="1727309"/>
                </a:lnTo>
                <a:lnTo>
                  <a:pt x="2329008" y="1768516"/>
                </a:lnTo>
                <a:lnTo>
                  <a:pt x="2299939" y="1809059"/>
                </a:lnTo>
                <a:lnTo>
                  <a:pt x="2270015" y="1848928"/>
                </a:lnTo>
                <a:lnTo>
                  <a:pt x="2239249" y="1888108"/>
                </a:lnTo>
                <a:lnTo>
                  <a:pt x="2207655" y="1926588"/>
                </a:lnTo>
                <a:lnTo>
                  <a:pt x="2175244" y="1964354"/>
                </a:lnTo>
                <a:lnTo>
                  <a:pt x="2142029" y="2001393"/>
                </a:lnTo>
                <a:lnTo>
                  <a:pt x="2108024" y="2037693"/>
                </a:lnTo>
                <a:lnTo>
                  <a:pt x="2073241" y="2073241"/>
                </a:lnTo>
                <a:lnTo>
                  <a:pt x="2037693" y="2108024"/>
                </a:lnTo>
                <a:lnTo>
                  <a:pt x="2001393" y="2142029"/>
                </a:lnTo>
                <a:lnTo>
                  <a:pt x="1964354" y="2175244"/>
                </a:lnTo>
                <a:lnTo>
                  <a:pt x="1926588" y="2207655"/>
                </a:lnTo>
                <a:lnTo>
                  <a:pt x="1888108" y="2239249"/>
                </a:lnTo>
                <a:lnTo>
                  <a:pt x="1848928" y="2270015"/>
                </a:lnTo>
                <a:lnTo>
                  <a:pt x="1809059" y="2299939"/>
                </a:lnTo>
                <a:lnTo>
                  <a:pt x="1768516" y="2329008"/>
                </a:lnTo>
                <a:lnTo>
                  <a:pt x="1727309" y="2357210"/>
                </a:lnTo>
                <a:lnTo>
                  <a:pt x="1685453" y="2384531"/>
                </a:lnTo>
                <a:lnTo>
                  <a:pt x="1642961" y="2410960"/>
                </a:lnTo>
                <a:lnTo>
                  <a:pt x="1599844" y="2436482"/>
                </a:lnTo>
                <a:lnTo>
                  <a:pt x="1556177" y="2461094"/>
                </a:lnTo>
                <a:lnTo>
                  <a:pt x="1512040" y="2484708"/>
                </a:lnTo>
                <a:lnTo>
                  <a:pt x="1467450" y="2507319"/>
                </a:lnTo>
                <a:lnTo>
                  <a:pt x="1422424" y="2528924"/>
                </a:lnTo>
                <a:lnTo>
                  <a:pt x="1376980" y="2549517"/>
                </a:lnTo>
                <a:lnTo>
                  <a:pt x="1331134" y="2569095"/>
                </a:lnTo>
                <a:lnTo>
                  <a:pt x="1284903" y="2587653"/>
                </a:lnTo>
                <a:lnTo>
                  <a:pt x="1238306" y="2605187"/>
                </a:lnTo>
                <a:lnTo>
                  <a:pt x="1191359" y="2621692"/>
                </a:lnTo>
                <a:lnTo>
                  <a:pt x="1144079" y="2637164"/>
                </a:lnTo>
                <a:lnTo>
                  <a:pt x="1096483" y="2651599"/>
                </a:lnTo>
                <a:lnTo>
                  <a:pt x="1048589" y="2664991"/>
                </a:lnTo>
                <a:lnTo>
                  <a:pt x="1000414" y="2677338"/>
                </a:lnTo>
                <a:lnTo>
                  <a:pt x="951975" y="2688634"/>
                </a:lnTo>
                <a:lnTo>
                  <a:pt x="903289" y="2698874"/>
                </a:lnTo>
                <a:lnTo>
                  <a:pt x="854374" y="2708056"/>
                </a:lnTo>
                <a:lnTo>
                  <a:pt x="805246" y="2716173"/>
                </a:lnTo>
                <a:lnTo>
                  <a:pt x="755922" y="2723223"/>
                </a:lnTo>
                <a:lnTo>
                  <a:pt x="706421" y="2729200"/>
                </a:lnTo>
                <a:lnTo>
                  <a:pt x="656759" y="2734100"/>
                </a:lnTo>
                <a:lnTo>
                  <a:pt x="606953" y="2737919"/>
                </a:lnTo>
                <a:lnTo>
                  <a:pt x="557020" y="2740652"/>
                </a:lnTo>
                <a:lnTo>
                  <a:pt x="506978" y="2742295"/>
                </a:lnTo>
                <a:lnTo>
                  <a:pt x="456844" y="2742844"/>
                </a:lnTo>
                <a:lnTo>
                  <a:pt x="406708" y="2742295"/>
                </a:lnTo>
                <a:lnTo>
                  <a:pt x="356665" y="2740652"/>
                </a:lnTo>
                <a:lnTo>
                  <a:pt x="306731" y="2737919"/>
                </a:lnTo>
                <a:lnTo>
                  <a:pt x="256924" y="2734100"/>
                </a:lnTo>
                <a:lnTo>
                  <a:pt x="207261" y="2729200"/>
                </a:lnTo>
                <a:lnTo>
                  <a:pt x="157758" y="2723223"/>
                </a:lnTo>
                <a:lnTo>
                  <a:pt x="108434" y="2716173"/>
                </a:lnTo>
                <a:lnTo>
                  <a:pt x="59306" y="2708056"/>
                </a:lnTo>
                <a:lnTo>
                  <a:pt x="10390" y="2698874"/>
                </a:lnTo>
                <a:lnTo>
                  <a:pt x="0" y="2696689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444" y="1828446"/>
            <a:ext cx="2743200" cy="3315335"/>
          </a:xfrm>
          <a:custGeom>
            <a:avLst/>
            <a:gdLst/>
            <a:ahLst/>
            <a:cxnLst/>
            <a:rect l="l" t="t" r="r" b="b"/>
            <a:pathLst>
              <a:path w="2743200" h="3315335">
                <a:moveTo>
                  <a:pt x="1828800" y="0"/>
                </a:moveTo>
                <a:lnTo>
                  <a:pt x="1778149" y="701"/>
                </a:lnTo>
                <a:lnTo>
                  <a:pt x="1727622" y="2801"/>
                </a:lnTo>
                <a:lnTo>
                  <a:pt x="1677245" y="6293"/>
                </a:lnTo>
                <a:lnTo>
                  <a:pt x="1627048" y="11167"/>
                </a:lnTo>
                <a:lnTo>
                  <a:pt x="1577057" y="17417"/>
                </a:lnTo>
                <a:lnTo>
                  <a:pt x="1527300" y="25036"/>
                </a:lnTo>
                <a:lnTo>
                  <a:pt x="1477806" y="34015"/>
                </a:lnTo>
                <a:lnTo>
                  <a:pt x="1428601" y="44348"/>
                </a:lnTo>
                <a:lnTo>
                  <a:pt x="1379713" y="56026"/>
                </a:lnTo>
                <a:lnTo>
                  <a:pt x="1331171" y="69043"/>
                </a:lnTo>
                <a:lnTo>
                  <a:pt x="1283002" y="83390"/>
                </a:lnTo>
                <a:lnTo>
                  <a:pt x="1235233" y="99059"/>
                </a:lnTo>
                <a:lnTo>
                  <a:pt x="1187893" y="116045"/>
                </a:lnTo>
                <a:lnTo>
                  <a:pt x="1141009" y="134338"/>
                </a:lnTo>
                <a:lnTo>
                  <a:pt x="1094608" y="153932"/>
                </a:lnTo>
                <a:lnTo>
                  <a:pt x="1048719" y="174819"/>
                </a:lnTo>
                <a:lnTo>
                  <a:pt x="1003370" y="196991"/>
                </a:lnTo>
                <a:lnTo>
                  <a:pt x="958587" y="220440"/>
                </a:lnTo>
                <a:lnTo>
                  <a:pt x="914400" y="245160"/>
                </a:lnTo>
                <a:lnTo>
                  <a:pt x="870909" y="271041"/>
                </a:lnTo>
                <a:lnTo>
                  <a:pt x="828217" y="298078"/>
                </a:lnTo>
                <a:lnTo>
                  <a:pt x="786346" y="326253"/>
                </a:lnTo>
                <a:lnTo>
                  <a:pt x="745316" y="355542"/>
                </a:lnTo>
                <a:lnTo>
                  <a:pt x="705148" y="385926"/>
                </a:lnTo>
                <a:lnTo>
                  <a:pt x="665864" y="417384"/>
                </a:lnTo>
                <a:lnTo>
                  <a:pt x="627485" y="449893"/>
                </a:lnTo>
                <a:lnTo>
                  <a:pt x="590031" y="483434"/>
                </a:lnTo>
                <a:lnTo>
                  <a:pt x="553524" y="517984"/>
                </a:lnTo>
                <a:lnTo>
                  <a:pt x="517984" y="553524"/>
                </a:lnTo>
                <a:lnTo>
                  <a:pt x="483434" y="590031"/>
                </a:lnTo>
                <a:lnTo>
                  <a:pt x="449893" y="627485"/>
                </a:lnTo>
                <a:lnTo>
                  <a:pt x="417384" y="665864"/>
                </a:lnTo>
                <a:lnTo>
                  <a:pt x="385926" y="705148"/>
                </a:lnTo>
                <a:lnTo>
                  <a:pt x="355542" y="745316"/>
                </a:lnTo>
                <a:lnTo>
                  <a:pt x="326253" y="786346"/>
                </a:lnTo>
                <a:lnTo>
                  <a:pt x="298078" y="828217"/>
                </a:lnTo>
                <a:lnTo>
                  <a:pt x="271041" y="870909"/>
                </a:lnTo>
                <a:lnTo>
                  <a:pt x="245160" y="914399"/>
                </a:lnTo>
                <a:lnTo>
                  <a:pt x="220440" y="958587"/>
                </a:lnTo>
                <a:lnTo>
                  <a:pt x="196991" y="1003370"/>
                </a:lnTo>
                <a:lnTo>
                  <a:pt x="174819" y="1048719"/>
                </a:lnTo>
                <a:lnTo>
                  <a:pt x="153932" y="1094608"/>
                </a:lnTo>
                <a:lnTo>
                  <a:pt x="134338" y="1141009"/>
                </a:lnTo>
                <a:lnTo>
                  <a:pt x="116045" y="1187893"/>
                </a:lnTo>
                <a:lnTo>
                  <a:pt x="99059" y="1235233"/>
                </a:lnTo>
                <a:lnTo>
                  <a:pt x="83390" y="1283002"/>
                </a:lnTo>
                <a:lnTo>
                  <a:pt x="69043" y="1331171"/>
                </a:lnTo>
                <a:lnTo>
                  <a:pt x="56026" y="1379713"/>
                </a:lnTo>
                <a:lnTo>
                  <a:pt x="44348" y="1428601"/>
                </a:lnTo>
                <a:lnTo>
                  <a:pt x="34015" y="1477806"/>
                </a:lnTo>
                <a:lnTo>
                  <a:pt x="25036" y="1527300"/>
                </a:lnTo>
                <a:lnTo>
                  <a:pt x="17417" y="1577057"/>
                </a:lnTo>
                <a:lnTo>
                  <a:pt x="11167" y="1627048"/>
                </a:lnTo>
                <a:lnTo>
                  <a:pt x="6293" y="1677245"/>
                </a:lnTo>
                <a:lnTo>
                  <a:pt x="2801" y="1727622"/>
                </a:lnTo>
                <a:lnTo>
                  <a:pt x="701" y="1778149"/>
                </a:lnTo>
                <a:lnTo>
                  <a:pt x="0" y="1828799"/>
                </a:lnTo>
                <a:lnTo>
                  <a:pt x="701" y="1879450"/>
                </a:lnTo>
                <a:lnTo>
                  <a:pt x="2801" y="1929977"/>
                </a:lnTo>
                <a:lnTo>
                  <a:pt x="6293" y="1980353"/>
                </a:lnTo>
                <a:lnTo>
                  <a:pt x="11167" y="2030550"/>
                </a:lnTo>
                <a:lnTo>
                  <a:pt x="17417" y="2080540"/>
                </a:lnTo>
                <a:lnTo>
                  <a:pt x="25036" y="2130296"/>
                </a:lnTo>
                <a:lnTo>
                  <a:pt x="34015" y="2179790"/>
                </a:lnTo>
                <a:lnTo>
                  <a:pt x="44348" y="2228994"/>
                </a:lnTo>
                <a:lnTo>
                  <a:pt x="56026" y="2277881"/>
                </a:lnTo>
                <a:lnTo>
                  <a:pt x="69043" y="2326423"/>
                </a:lnTo>
                <a:lnTo>
                  <a:pt x="83390" y="2374592"/>
                </a:lnTo>
                <a:lnTo>
                  <a:pt x="99059" y="2422360"/>
                </a:lnTo>
                <a:lnTo>
                  <a:pt x="116045" y="2469701"/>
                </a:lnTo>
                <a:lnTo>
                  <a:pt x="134338" y="2516585"/>
                </a:lnTo>
                <a:lnTo>
                  <a:pt x="153932" y="2562986"/>
                </a:lnTo>
                <a:lnTo>
                  <a:pt x="174819" y="2608875"/>
                </a:lnTo>
                <a:lnTo>
                  <a:pt x="196991" y="2654226"/>
                </a:lnTo>
                <a:lnTo>
                  <a:pt x="220440" y="2699010"/>
                </a:lnTo>
                <a:lnTo>
                  <a:pt x="245160" y="2743199"/>
                </a:lnTo>
                <a:lnTo>
                  <a:pt x="271041" y="2786688"/>
                </a:lnTo>
                <a:lnTo>
                  <a:pt x="298078" y="2829378"/>
                </a:lnTo>
                <a:lnTo>
                  <a:pt x="326253" y="2871249"/>
                </a:lnTo>
                <a:lnTo>
                  <a:pt x="355542" y="2912278"/>
                </a:lnTo>
                <a:lnTo>
                  <a:pt x="385926" y="2952445"/>
                </a:lnTo>
                <a:lnTo>
                  <a:pt x="417384" y="2991729"/>
                </a:lnTo>
                <a:lnTo>
                  <a:pt x="449893" y="3030109"/>
                </a:lnTo>
                <a:lnTo>
                  <a:pt x="483434" y="3067563"/>
                </a:lnTo>
                <a:lnTo>
                  <a:pt x="517984" y="3104070"/>
                </a:lnTo>
                <a:lnTo>
                  <a:pt x="553524" y="3139610"/>
                </a:lnTo>
                <a:lnTo>
                  <a:pt x="590031" y="3174161"/>
                </a:lnTo>
                <a:lnTo>
                  <a:pt x="627485" y="3207703"/>
                </a:lnTo>
                <a:lnTo>
                  <a:pt x="665864" y="3240213"/>
                </a:lnTo>
                <a:lnTo>
                  <a:pt x="705148" y="3271671"/>
                </a:lnTo>
                <a:lnTo>
                  <a:pt x="745316" y="3302055"/>
                </a:lnTo>
                <a:lnTo>
                  <a:pt x="763277" y="3314877"/>
                </a:lnTo>
                <a:lnTo>
                  <a:pt x="2743200" y="245160"/>
                </a:lnTo>
                <a:lnTo>
                  <a:pt x="2699010" y="220440"/>
                </a:lnTo>
                <a:lnTo>
                  <a:pt x="2654226" y="196991"/>
                </a:lnTo>
                <a:lnTo>
                  <a:pt x="2608875" y="174819"/>
                </a:lnTo>
                <a:lnTo>
                  <a:pt x="2562986" y="153932"/>
                </a:lnTo>
                <a:lnTo>
                  <a:pt x="2516585" y="134338"/>
                </a:lnTo>
                <a:lnTo>
                  <a:pt x="2469701" y="116045"/>
                </a:lnTo>
                <a:lnTo>
                  <a:pt x="2422360" y="99059"/>
                </a:lnTo>
                <a:lnTo>
                  <a:pt x="2374592" y="83390"/>
                </a:lnTo>
                <a:lnTo>
                  <a:pt x="2326423" y="69043"/>
                </a:lnTo>
                <a:lnTo>
                  <a:pt x="2277881" y="56026"/>
                </a:lnTo>
                <a:lnTo>
                  <a:pt x="2228994" y="44348"/>
                </a:lnTo>
                <a:lnTo>
                  <a:pt x="2179790" y="34015"/>
                </a:lnTo>
                <a:lnTo>
                  <a:pt x="2130296" y="25036"/>
                </a:lnTo>
                <a:lnTo>
                  <a:pt x="2080540" y="17417"/>
                </a:lnTo>
                <a:lnTo>
                  <a:pt x="2030550" y="11167"/>
                </a:lnTo>
                <a:lnTo>
                  <a:pt x="1980353" y="6293"/>
                </a:lnTo>
                <a:lnTo>
                  <a:pt x="1929977" y="2801"/>
                </a:lnTo>
                <a:lnTo>
                  <a:pt x="1879450" y="701"/>
                </a:lnTo>
                <a:lnTo>
                  <a:pt x="1828800" y="0"/>
                </a:lnTo>
                <a:close/>
              </a:path>
            </a:pathLst>
          </a:custGeom>
          <a:solidFill>
            <a:srgbClr val="D97757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444" y="1828446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799"/>
                </a:moveTo>
                <a:lnTo>
                  <a:pt x="701" y="1778149"/>
                </a:lnTo>
                <a:lnTo>
                  <a:pt x="2801" y="1727622"/>
                </a:lnTo>
                <a:lnTo>
                  <a:pt x="6293" y="1677245"/>
                </a:lnTo>
                <a:lnTo>
                  <a:pt x="11167" y="1627048"/>
                </a:lnTo>
                <a:lnTo>
                  <a:pt x="17417" y="1577057"/>
                </a:lnTo>
                <a:lnTo>
                  <a:pt x="25036" y="1527300"/>
                </a:lnTo>
                <a:lnTo>
                  <a:pt x="34015" y="1477806"/>
                </a:lnTo>
                <a:lnTo>
                  <a:pt x="44348" y="1428601"/>
                </a:lnTo>
                <a:lnTo>
                  <a:pt x="56026" y="1379713"/>
                </a:lnTo>
                <a:lnTo>
                  <a:pt x="69043" y="1331171"/>
                </a:lnTo>
                <a:lnTo>
                  <a:pt x="83390" y="1283002"/>
                </a:lnTo>
                <a:lnTo>
                  <a:pt x="99059" y="1235233"/>
                </a:lnTo>
                <a:lnTo>
                  <a:pt x="116045" y="1187893"/>
                </a:lnTo>
                <a:lnTo>
                  <a:pt x="134338" y="1141009"/>
                </a:lnTo>
                <a:lnTo>
                  <a:pt x="153932" y="1094608"/>
                </a:lnTo>
                <a:lnTo>
                  <a:pt x="174819" y="1048719"/>
                </a:lnTo>
                <a:lnTo>
                  <a:pt x="196991" y="1003370"/>
                </a:lnTo>
                <a:lnTo>
                  <a:pt x="220440" y="958587"/>
                </a:lnTo>
                <a:lnTo>
                  <a:pt x="245160" y="914399"/>
                </a:lnTo>
                <a:lnTo>
                  <a:pt x="271041" y="870909"/>
                </a:lnTo>
                <a:lnTo>
                  <a:pt x="298078" y="828217"/>
                </a:lnTo>
                <a:lnTo>
                  <a:pt x="326253" y="786346"/>
                </a:lnTo>
                <a:lnTo>
                  <a:pt x="355542" y="745316"/>
                </a:lnTo>
                <a:lnTo>
                  <a:pt x="385926" y="705148"/>
                </a:lnTo>
                <a:lnTo>
                  <a:pt x="417384" y="665864"/>
                </a:lnTo>
                <a:lnTo>
                  <a:pt x="449893" y="627485"/>
                </a:lnTo>
                <a:lnTo>
                  <a:pt x="483434" y="590031"/>
                </a:lnTo>
                <a:lnTo>
                  <a:pt x="517984" y="553524"/>
                </a:lnTo>
                <a:lnTo>
                  <a:pt x="553524" y="517984"/>
                </a:lnTo>
                <a:lnTo>
                  <a:pt x="590031" y="483434"/>
                </a:lnTo>
                <a:lnTo>
                  <a:pt x="627485" y="449893"/>
                </a:lnTo>
                <a:lnTo>
                  <a:pt x="665864" y="417384"/>
                </a:lnTo>
                <a:lnTo>
                  <a:pt x="705148" y="385926"/>
                </a:lnTo>
                <a:lnTo>
                  <a:pt x="745316" y="355542"/>
                </a:lnTo>
                <a:lnTo>
                  <a:pt x="786346" y="326253"/>
                </a:lnTo>
                <a:lnTo>
                  <a:pt x="828217" y="298078"/>
                </a:lnTo>
                <a:lnTo>
                  <a:pt x="870909" y="271041"/>
                </a:lnTo>
                <a:lnTo>
                  <a:pt x="914400" y="245160"/>
                </a:lnTo>
                <a:lnTo>
                  <a:pt x="958587" y="220440"/>
                </a:lnTo>
                <a:lnTo>
                  <a:pt x="1003370" y="196991"/>
                </a:lnTo>
                <a:lnTo>
                  <a:pt x="1048719" y="174819"/>
                </a:lnTo>
                <a:lnTo>
                  <a:pt x="1094608" y="153932"/>
                </a:lnTo>
                <a:lnTo>
                  <a:pt x="1141009" y="134338"/>
                </a:lnTo>
                <a:lnTo>
                  <a:pt x="1187893" y="116045"/>
                </a:lnTo>
                <a:lnTo>
                  <a:pt x="1235233" y="99059"/>
                </a:lnTo>
                <a:lnTo>
                  <a:pt x="1283002" y="83390"/>
                </a:lnTo>
                <a:lnTo>
                  <a:pt x="1331171" y="69043"/>
                </a:lnTo>
                <a:lnTo>
                  <a:pt x="1379713" y="56026"/>
                </a:lnTo>
                <a:lnTo>
                  <a:pt x="1428601" y="44348"/>
                </a:lnTo>
                <a:lnTo>
                  <a:pt x="1477806" y="34015"/>
                </a:lnTo>
                <a:lnTo>
                  <a:pt x="1527300" y="25036"/>
                </a:lnTo>
                <a:lnTo>
                  <a:pt x="1577057" y="17417"/>
                </a:lnTo>
                <a:lnTo>
                  <a:pt x="1627048" y="11167"/>
                </a:lnTo>
                <a:lnTo>
                  <a:pt x="1677245" y="6293"/>
                </a:lnTo>
                <a:lnTo>
                  <a:pt x="1727622" y="2801"/>
                </a:lnTo>
                <a:lnTo>
                  <a:pt x="1778149" y="701"/>
                </a:lnTo>
                <a:lnTo>
                  <a:pt x="1828800" y="0"/>
                </a:lnTo>
                <a:lnTo>
                  <a:pt x="1879450" y="701"/>
                </a:lnTo>
                <a:lnTo>
                  <a:pt x="1929977" y="2801"/>
                </a:lnTo>
                <a:lnTo>
                  <a:pt x="1980353" y="6293"/>
                </a:lnTo>
                <a:lnTo>
                  <a:pt x="2030550" y="11167"/>
                </a:lnTo>
                <a:lnTo>
                  <a:pt x="2080540" y="17417"/>
                </a:lnTo>
                <a:lnTo>
                  <a:pt x="2130296" y="25036"/>
                </a:lnTo>
                <a:lnTo>
                  <a:pt x="2179790" y="34015"/>
                </a:lnTo>
                <a:lnTo>
                  <a:pt x="2228994" y="44348"/>
                </a:lnTo>
                <a:lnTo>
                  <a:pt x="2277881" y="56026"/>
                </a:lnTo>
                <a:lnTo>
                  <a:pt x="2326423" y="69043"/>
                </a:lnTo>
                <a:lnTo>
                  <a:pt x="2374592" y="83390"/>
                </a:lnTo>
                <a:lnTo>
                  <a:pt x="2422360" y="99059"/>
                </a:lnTo>
                <a:lnTo>
                  <a:pt x="2469701" y="116045"/>
                </a:lnTo>
                <a:lnTo>
                  <a:pt x="2516585" y="134338"/>
                </a:lnTo>
                <a:lnTo>
                  <a:pt x="2562986" y="153932"/>
                </a:lnTo>
                <a:lnTo>
                  <a:pt x="2608875" y="174819"/>
                </a:lnTo>
                <a:lnTo>
                  <a:pt x="2654226" y="196991"/>
                </a:lnTo>
                <a:lnTo>
                  <a:pt x="2699010" y="220440"/>
                </a:lnTo>
                <a:lnTo>
                  <a:pt x="2743200" y="24516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0444" y="3657246"/>
            <a:ext cx="763270" cy="1486535"/>
          </a:xfrm>
          <a:custGeom>
            <a:avLst/>
            <a:gdLst/>
            <a:ahLst/>
            <a:cxnLst/>
            <a:rect l="l" t="t" r="r" b="b"/>
            <a:pathLst>
              <a:path w="763270" h="1486535">
                <a:moveTo>
                  <a:pt x="763277" y="1486077"/>
                </a:moveTo>
                <a:lnTo>
                  <a:pt x="705148" y="1442871"/>
                </a:lnTo>
                <a:lnTo>
                  <a:pt x="665864" y="1411413"/>
                </a:lnTo>
                <a:lnTo>
                  <a:pt x="627485" y="1378903"/>
                </a:lnTo>
                <a:lnTo>
                  <a:pt x="590031" y="1345361"/>
                </a:lnTo>
                <a:lnTo>
                  <a:pt x="553524" y="1310810"/>
                </a:lnTo>
                <a:lnTo>
                  <a:pt x="517984" y="1275270"/>
                </a:lnTo>
                <a:lnTo>
                  <a:pt x="483434" y="1238763"/>
                </a:lnTo>
                <a:lnTo>
                  <a:pt x="449893" y="1201309"/>
                </a:lnTo>
                <a:lnTo>
                  <a:pt x="417384" y="1162929"/>
                </a:lnTo>
                <a:lnTo>
                  <a:pt x="385926" y="1123645"/>
                </a:lnTo>
                <a:lnTo>
                  <a:pt x="355542" y="1083478"/>
                </a:lnTo>
                <a:lnTo>
                  <a:pt x="326253" y="1042449"/>
                </a:lnTo>
                <a:lnTo>
                  <a:pt x="298078" y="1000578"/>
                </a:lnTo>
                <a:lnTo>
                  <a:pt x="271041" y="957888"/>
                </a:lnTo>
                <a:lnTo>
                  <a:pt x="245160" y="914400"/>
                </a:lnTo>
                <a:lnTo>
                  <a:pt x="220440" y="870210"/>
                </a:lnTo>
                <a:lnTo>
                  <a:pt x="196991" y="825426"/>
                </a:lnTo>
                <a:lnTo>
                  <a:pt x="174819" y="780075"/>
                </a:lnTo>
                <a:lnTo>
                  <a:pt x="153932" y="734186"/>
                </a:lnTo>
                <a:lnTo>
                  <a:pt x="134338" y="687785"/>
                </a:lnTo>
                <a:lnTo>
                  <a:pt x="116045" y="640901"/>
                </a:lnTo>
                <a:lnTo>
                  <a:pt x="99059" y="593560"/>
                </a:lnTo>
                <a:lnTo>
                  <a:pt x="83390" y="545792"/>
                </a:lnTo>
                <a:lnTo>
                  <a:pt x="69043" y="497623"/>
                </a:lnTo>
                <a:lnTo>
                  <a:pt x="56026" y="449081"/>
                </a:lnTo>
                <a:lnTo>
                  <a:pt x="44348" y="400194"/>
                </a:lnTo>
                <a:lnTo>
                  <a:pt x="34015" y="350990"/>
                </a:lnTo>
                <a:lnTo>
                  <a:pt x="25036" y="301496"/>
                </a:lnTo>
                <a:lnTo>
                  <a:pt x="17417" y="251740"/>
                </a:lnTo>
                <a:lnTo>
                  <a:pt x="11167" y="201750"/>
                </a:lnTo>
                <a:lnTo>
                  <a:pt x="6293" y="151553"/>
                </a:lnTo>
                <a:lnTo>
                  <a:pt x="2801" y="101177"/>
                </a:lnTo>
                <a:lnTo>
                  <a:pt x="701" y="50650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144" y="578918"/>
            <a:ext cx="449643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9845" algn="l"/>
                <a:tab pos="2120265" algn="l"/>
                <a:tab pos="3561715" algn="l"/>
                <a:tab pos="3862704" algn="l"/>
              </a:tabLst>
            </a:pP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D  E  S  A  F</a:t>
            </a:r>
            <a:r>
              <a:rPr sz="1400" b="1" spc="11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Í</a:t>
            </a:r>
            <a:r>
              <a:rPr sz="1400" b="1" spc="28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O	P  A</a:t>
            </a:r>
            <a:r>
              <a:rPr sz="1400" b="1" spc="15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R</a:t>
            </a:r>
            <a:r>
              <a:rPr sz="1400" b="1" spc="28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A	L  L  E  V  A  R</a:t>
            </a:r>
            <a:r>
              <a:rPr sz="1400" b="1" spc="2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T</a:t>
            </a:r>
            <a:r>
              <a:rPr sz="1400" b="1" spc="28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E	A	C  A  S</a:t>
            </a:r>
            <a:r>
              <a:rPr sz="1400" b="1" spc="95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D97757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4144" y="990398"/>
            <a:ext cx="517969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85" dirty="0"/>
              <a:t>Tu </a:t>
            </a:r>
            <a:r>
              <a:rPr sz="3200" spc="-5" dirty="0"/>
              <a:t>primer </a:t>
            </a:r>
            <a:r>
              <a:rPr sz="3200" spc="-10" dirty="0"/>
              <a:t>caso </a:t>
            </a:r>
            <a:r>
              <a:rPr sz="3200" spc="-15" dirty="0"/>
              <a:t>real </a:t>
            </a:r>
            <a:r>
              <a:rPr sz="3200" spc="-5" dirty="0"/>
              <a:t>con</a:t>
            </a:r>
            <a:r>
              <a:rPr sz="3200" spc="55" dirty="0"/>
              <a:t> </a:t>
            </a:r>
            <a:r>
              <a:rPr sz="3200" spc="-5" dirty="0"/>
              <a:t>Claude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444144" y="1752627"/>
            <a:ext cx="46069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5" dirty="0">
                <a:solidFill>
                  <a:srgbClr val="FFFFFF"/>
                </a:solidFill>
                <a:latin typeface="Calibri"/>
                <a:cs typeface="Calibri"/>
              </a:rPr>
              <a:t>Esta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semana, elegí UN 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caso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real de tu trabajo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resolvélo 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Claude: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476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30" h="1737995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1646288"/>
                </a:lnTo>
                <a:lnTo>
                  <a:pt x="798" y="1658288"/>
                </a:lnTo>
                <a:lnTo>
                  <a:pt x="18843" y="1702045"/>
                </a:lnTo>
                <a:lnTo>
                  <a:pt x="56512" y="1730736"/>
                </a:lnTo>
                <a:lnTo>
                  <a:pt x="91440" y="1737728"/>
                </a:lnTo>
                <a:lnTo>
                  <a:pt x="2624759" y="1737728"/>
                </a:lnTo>
                <a:lnTo>
                  <a:pt x="2670479" y="1725485"/>
                </a:lnTo>
                <a:lnTo>
                  <a:pt x="2703969" y="1692008"/>
                </a:lnTo>
                <a:lnTo>
                  <a:pt x="2716199" y="1646288"/>
                </a:lnTo>
                <a:lnTo>
                  <a:pt x="2716175" y="91439"/>
                </a:lnTo>
                <a:lnTo>
                  <a:pt x="2703969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476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30" h="1737995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69" y="46088"/>
                </a:lnTo>
                <a:lnTo>
                  <a:pt x="2716199" y="91808"/>
                </a:lnTo>
                <a:lnTo>
                  <a:pt x="2716199" y="1646288"/>
                </a:lnTo>
                <a:lnTo>
                  <a:pt x="2715401" y="1658288"/>
                </a:lnTo>
                <a:lnTo>
                  <a:pt x="2713051" y="1669953"/>
                </a:lnTo>
                <a:lnTo>
                  <a:pt x="2689520" y="1711037"/>
                </a:lnTo>
                <a:lnTo>
                  <a:pt x="2648434" y="1734573"/>
                </a:lnTo>
                <a:lnTo>
                  <a:pt x="2624759" y="1737728"/>
                </a:lnTo>
                <a:lnTo>
                  <a:pt x="91440" y="1737728"/>
                </a:lnTo>
                <a:lnTo>
                  <a:pt x="45720" y="1725485"/>
                </a:lnTo>
                <a:lnTo>
                  <a:pt x="12242" y="1692008"/>
                </a:lnTo>
                <a:lnTo>
                  <a:pt x="0" y="1646288"/>
                </a:lnTo>
                <a:lnTo>
                  <a:pt x="368" y="91439"/>
                </a:lnTo>
                <a:close/>
              </a:path>
            </a:pathLst>
          </a:custGeom>
          <a:ln w="1511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024" y="2270558"/>
            <a:ext cx="2206625" cy="119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D97757"/>
                </a:solidFill>
                <a:latin typeface="Calibri"/>
                <a:cs typeface="Calibri"/>
              </a:rPr>
              <a:t>①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Una</a:t>
            </a:r>
            <a:r>
              <a:rPr sz="16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escritura</a:t>
            </a:r>
            <a:endParaRPr sz="1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60"/>
              </a:spcBef>
            </a:pP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Subila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Claude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pedí los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3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principales  hallazgos.</a:t>
            </a:r>
            <a:r>
              <a:rPr sz="11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Validalos.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63760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29" h="1737995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646288"/>
                </a:lnTo>
                <a:lnTo>
                  <a:pt x="798" y="1658288"/>
                </a:lnTo>
                <a:lnTo>
                  <a:pt x="18836" y="1702045"/>
                </a:lnTo>
                <a:lnTo>
                  <a:pt x="56505" y="1730736"/>
                </a:lnTo>
                <a:lnTo>
                  <a:pt x="91440" y="1737728"/>
                </a:lnTo>
                <a:lnTo>
                  <a:pt x="2624759" y="1737728"/>
                </a:lnTo>
                <a:lnTo>
                  <a:pt x="2670479" y="1725485"/>
                </a:lnTo>
                <a:lnTo>
                  <a:pt x="2703957" y="1692008"/>
                </a:lnTo>
                <a:lnTo>
                  <a:pt x="2716199" y="164628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63760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29" h="1737995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46" y="26690"/>
                </a:lnTo>
                <a:lnTo>
                  <a:pt x="68130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646288"/>
                </a:lnTo>
                <a:lnTo>
                  <a:pt x="2715401" y="1658288"/>
                </a:lnTo>
                <a:lnTo>
                  <a:pt x="2713050" y="1669953"/>
                </a:lnTo>
                <a:lnTo>
                  <a:pt x="2689518" y="1711037"/>
                </a:lnTo>
                <a:lnTo>
                  <a:pt x="2648429" y="1734573"/>
                </a:lnTo>
                <a:lnTo>
                  <a:pt x="2624759" y="1737728"/>
                </a:lnTo>
                <a:lnTo>
                  <a:pt x="91440" y="1737728"/>
                </a:lnTo>
                <a:lnTo>
                  <a:pt x="45720" y="1725485"/>
                </a:lnTo>
                <a:lnTo>
                  <a:pt x="12242" y="1692008"/>
                </a:lnTo>
                <a:lnTo>
                  <a:pt x="0" y="1646288"/>
                </a:lnTo>
                <a:lnTo>
                  <a:pt x="355" y="91439"/>
                </a:lnTo>
                <a:close/>
              </a:path>
            </a:pathLst>
          </a:custGeom>
          <a:ln w="1511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34295" y="2270558"/>
            <a:ext cx="2000250" cy="136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D97757"/>
                </a:solidFill>
                <a:latin typeface="Calibri"/>
                <a:cs typeface="Calibri"/>
              </a:rPr>
              <a:t>②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Un</a:t>
            </a:r>
            <a:r>
              <a:rPr sz="16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comparable</a:t>
            </a:r>
            <a:endParaRPr sz="1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60"/>
              </a:spcBef>
            </a:pP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Hacele tasar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un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depto que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ya estás 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trabajando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comparalo con tu  valuación.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71044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29" h="1737995">
                <a:moveTo>
                  <a:pt x="91795" y="0"/>
                </a:moveTo>
                <a:lnTo>
                  <a:pt x="46075" y="12242"/>
                </a:lnTo>
                <a:lnTo>
                  <a:pt x="12598" y="45719"/>
                </a:lnTo>
                <a:lnTo>
                  <a:pt x="355" y="91439"/>
                </a:lnTo>
                <a:lnTo>
                  <a:pt x="0" y="1646288"/>
                </a:lnTo>
                <a:lnTo>
                  <a:pt x="798" y="1658288"/>
                </a:lnTo>
                <a:lnTo>
                  <a:pt x="18830" y="1702045"/>
                </a:lnTo>
                <a:lnTo>
                  <a:pt x="56505" y="1730736"/>
                </a:lnTo>
                <a:lnTo>
                  <a:pt x="91439" y="1737728"/>
                </a:lnTo>
                <a:lnTo>
                  <a:pt x="2624759" y="1737728"/>
                </a:lnTo>
                <a:lnTo>
                  <a:pt x="2670479" y="1725485"/>
                </a:lnTo>
                <a:lnTo>
                  <a:pt x="2703957" y="1692008"/>
                </a:lnTo>
                <a:lnTo>
                  <a:pt x="2716199" y="1646288"/>
                </a:lnTo>
                <a:lnTo>
                  <a:pt x="2716175" y="91439"/>
                </a:lnTo>
                <a:lnTo>
                  <a:pt x="2703957" y="46088"/>
                </a:lnTo>
                <a:lnTo>
                  <a:pt x="2670479" y="12598"/>
                </a:lnTo>
                <a:lnTo>
                  <a:pt x="2624759" y="368"/>
                </a:lnTo>
                <a:lnTo>
                  <a:pt x="91795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1044" y="2193838"/>
            <a:ext cx="2716530" cy="1737995"/>
          </a:xfrm>
          <a:custGeom>
            <a:avLst/>
            <a:gdLst/>
            <a:ahLst/>
            <a:cxnLst/>
            <a:rect l="l" t="t" r="r" b="b"/>
            <a:pathLst>
              <a:path w="2716529" h="1737995">
                <a:moveTo>
                  <a:pt x="355" y="91439"/>
                </a:moveTo>
                <a:lnTo>
                  <a:pt x="1154" y="79440"/>
                </a:lnTo>
                <a:lnTo>
                  <a:pt x="3505" y="67775"/>
                </a:lnTo>
                <a:lnTo>
                  <a:pt x="27036" y="26690"/>
                </a:lnTo>
                <a:lnTo>
                  <a:pt x="68125" y="3149"/>
                </a:lnTo>
                <a:lnTo>
                  <a:pt x="91795" y="0"/>
                </a:lnTo>
                <a:lnTo>
                  <a:pt x="2624759" y="368"/>
                </a:lnTo>
                <a:lnTo>
                  <a:pt x="2670479" y="12598"/>
                </a:lnTo>
                <a:lnTo>
                  <a:pt x="2703957" y="46088"/>
                </a:lnTo>
                <a:lnTo>
                  <a:pt x="2716199" y="91808"/>
                </a:lnTo>
                <a:lnTo>
                  <a:pt x="2716199" y="1646288"/>
                </a:lnTo>
                <a:lnTo>
                  <a:pt x="2715401" y="1658288"/>
                </a:lnTo>
                <a:lnTo>
                  <a:pt x="2713050" y="1669953"/>
                </a:lnTo>
                <a:lnTo>
                  <a:pt x="2689509" y="1711037"/>
                </a:lnTo>
                <a:lnTo>
                  <a:pt x="2648424" y="1734573"/>
                </a:lnTo>
                <a:lnTo>
                  <a:pt x="2624759" y="1737728"/>
                </a:lnTo>
                <a:lnTo>
                  <a:pt x="91439" y="1737728"/>
                </a:lnTo>
                <a:lnTo>
                  <a:pt x="45719" y="1725485"/>
                </a:lnTo>
                <a:lnTo>
                  <a:pt x="12230" y="1692008"/>
                </a:lnTo>
                <a:lnTo>
                  <a:pt x="0" y="1646288"/>
                </a:lnTo>
                <a:lnTo>
                  <a:pt x="355" y="91439"/>
                </a:lnTo>
                <a:close/>
              </a:path>
            </a:pathLst>
          </a:custGeom>
          <a:ln w="1511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41580" y="2270558"/>
            <a:ext cx="2264410" cy="136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D97757"/>
                </a:solidFill>
                <a:latin typeface="Calibri"/>
                <a:cs typeface="Calibri"/>
              </a:rPr>
              <a:t>③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Una</a:t>
            </a:r>
            <a:r>
              <a:rPr sz="1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respuesta</a:t>
            </a:r>
            <a:endParaRPr sz="1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60"/>
              </a:spcBef>
            </a:pP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Esa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pregunta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difícil que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pateaste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2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días:  pedile una primera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versión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1100" spc="-5" dirty="0">
                <a:solidFill>
                  <a:srgbClr val="FF0000"/>
                </a:solidFill>
                <a:latin typeface="Calibri"/>
                <a:cs typeface="Calibri"/>
              </a:rPr>
              <a:t>respondé  </a:t>
            </a:r>
            <a:r>
              <a:rPr sz="1100" spc="-20" dirty="0">
                <a:solidFill>
                  <a:srgbClr val="FF0000"/>
                </a:solidFill>
                <a:latin typeface="Calibri"/>
                <a:cs typeface="Calibri"/>
              </a:rPr>
              <a:t>hoy.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51495" y="4907961"/>
            <a:ext cx="29908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Ci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rre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24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19223" y="4198456"/>
            <a:ext cx="4907280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0" dirty="0">
                <a:highlight>
                  <a:srgbClr val="FFFF00"/>
                </a:highlight>
                <a:latin typeface="Calibri"/>
                <a:cs typeface="Calibri"/>
              </a:rPr>
              <a:t>Comentanos cómo te </a:t>
            </a:r>
            <a:r>
              <a:rPr sz="1300" i="1" spc="-5" dirty="0">
                <a:highlight>
                  <a:srgbClr val="FFFF00"/>
                </a:highlight>
                <a:latin typeface="Calibri"/>
                <a:cs typeface="Calibri"/>
              </a:rPr>
              <a:t>fue. El que </a:t>
            </a:r>
            <a:r>
              <a:rPr sz="1300" i="1" spc="-10" dirty="0">
                <a:highlight>
                  <a:srgbClr val="FFFF00"/>
                </a:highlight>
                <a:latin typeface="Calibri"/>
                <a:cs typeface="Calibri"/>
              </a:rPr>
              <a:t>cuenta </a:t>
            </a:r>
            <a:r>
              <a:rPr sz="1300" i="1" spc="-5" dirty="0">
                <a:highlight>
                  <a:srgbClr val="FFFF00"/>
                </a:highlight>
                <a:latin typeface="Calibri"/>
                <a:cs typeface="Calibri"/>
              </a:rPr>
              <a:t>su </a:t>
            </a:r>
            <a:r>
              <a:rPr sz="1300" i="1" spc="-10" dirty="0">
                <a:highlight>
                  <a:srgbClr val="FFFF00"/>
                </a:highlight>
                <a:latin typeface="Calibri"/>
                <a:cs typeface="Calibri"/>
              </a:rPr>
              <a:t>caso, </a:t>
            </a:r>
            <a:r>
              <a:rPr sz="1300" i="1" spc="-5" dirty="0">
                <a:highlight>
                  <a:srgbClr val="FFFF00"/>
                </a:highlight>
                <a:latin typeface="Calibri"/>
                <a:cs typeface="Calibri"/>
              </a:rPr>
              <a:t>gana un</a:t>
            </a:r>
            <a:r>
              <a:rPr sz="1300" i="1" spc="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300" i="1" spc="-10" dirty="0">
                <a:highlight>
                  <a:srgbClr val="FFFF00"/>
                </a:highlight>
                <a:latin typeface="Calibri"/>
                <a:cs typeface="Calibri"/>
              </a:rPr>
              <a:t>reconocimiento</a:t>
            </a:r>
            <a:r>
              <a:rPr sz="1300" i="1" spc="-10" dirty="0">
                <a:solidFill>
                  <a:srgbClr val="D97757"/>
                </a:solidFill>
                <a:latin typeface="Calibri"/>
                <a:cs typeface="Calibri"/>
              </a:rPr>
              <a:t>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44" y="380608"/>
            <a:ext cx="501523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rgbClr val="003DA4"/>
                </a:solidFill>
              </a:rPr>
              <a:t>Recursos </a:t>
            </a:r>
            <a:r>
              <a:rPr sz="2800" spc="-20" dirty="0">
                <a:solidFill>
                  <a:srgbClr val="003DA4"/>
                </a:solidFill>
              </a:rPr>
              <a:t>para </a:t>
            </a:r>
            <a:r>
              <a:rPr sz="2800" spc="-10" dirty="0">
                <a:solidFill>
                  <a:srgbClr val="003DA4"/>
                </a:solidFill>
              </a:rPr>
              <a:t>seguir</a:t>
            </a:r>
            <a:r>
              <a:rPr sz="2800" spc="-15" dirty="0">
                <a:solidFill>
                  <a:srgbClr val="003DA4"/>
                </a:solidFill>
              </a:rPr>
              <a:t> </a:t>
            </a:r>
            <a:r>
              <a:rPr sz="2800" spc="-10" dirty="0">
                <a:solidFill>
                  <a:srgbClr val="003DA4"/>
                </a:solidFill>
              </a:rPr>
              <a:t>aprendiendo</a:t>
            </a:r>
            <a:endParaRPr sz="280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Llevátelo </a:t>
            </a:r>
            <a:r>
              <a:rPr sz="1300" b="0" i="1" dirty="0">
                <a:solidFill>
                  <a:srgbClr val="5B6573"/>
                </a:solidFill>
                <a:latin typeface="Calibri"/>
                <a:cs typeface="Calibri"/>
              </a:rPr>
              <a:t>y</a:t>
            </a:r>
            <a:r>
              <a:rPr sz="1300" b="0" i="1" spc="-35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300" b="0" i="1" spc="-10" dirty="0">
                <a:solidFill>
                  <a:srgbClr val="5B6573"/>
                </a:solidFill>
                <a:latin typeface="Calibri"/>
                <a:cs typeface="Calibri"/>
              </a:rPr>
              <a:t>aplicalo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6476" y="13708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40"/>
                </a:lnTo>
                <a:lnTo>
                  <a:pt x="0" y="1097648"/>
                </a:lnTo>
                <a:lnTo>
                  <a:pt x="798" y="1109648"/>
                </a:lnTo>
                <a:lnTo>
                  <a:pt x="18843" y="1153405"/>
                </a:lnTo>
                <a:lnTo>
                  <a:pt x="56512" y="1182096"/>
                </a:lnTo>
                <a:lnTo>
                  <a:pt x="91440" y="1189088"/>
                </a:lnTo>
                <a:lnTo>
                  <a:pt x="3932288" y="1189088"/>
                </a:lnTo>
                <a:lnTo>
                  <a:pt x="3978008" y="1176845"/>
                </a:lnTo>
                <a:lnTo>
                  <a:pt x="4011485" y="1143368"/>
                </a:lnTo>
                <a:lnTo>
                  <a:pt x="4023728" y="1097648"/>
                </a:lnTo>
                <a:lnTo>
                  <a:pt x="4023703" y="91440"/>
                </a:lnTo>
                <a:lnTo>
                  <a:pt x="4011485" y="46088"/>
                </a:lnTo>
                <a:lnTo>
                  <a:pt x="3978008" y="12598"/>
                </a:lnTo>
                <a:lnTo>
                  <a:pt x="39322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76" y="13708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5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932288" y="368"/>
                </a:lnTo>
                <a:lnTo>
                  <a:pt x="3978008" y="12598"/>
                </a:lnTo>
                <a:lnTo>
                  <a:pt x="4011485" y="46088"/>
                </a:lnTo>
                <a:lnTo>
                  <a:pt x="4023728" y="91808"/>
                </a:lnTo>
                <a:lnTo>
                  <a:pt x="4023728" y="1097648"/>
                </a:lnTo>
                <a:lnTo>
                  <a:pt x="4022928" y="1109648"/>
                </a:lnTo>
                <a:lnTo>
                  <a:pt x="4020573" y="1121313"/>
                </a:lnTo>
                <a:lnTo>
                  <a:pt x="3997037" y="1162397"/>
                </a:lnTo>
                <a:lnTo>
                  <a:pt x="3955953" y="1185933"/>
                </a:lnTo>
                <a:lnTo>
                  <a:pt x="3932288" y="1189088"/>
                </a:lnTo>
                <a:lnTo>
                  <a:pt x="91440" y="1189088"/>
                </a:lnTo>
                <a:lnTo>
                  <a:pt x="45720" y="1176845"/>
                </a:lnTo>
                <a:lnTo>
                  <a:pt x="12242" y="1143368"/>
                </a:lnTo>
                <a:lnTo>
                  <a:pt x="0" y="1097648"/>
                </a:lnTo>
                <a:lnTo>
                  <a:pt x="368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17373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576"/>
                </a:lnTo>
                <a:lnTo>
                  <a:pt x="218640" y="500421"/>
                </a:lnTo>
                <a:lnTo>
                  <a:pt x="251637" y="502564"/>
                </a:lnTo>
                <a:lnTo>
                  <a:pt x="284429" y="500421"/>
                </a:lnTo>
                <a:lnTo>
                  <a:pt x="347723" y="483576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19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DB1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17373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19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058"/>
                </a:lnTo>
                <a:lnTo>
                  <a:pt x="251637" y="502564"/>
                </a:lnTo>
                <a:lnTo>
                  <a:pt x="186348" y="494058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9198" y="1880998"/>
            <a:ext cx="275590" cy="216535"/>
          </a:xfrm>
          <a:custGeom>
            <a:avLst/>
            <a:gdLst/>
            <a:ahLst/>
            <a:cxnLst/>
            <a:rect l="l" t="t" r="r" b="b"/>
            <a:pathLst>
              <a:path w="275590" h="216535">
                <a:moveTo>
                  <a:pt x="267843" y="0"/>
                </a:moveTo>
                <a:lnTo>
                  <a:pt x="206233" y="7069"/>
                </a:lnTo>
                <a:lnTo>
                  <a:pt x="148678" y="27000"/>
                </a:lnTo>
                <a:lnTo>
                  <a:pt x="145440" y="30962"/>
                </a:lnTo>
                <a:lnTo>
                  <a:pt x="145440" y="212763"/>
                </a:lnTo>
                <a:lnTo>
                  <a:pt x="151206" y="216001"/>
                </a:lnTo>
                <a:lnTo>
                  <a:pt x="156603" y="213487"/>
                </a:lnTo>
                <a:lnTo>
                  <a:pt x="183391" y="203163"/>
                </a:lnTo>
                <a:lnTo>
                  <a:pt x="212172" y="196518"/>
                </a:lnTo>
                <a:lnTo>
                  <a:pt x="239267" y="192775"/>
                </a:lnTo>
                <a:lnTo>
                  <a:pt x="260997" y="191160"/>
                </a:lnTo>
                <a:lnTo>
                  <a:pt x="268922" y="190804"/>
                </a:lnTo>
                <a:lnTo>
                  <a:pt x="275043" y="184327"/>
                </a:lnTo>
                <a:lnTo>
                  <a:pt x="275053" y="14893"/>
                </a:lnTo>
                <a:lnTo>
                  <a:pt x="275399" y="6845"/>
                </a:lnTo>
                <a:lnTo>
                  <a:pt x="267843" y="0"/>
                </a:lnTo>
                <a:close/>
              </a:path>
              <a:path w="275590" h="216535">
                <a:moveTo>
                  <a:pt x="7556" y="0"/>
                </a:moveTo>
                <a:lnTo>
                  <a:pt x="0" y="6845"/>
                </a:lnTo>
                <a:lnTo>
                  <a:pt x="0" y="184327"/>
                </a:lnTo>
                <a:lnTo>
                  <a:pt x="6476" y="190804"/>
                </a:lnTo>
                <a:lnTo>
                  <a:pt x="14401" y="191160"/>
                </a:lnTo>
                <a:lnTo>
                  <a:pt x="36131" y="192775"/>
                </a:lnTo>
                <a:lnTo>
                  <a:pt x="63226" y="196518"/>
                </a:lnTo>
                <a:lnTo>
                  <a:pt x="92007" y="203163"/>
                </a:lnTo>
                <a:lnTo>
                  <a:pt x="118795" y="213487"/>
                </a:lnTo>
                <a:lnTo>
                  <a:pt x="124206" y="216001"/>
                </a:lnTo>
                <a:lnTo>
                  <a:pt x="129959" y="212763"/>
                </a:lnTo>
                <a:lnTo>
                  <a:pt x="129959" y="30606"/>
                </a:lnTo>
                <a:lnTo>
                  <a:pt x="128879" y="28448"/>
                </a:lnTo>
                <a:lnTo>
                  <a:pt x="69167" y="7069"/>
                </a:lnTo>
                <a:lnTo>
                  <a:pt x="16205" y="368"/>
                </a:lnTo>
                <a:lnTo>
                  <a:pt x="75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58544" y="1630478"/>
            <a:ext cx="292227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Guía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interna </a:t>
            </a:r>
            <a:r>
              <a:rPr sz="1400" b="1" dirty="0">
                <a:solidFill>
                  <a:srgbClr val="191919"/>
                </a:solidFill>
                <a:latin typeface="Calibri"/>
                <a:cs typeface="Calibri"/>
              </a:rPr>
              <a:t>de </a:t>
            </a: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prompts</a:t>
            </a:r>
            <a:r>
              <a:rPr sz="1400" b="1" spc="-5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91919"/>
                </a:solidFill>
                <a:latin typeface="Calibri"/>
                <a:cs typeface="Calibri"/>
              </a:rPr>
              <a:t>REMAX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Carpeta compartida con prompts probados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por la</a:t>
            </a:r>
            <a:r>
              <a:rPr sz="1050" spc="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red.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2716" y="13708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40"/>
                </a:lnTo>
                <a:lnTo>
                  <a:pt x="0" y="1097648"/>
                </a:lnTo>
                <a:lnTo>
                  <a:pt x="798" y="1109648"/>
                </a:lnTo>
                <a:lnTo>
                  <a:pt x="18843" y="1153405"/>
                </a:lnTo>
                <a:lnTo>
                  <a:pt x="56512" y="1182096"/>
                </a:lnTo>
                <a:lnTo>
                  <a:pt x="91440" y="1189088"/>
                </a:lnTo>
                <a:lnTo>
                  <a:pt x="3932288" y="1189088"/>
                </a:lnTo>
                <a:lnTo>
                  <a:pt x="3978008" y="1176845"/>
                </a:lnTo>
                <a:lnTo>
                  <a:pt x="4011485" y="1143368"/>
                </a:lnTo>
                <a:lnTo>
                  <a:pt x="4023728" y="1097648"/>
                </a:lnTo>
                <a:lnTo>
                  <a:pt x="4023703" y="91440"/>
                </a:lnTo>
                <a:lnTo>
                  <a:pt x="4011485" y="46088"/>
                </a:lnTo>
                <a:lnTo>
                  <a:pt x="3978008" y="12598"/>
                </a:lnTo>
                <a:lnTo>
                  <a:pt x="39322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2716" y="13708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5">
                <a:moveTo>
                  <a:pt x="368" y="91440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932288" y="368"/>
                </a:lnTo>
                <a:lnTo>
                  <a:pt x="3978008" y="12598"/>
                </a:lnTo>
                <a:lnTo>
                  <a:pt x="4011485" y="46088"/>
                </a:lnTo>
                <a:lnTo>
                  <a:pt x="4023728" y="91808"/>
                </a:lnTo>
                <a:lnTo>
                  <a:pt x="4023728" y="1097648"/>
                </a:lnTo>
                <a:lnTo>
                  <a:pt x="4022928" y="1109648"/>
                </a:lnTo>
                <a:lnTo>
                  <a:pt x="4020573" y="1121313"/>
                </a:lnTo>
                <a:lnTo>
                  <a:pt x="3997037" y="1162397"/>
                </a:lnTo>
                <a:lnTo>
                  <a:pt x="3955953" y="1185933"/>
                </a:lnTo>
                <a:lnTo>
                  <a:pt x="3932288" y="1189088"/>
                </a:lnTo>
                <a:lnTo>
                  <a:pt x="91440" y="1189088"/>
                </a:lnTo>
                <a:lnTo>
                  <a:pt x="45720" y="1176845"/>
                </a:lnTo>
                <a:lnTo>
                  <a:pt x="12242" y="1143368"/>
                </a:lnTo>
                <a:lnTo>
                  <a:pt x="0" y="1097648"/>
                </a:lnTo>
                <a:lnTo>
                  <a:pt x="368" y="91440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92040" y="17373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576"/>
                </a:lnTo>
                <a:lnTo>
                  <a:pt x="218640" y="500421"/>
                </a:lnTo>
                <a:lnTo>
                  <a:pt x="251637" y="502564"/>
                </a:lnTo>
                <a:lnTo>
                  <a:pt x="284429" y="500421"/>
                </a:lnTo>
                <a:lnTo>
                  <a:pt x="347723" y="483576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003D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92040" y="17373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058"/>
                </a:lnTo>
                <a:lnTo>
                  <a:pt x="251637" y="502564"/>
                </a:lnTo>
                <a:lnTo>
                  <a:pt x="186348" y="494058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003D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05438" y="1892162"/>
            <a:ext cx="275590" cy="193040"/>
          </a:xfrm>
          <a:custGeom>
            <a:avLst/>
            <a:gdLst/>
            <a:ahLst/>
            <a:cxnLst/>
            <a:rect l="l" t="t" r="r" b="b"/>
            <a:pathLst>
              <a:path w="275589" h="193039">
                <a:moveTo>
                  <a:pt x="41401" y="27355"/>
                </a:moveTo>
                <a:lnTo>
                  <a:pt x="30746" y="29560"/>
                </a:lnTo>
                <a:lnTo>
                  <a:pt x="22051" y="35545"/>
                </a:lnTo>
                <a:lnTo>
                  <a:pt x="16193" y="44366"/>
                </a:lnTo>
                <a:lnTo>
                  <a:pt x="14046" y="55079"/>
                </a:lnTo>
                <a:lnTo>
                  <a:pt x="16193" y="65735"/>
                </a:lnTo>
                <a:lnTo>
                  <a:pt x="22051" y="74429"/>
                </a:lnTo>
                <a:lnTo>
                  <a:pt x="30746" y="80288"/>
                </a:lnTo>
                <a:lnTo>
                  <a:pt x="41401" y="82435"/>
                </a:lnTo>
                <a:lnTo>
                  <a:pt x="52057" y="80288"/>
                </a:lnTo>
                <a:lnTo>
                  <a:pt x="60752" y="74429"/>
                </a:lnTo>
                <a:lnTo>
                  <a:pt x="66610" y="65735"/>
                </a:lnTo>
                <a:lnTo>
                  <a:pt x="68757" y="55079"/>
                </a:lnTo>
                <a:lnTo>
                  <a:pt x="66610" y="44366"/>
                </a:lnTo>
                <a:lnTo>
                  <a:pt x="60752" y="35545"/>
                </a:lnTo>
                <a:lnTo>
                  <a:pt x="52057" y="29560"/>
                </a:lnTo>
                <a:lnTo>
                  <a:pt x="41401" y="27355"/>
                </a:lnTo>
                <a:close/>
              </a:path>
              <a:path w="275589" h="193039">
                <a:moveTo>
                  <a:pt x="233997" y="27355"/>
                </a:moveTo>
                <a:lnTo>
                  <a:pt x="223347" y="29560"/>
                </a:lnTo>
                <a:lnTo>
                  <a:pt x="214652" y="35545"/>
                </a:lnTo>
                <a:lnTo>
                  <a:pt x="208790" y="44366"/>
                </a:lnTo>
                <a:lnTo>
                  <a:pt x="206641" y="55079"/>
                </a:lnTo>
                <a:lnTo>
                  <a:pt x="208790" y="65735"/>
                </a:lnTo>
                <a:lnTo>
                  <a:pt x="214652" y="74429"/>
                </a:lnTo>
                <a:lnTo>
                  <a:pt x="223347" y="80288"/>
                </a:lnTo>
                <a:lnTo>
                  <a:pt x="233997" y="82435"/>
                </a:lnTo>
                <a:lnTo>
                  <a:pt x="244654" y="80288"/>
                </a:lnTo>
                <a:lnTo>
                  <a:pt x="253353" y="74429"/>
                </a:lnTo>
                <a:lnTo>
                  <a:pt x="259216" y="65735"/>
                </a:lnTo>
                <a:lnTo>
                  <a:pt x="261365" y="55079"/>
                </a:lnTo>
                <a:lnTo>
                  <a:pt x="259216" y="44366"/>
                </a:lnTo>
                <a:lnTo>
                  <a:pt x="253353" y="35545"/>
                </a:lnTo>
                <a:lnTo>
                  <a:pt x="244654" y="29560"/>
                </a:lnTo>
                <a:lnTo>
                  <a:pt x="233997" y="27355"/>
                </a:lnTo>
                <a:close/>
              </a:path>
              <a:path w="275589" h="193039">
                <a:moveTo>
                  <a:pt x="108356" y="110159"/>
                </a:moveTo>
                <a:lnTo>
                  <a:pt x="104762" y="110159"/>
                </a:lnTo>
                <a:lnTo>
                  <a:pt x="85458" y="114018"/>
                </a:lnTo>
                <a:lnTo>
                  <a:pt x="69662" y="124558"/>
                </a:lnTo>
                <a:lnTo>
                  <a:pt x="58995" y="140227"/>
                </a:lnTo>
                <a:lnTo>
                  <a:pt x="55079" y="159473"/>
                </a:lnTo>
                <a:lnTo>
                  <a:pt x="55079" y="172084"/>
                </a:lnTo>
                <a:lnTo>
                  <a:pt x="56722" y="179993"/>
                </a:lnTo>
                <a:lnTo>
                  <a:pt x="61199" y="186521"/>
                </a:lnTo>
                <a:lnTo>
                  <a:pt x="67836" y="190958"/>
                </a:lnTo>
                <a:lnTo>
                  <a:pt x="75958" y="192595"/>
                </a:lnTo>
                <a:lnTo>
                  <a:pt x="199440" y="192595"/>
                </a:lnTo>
                <a:lnTo>
                  <a:pt x="207562" y="190958"/>
                </a:lnTo>
                <a:lnTo>
                  <a:pt x="214199" y="186521"/>
                </a:lnTo>
                <a:lnTo>
                  <a:pt x="218677" y="179993"/>
                </a:lnTo>
                <a:lnTo>
                  <a:pt x="220319" y="172084"/>
                </a:lnTo>
                <a:lnTo>
                  <a:pt x="220319" y="159473"/>
                </a:lnTo>
                <a:lnTo>
                  <a:pt x="216405" y="140227"/>
                </a:lnTo>
                <a:lnTo>
                  <a:pt x="205741" y="124558"/>
                </a:lnTo>
                <a:lnTo>
                  <a:pt x="194422" y="117005"/>
                </a:lnTo>
                <a:lnTo>
                  <a:pt x="137883" y="117005"/>
                </a:lnTo>
                <a:lnTo>
                  <a:pt x="129976" y="116542"/>
                </a:lnTo>
                <a:lnTo>
                  <a:pt x="122443" y="115201"/>
                </a:lnTo>
                <a:lnTo>
                  <a:pt x="115248" y="113051"/>
                </a:lnTo>
                <a:lnTo>
                  <a:pt x="108356" y="110159"/>
                </a:lnTo>
                <a:close/>
              </a:path>
              <a:path w="275589" h="193039">
                <a:moveTo>
                  <a:pt x="62636" y="96481"/>
                </a:moveTo>
                <a:lnTo>
                  <a:pt x="27724" y="96481"/>
                </a:lnTo>
                <a:lnTo>
                  <a:pt x="17011" y="98630"/>
                </a:lnTo>
                <a:lnTo>
                  <a:pt x="8189" y="104492"/>
                </a:lnTo>
                <a:lnTo>
                  <a:pt x="2204" y="113187"/>
                </a:lnTo>
                <a:lnTo>
                  <a:pt x="19" y="123745"/>
                </a:lnTo>
                <a:lnTo>
                  <a:pt x="0" y="145084"/>
                </a:lnTo>
                <a:lnTo>
                  <a:pt x="6476" y="151193"/>
                </a:lnTo>
                <a:lnTo>
                  <a:pt x="42125" y="151193"/>
                </a:lnTo>
                <a:lnTo>
                  <a:pt x="45968" y="136694"/>
                </a:lnTo>
                <a:lnTo>
                  <a:pt x="52919" y="123745"/>
                </a:lnTo>
                <a:lnTo>
                  <a:pt x="62573" y="112820"/>
                </a:lnTo>
                <a:lnTo>
                  <a:pt x="74523" y="104393"/>
                </a:lnTo>
                <a:lnTo>
                  <a:pt x="69481" y="99364"/>
                </a:lnTo>
                <a:lnTo>
                  <a:pt x="62636" y="96481"/>
                </a:lnTo>
                <a:close/>
              </a:path>
              <a:path w="275589" h="193039">
                <a:moveTo>
                  <a:pt x="247675" y="96481"/>
                </a:moveTo>
                <a:lnTo>
                  <a:pt x="212763" y="96481"/>
                </a:lnTo>
                <a:lnTo>
                  <a:pt x="205917" y="99364"/>
                </a:lnTo>
                <a:lnTo>
                  <a:pt x="200875" y="104393"/>
                </a:lnTo>
                <a:lnTo>
                  <a:pt x="212826" y="112820"/>
                </a:lnTo>
                <a:lnTo>
                  <a:pt x="222481" y="123745"/>
                </a:lnTo>
                <a:lnTo>
                  <a:pt x="229436" y="136694"/>
                </a:lnTo>
                <a:lnTo>
                  <a:pt x="233286" y="151193"/>
                </a:lnTo>
                <a:lnTo>
                  <a:pt x="268922" y="151193"/>
                </a:lnTo>
                <a:lnTo>
                  <a:pt x="275399" y="145084"/>
                </a:lnTo>
                <a:lnTo>
                  <a:pt x="275380" y="123745"/>
                </a:lnTo>
                <a:lnTo>
                  <a:pt x="273194" y="113187"/>
                </a:lnTo>
                <a:lnTo>
                  <a:pt x="267209" y="104492"/>
                </a:lnTo>
                <a:lnTo>
                  <a:pt x="258388" y="98630"/>
                </a:lnTo>
                <a:lnTo>
                  <a:pt x="247675" y="96481"/>
                </a:lnTo>
                <a:close/>
              </a:path>
              <a:path w="275589" h="193039">
                <a:moveTo>
                  <a:pt x="170637" y="110159"/>
                </a:moveTo>
                <a:lnTo>
                  <a:pt x="167043" y="110159"/>
                </a:lnTo>
                <a:lnTo>
                  <a:pt x="160156" y="113051"/>
                </a:lnTo>
                <a:lnTo>
                  <a:pt x="153001" y="115201"/>
                </a:lnTo>
                <a:lnTo>
                  <a:pt x="145577" y="116542"/>
                </a:lnTo>
                <a:lnTo>
                  <a:pt x="137883" y="117005"/>
                </a:lnTo>
                <a:lnTo>
                  <a:pt x="194422" y="117005"/>
                </a:lnTo>
                <a:lnTo>
                  <a:pt x="189946" y="114018"/>
                </a:lnTo>
                <a:lnTo>
                  <a:pt x="170637" y="110159"/>
                </a:lnTo>
                <a:close/>
              </a:path>
              <a:path w="275589" h="193039">
                <a:moveTo>
                  <a:pt x="137883" y="0"/>
                </a:moveTo>
                <a:lnTo>
                  <a:pt x="119104" y="3791"/>
                </a:lnTo>
                <a:lnTo>
                  <a:pt x="103768" y="14130"/>
                </a:lnTo>
                <a:lnTo>
                  <a:pt x="93428" y="29462"/>
                </a:lnTo>
                <a:lnTo>
                  <a:pt x="89636" y="48234"/>
                </a:lnTo>
                <a:lnTo>
                  <a:pt x="93428" y="67013"/>
                </a:lnTo>
                <a:lnTo>
                  <a:pt x="103768" y="82349"/>
                </a:lnTo>
                <a:lnTo>
                  <a:pt x="119104" y="92690"/>
                </a:lnTo>
                <a:lnTo>
                  <a:pt x="137883" y="96481"/>
                </a:lnTo>
                <a:lnTo>
                  <a:pt x="156450" y="92690"/>
                </a:lnTo>
                <a:lnTo>
                  <a:pt x="171677" y="82349"/>
                </a:lnTo>
                <a:lnTo>
                  <a:pt x="181976" y="67013"/>
                </a:lnTo>
                <a:lnTo>
                  <a:pt x="185762" y="48234"/>
                </a:lnTo>
                <a:lnTo>
                  <a:pt x="181976" y="29462"/>
                </a:lnTo>
                <a:lnTo>
                  <a:pt x="171677" y="14130"/>
                </a:lnTo>
                <a:lnTo>
                  <a:pt x="156450" y="3791"/>
                </a:lnTo>
                <a:lnTo>
                  <a:pt x="1378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64784" y="1630478"/>
            <a:ext cx="290703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Comunidad</a:t>
            </a:r>
            <a:r>
              <a:rPr sz="1400" b="1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interna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Grupo de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WhatsApp </a:t>
            </a:r>
            <a:r>
              <a:rPr sz="1050" spc="-15" dirty="0">
                <a:solidFill>
                  <a:srgbClr val="5B6573"/>
                </a:solidFill>
                <a:latin typeface="Calibri"/>
                <a:cs typeface="Calibri"/>
              </a:rPr>
              <a:t>para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compartir casos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y</a:t>
            </a:r>
            <a:r>
              <a:rPr sz="1050" spc="3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5B6573"/>
                </a:solidFill>
                <a:latin typeface="Calibri"/>
                <a:cs typeface="Calibri"/>
              </a:rPr>
              <a:t>aprender.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476" y="27424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1097648"/>
                </a:lnTo>
                <a:lnTo>
                  <a:pt x="798" y="1109648"/>
                </a:lnTo>
                <a:lnTo>
                  <a:pt x="18843" y="1153405"/>
                </a:lnTo>
                <a:lnTo>
                  <a:pt x="56512" y="1182096"/>
                </a:lnTo>
                <a:lnTo>
                  <a:pt x="91440" y="1189088"/>
                </a:lnTo>
                <a:lnTo>
                  <a:pt x="3932288" y="1189088"/>
                </a:lnTo>
                <a:lnTo>
                  <a:pt x="3978008" y="1176845"/>
                </a:lnTo>
                <a:lnTo>
                  <a:pt x="4011485" y="1143368"/>
                </a:lnTo>
                <a:lnTo>
                  <a:pt x="4023728" y="1097648"/>
                </a:lnTo>
                <a:lnTo>
                  <a:pt x="4023703" y="91439"/>
                </a:lnTo>
                <a:lnTo>
                  <a:pt x="4011485" y="46088"/>
                </a:lnTo>
                <a:lnTo>
                  <a:pt x="3978008" y="12598"/>
                </a:lnTo>
                <a:lnTo>
                  <a:pt x="39322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476" y="27424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932288" y="368"/>
                </a:lnTo>
                <a:lnTo>
                  <a:pt x="3978008" y="12598"/>
                </a:lnTo>
                <a:lnTo>
                  <a:pt x="4011485" y="46088"/>
                </a:lnTo>
                <a:lnTo>
                  <a:pt x="4023728" y="91808"/>
                </a:lnTo>
                <a:lnTo>
                  <a:pt x="4023728" y="1097648"/>
                </a:lnTo>
                <a:lnTo>
                  <a:pt x="4022928" y="1109648"/>
                </a:lnTo>
                <a:lnTo>
                  <a:pt x="4020573" y="1121313"/>
                </a:lnTo>
                <a:lnTo>
                  <a:pt x="3997037" y="1162397"/>
                </a:lnTo>
                <a:lnTo>
                  <a:pt x="3955953" y="1185933"/>
                </a:lnTo>
                <a:lnTo>
                  <a:pt x="3932288" y="1189088"/>
                </a:lnTo>
                <a:lnTo>
                  <a:pt x="91440" y="1189088"/>
                </a:lnTo>
                <a:lnTo>
                  <a:pt x="45720" y="1176845"/>
                </a:lnTo>
                <a:lnTo>
                  <a:pt x="12242" y="1143368"/>
                </a:lnTo>
                <a:lnTo>
                  <a:pt x="0" y="1097648"/>
                </a:lnTo>
                <a:lnTo>
                  <a:pt x="368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5800" y="31089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19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D97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800" y="31089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19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8836" y="3276716"/>
            <a:ext cx="276225" cy="166370"/>
          </a:xfrm>
          <a:custGeom>
            <a:avLst/>
            <a:gdLst/>
            <a:ahLst/>
            <a:cxnLst/>
            <a:rect l="l" t="t" r="r" b="b"/>
            <a:pathLst>
              <a:path w="276225" h="166370">
                <a:moveTo>
                  <a:pt x="141484" y="0"/>
                </a:moveTo>
                <a:lnTo>
                  <a:pt x="134639" y="0"/>
                </a:lnTo>
                <a:lnTo>
                  <a:pt x="127806" y="2171"/>
                </a:lnTo>
                <a:lnTo>
                  <a:pt x="7562" y="38887"/>
                </a:lnTo>
                <a:lnTo>
                  <a:pt x="1890" y="42891"/>
                </a:lnTo>
                <a:lnTo>
                  <a:pt x="0" y="48787"/>
                </a:lnTo>
                <a:lnTo>
                  <a:pt x="1890" y="54682"/>
                </a:lnTo>
                <a:lnTo>
                  <a:pt x="7562" y="58686"/>
                </a:lnTo>
                <a:lnTo>
                  <a:pt x="28441" y="65163"/>
                </a:lnTo>
                <a:lnTo>
                  <a:pt x="24123" y="70929"/>
                </a:lnTo>
                <a:lnTo>
                  <a:pt x="21240" y="77762"/>
                </a:lnTo>
                <a:lnTo>
                  <a:pt x="20885" y="85331"/>
                </a:lnTo>
                <a:lnTo>
                  <a:pt x="16567" y="87845"/>
                </a:lnTo>
                <a:lnTo>
                  <a:pt x="13684" y="92163"/>
                </a:lnTo>
                <a:lnTo>
                  <a:pt x="13684" y="101879"/>
                </a:lnTo>
                <a:lnTo>
                  <a:pt x="16198" y="105841"/>
                </a:lnTo>
                <a:lnTo>
                  <a:pt x="19805" y="108369"/>
                </a:lnTo>
                <a:lnTo>
                  <a:pt x="8642" y="157683"/>
                </a:lnTo>
                <a:lnTo>
                  <a:pt x="7918" y="162001"/>
                </a:lnTo>
                <a:lnTo>
                  <a:pt x="11169" y="166331"/>
                </a:lnTo>
                <a:lnTo>
                  <a:pt x="44278" y="166331"/>
                </a:lnTo>
                <a:lnTo>
                  <a:pt x="47529" y="162001"/>
                </a:lnTo>
                <a:lnTo>
                  <a:pt x="46437" y="157683"/>
                </a:lnTo>
                <a:lnTo>
                  <a:pt x="35286" y="108369"/>
                </a:lnTo>
                <a:lnTo>
                  <a:pt x="38881" y="105841"/>
                </a:lnTo>
                <a:lnTo>
                  <a:pt x="41408" y="101879"/>
                </a:lnTo>
                <a:lnTo>
                  <a:pt x="41408" y="92163"/>
                </a:lnTo>
                <a:lnTo>
                  <a:pt x="38525" y="87845"/>
                </a:lnTo>
                <a:lnTo>
                  <a:pt x="34563" y="85686"/>
                </a:lnTo>
                <a:lnTo>
                  <a:pt x="34918" y="79209"/>
                </a:lnTo>
                <a:lnTo>
                  <a:pt x="38169" y="73444"/>
                </a:lnTo>
                <a:lnTo>
                  <a:pt x="43567" y="69850"/>
                </a:lnTo>
                <a:lnTo>
                  <a:pt x="232367" y="69850"/>
                </a:lnTo>
                <a:lnTo>
                  <a:pt x="268560" y="58686"/>
                </a:lnTo>
                <a:lnTo>
                  <a:pt x="274232" y="54682"/>
                </a:lnTo>
                <a:lnTo>
                  <a:pt x="276123" y="48787"/>
                </a:lnTo>
                <a:lnTo>
                  <a:pt x="274232" y="42891"/>
                </a:lnTo>
                <a:lnTo>
                  <a:pt x="268560" y="38887"/>
                </a:lnTo>
                <a:lnTo>
                  <a:pt x="148329" y="2171"/>
                </a:lnTo>
                <a:lnTo>
                  <a:pt x="141484" y="0"/>
                </a:lnTo>
                <a:close/>
              </a:path>
              <a:path w="276225" h="166370">
                <a:moveTo>
                  <a:pt x="61207" y="89649"/>
                </a:moveTo>
                <a:lnTo>
                  <a:pt x="55086" y="138607"/>
                </a:lnTo>
                <a:lnTo>
                  <a:pt x="105808" y="164125"/>
                </a:lnTo>
                <a:lnTo>
                  <a:pt x="138245" y="166331"/>
                </a:lnTo>
                <a:lnTo>
                  <a:pt x="170472" y="164125"/>
                </a:lnTo>
                <a:lnTo>
                  <a:pt x="196792" y="158137"/>
                </a:lnTo>
                <a:lnTo>
                  <a:pt x="214541" y="149315"/>
                </a:lnTo>
                <a:lnTo>
                  <a:pt x="221049" y="138607"/>
                </a:lnTo>
                <a:lnTo>
                  <a:pt x="217583" y="110886"/>
                </a:lnTo>
                <a:lnTo>
                  <a:pt x="135499" y="110886"/>
                </a:lnTo>
                <a:lnTo>
                  <a:pt x="128844" y="110042"/>
                </a:lnTo>
                <a:lnTo>
                  <a:pt x="123844" y="108724"/>
                </a:lnTo>
                <a:lnTo>
                  <a:pt x="61207" y="89649"/>
                </a:lnTo>
                <a:close/>
              </a:path>
              <a:path w="276225" h="166370">
                <a:moveTo>
                  <a:pt x="214928" y="89649"/>
                </a:moveTo>
                <a:lnTo>
                  <a:pt x="152279" y="108724"/>
                </a:lnTo>
                <a:lnTo>
                  <a:pt x="143435" y="110649"/>
                </a:lnTo>
                <a:lnTo>
                  <a:pt x="135499" y="110886"/>
                </a:lnTo>
                <a:lnTo>
                  <a:pt x="217583" y="110886"/>
                </a:lnTo>
                <a:lnTo>
                  <a:pt x="214928" y="89649"/>
                </a:lnTo>
                <a:close/>
              </a:path>
              <a:path w="276225" h="166370">
                <a:moveTo>
                  <a:pt x="232367" y="69850"/>
                </a:moveTo>
                <a:lnTo>
                  <a:pt x="43567" y="69850"/>
                </a:lnTo>
                <a:lnTo>
                  <a:pt x="127806" y="95770"/>
                </a:lnTo>
                <a:lnTo>
                  <a:pt x="131768" y="96850"/>
                </a:lnTo>
                <a:lnTo>
                  <a:pt x="139325" y="98285"/>
                </a:lnTo>
                <a:lnTo>
                  <a:pt x="148329" y="95770"/>
                </a:lnTo>
                <a:lnTo>
                  <a:pt x="232367" y="69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358544" y="3002078"/>
            <a:ext cx="2354580" cy="62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Cursos</a:t>
            </a:r>
            <a:r>
              <a:rPr sz="1400" b="1" spc="-7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91919"/>
                </a:solidFill>
                <a:latin typeface="Calibri"/>
                <a:cs typeface="Calibri"/>
              </a:rPr>
              <a:t>avanzados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Sesiones mensuales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con casos reales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de tus 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compañeros.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62716" y="27424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4">
                <a:moveTo>
                  <a:pt x="91808" y="0"/>
                </a:moveTo>
                <a:lnTo>
                  <a:pt x="46088" y="12242"/>
                </a:lnTo>
                <a:lnTo>
                  <a:pt x="12598" y="45719"/>
                </a:lnTo>
                <a:lnTo>
                  <a:pt x="368" y="91439"/>
                </a:lnTo>
                <a:lnTo>
                  <a:pt x="0" y="1097648"/>
                </a:lnTo>
                <a:lnTo>
                  <a:pt x="798" y="1109648"/>
                </a:lnTo>
                <a:lnTo>
                  <a:pt x="18843" y="1153405"/>
                </a:lnTo>
                <a:lnTo>
                  <a:pt x="56512" y="1182096"/>
                </a:lnTo>
                <a:lnTo>
                  <a:pt x="91440" y="1189088"/>
                </a:lnTo>
                <a:lnTo>
                  <a:pt x="3932288" y="1189088"/>
                </a:lnTo>
                <a:lnTo>
                  <a:pt x="3978008" y="1176845"/>
                </a:lnTo>
                <a:lnTo>
                  <a:pt x="4011485" y="1143368"/>
                </a:lnTo>
                <a:lnTo>
                  <a:pt x="4023728" y="1097648"/>
                </a:lnTo>
                <a:lnTo>
                  <a:pt x="4023703" y="91439"/>
                </a:lnTo>
                <a:lnTo>
                  <a:pt x="4011485" y="46088"/>
                </a:lnTo>
                <a:lnTo>
                  <a:pt x="3978008" y="12598"/>
                </a:lnTo>
                <a:lnTo>
                  <a:pt x="39322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F7F4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62716" y="2742478"/>
            <a:ext cx="4023995" cy="1189355"/>
          </a:xfrm>
          <a:custGeom>
            <a:avLst/>
            <a:gdLst/>
            <a:ahLst/>
            <a:cxnLst/>
            <a:rect l="l" t="t" r="r" b="b"/>
            <a:pathLst>
              <a:path w="4023995" h="1189354">
                <a:moveTo>
                  <a:pt x="368" y="91439"/>
                </a:moveTo>
                <a:lnTo>
                  <a:pt x="1166" y="79440"/>
                </a:lnTo>
                <a:lnTo>
                  <a:pt x="3516" y="67775"/>
                </a:lnTo>
                <a:lnTo>
                  <a:pt x="27047" y="26690"/>
                </a:lnTo>
                <a:lnTo>
                  <a:pt x="68133" y="3149"/>
                </a:lnTo>
                <a:lnTo>
                  <a:pt x="91808" y="0"/>
                </a:lnTo>
                <a:lnTo>
                  <a:pt x="3932288" y="368"/>
                </a:lnTo>
                <a:lnTo>
                  <a:pt x="3978008" y="12598"/>
                </a:lnTo>
                <a:lnTo>
                  <a:pt x="4011485" y="46088"/>
                </a:lnTo>
                <a:lnTo>
                  <a:pt x="4023728" y="91808"/>
                </a:lnTo>
                <a:lnTo>
                  <a:pt x="4023728" y="1097648"/>
                </a:lnTo>
                <a:lnTo>
                  <a:pt x="4022928" y="1109648"/>
                </a:lnTo>
                <a:lnTo>
                  <a:pt x="4020573" y="1121313"/>
                </a:lnTo>
                <a:lnTo>
                  <a:pt x="3997037" y="1162397"/>
                </a:lnTo>
                <a:lnTo>
                  <a:pt x="3955953" y="1185933"/>
                </a:lnTo>
                <a:lnTo>
                  <a:pt x="3932288" y="1189088"/>
                </a:lnTo>
                <a:lnTo>
                  <a:pt x="91440" y="1189088"/>
                </a:lnTo>
                <a:lnTo>
                  <a:pt x="45720" y="1176845"/>
                </a:lnTo>
                <a:lnTo>
                  <a:pt x="12242" y="1143368"/>
                </a:lnTo>
                <a:lnTo>
                  <a:pt x="0" y="1097648"/>
                </a:lnTo>
                <a:lnTo>
                  <a:pt x="368" y="91439"/>
                </a:lnTo>
                <a:close/>
              </a:path>
            </a:pathLst>
          </a:custGeom>
          <a:ln w="647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92040" y="31089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637" y="0"/>
                </a:moveTo>
                <a:lnTo>
                  <a:pt x="186348" y="8504"/>
                </a:lnTo>
                <a:lnTo>
                  <a:pt x="125641" y="33477"/>
                </a:lnTo>
                <a:lnTo>
                  <a:pt x="73666" y="73482"/>
                </a:lnTo>
                <a:lnTo>
                  <a:pt x="33845" y="125641"/>
                </a:lnTo>
                <a:lnTo>
                  <a:pt x="8550" y="186166"/>
                </a:lnTo>
                <a:lnTo>
                  <a:pt x="0" y="251282"/>
                </a:lnTo>
                <a:lnTo>
                  <a:pt x="2148" y="284224"/>
                </a:lnTo>
                <a:lnTo>
                  <a:pt x="19138" y="347417"/>
                </a:lnTo>
                <a:lnTo>
                  <a:pt x="52085" y="404328"/>
                </a:lnTo>
                <a:lnTo>
                  <a:pt x="98285" y="450777"/>
                </a:lnTo>
                <a:lnTo>
                  <a:pt x="155202" y="483631"/>
                </a:lnTo>
                <a:lnTo>
                  <a:pt x="218640" y="500721"/>
                </a:lnTo>
                <a:lnTo>
                  <a:pt x="251637" y="502919"/>
                </a:lnTo>
                <a:lnTo>
                  <a:pt x="284429" y="500721"/>
                </a:lnTo>
                <a:lnTo>
                  <a:pt x="347723" y="483631"/>
                </a:lnTo>
                <a:lnTo>
                  <a:pt x="404634" y="450777"/>
                </a:lnTo>
                <a:lnTo>
                  <a:pt x="450834" y="404328"/>
                </a:lnTo>
                <a:lnTo>
                  <a:pt x="483781" y="347417"/>
                </a:lnTo>
                <a:lnTo>
                  <a:pt x="500771" y="284224"/>
                </a:lnTo>
                <a:lnTo>
                  <a:pt x="502920" y="251282"/>
                </a:lnTo>
                <a:lnTo>
                  <a:pt x="500771" y="218334"/>
                </a:lnTo>
                <a:lnTo>
                  <a:pt x="483781" y="155145"/>
                </a:lnTo>
                <a:lnTo>
                  <a:pt x="450834" y="98228"/>
                </a:lnTo>
                <a:lnTo>
                  <a:pt x="404634" y="51774"/>
                </a:lnTo>
                <a:lnTo>
                  <a:pt x="347723" y="18982"/>
                </a:lnTo>
                <a:lnTo>
                  <a:pt x="284429" y="2142"/>
                </a:lnTo>
                <a:lnTo>
                  <a:pt x="251637" y="0"/>
                </a:lnTo>
                <a:close/>
              </a:path>
            </a:pathLst>
          </a:custGeom>
          <a:solidFill>
            <a:srgbClr val="2E7C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92040" y="3108961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251282"/>
                </a:moveTo>
                <a:lnTo>
                  <a:pt x="2148" y="218334"/>
                </a:lnTo>
                <a:lnTo>
                  <a:pt x="8550" y="186166"/>
                </a:lnTo>
                <a:lnTo>
                  <a:pt x="33845" y="125641"/>
                </a:lnTo>
                <a:lnTo>
                  <a:pt x="73666" y="73482"/>
                </a:lnTo>
                <a:lnTo>
                  <a:pt x="125641" y="33477"/>
                </a:lnTo>
                <a:lnTo>
                  <a:pt x="186348" y="8504"/>
                </a:lnTo>
                <a:lnTo>
                  <a:pt x="251637" y="0"/>
                </a:lnTo>
                <a:lnTo>
                  <a:pt x="316615" y="8504"/>
                </a:lnTo>
                <a:lnTo>
                  <a:pt x="377278" y="33477"/>
                </a:lnTo>
                <a:lnTo>
                  <a:pt x="429253" y="73482"/>
                </a:lnTo>
                <a:lnTo>
                  <a:pt x="469074" y="125641"/>
                </a:lnTo>
                <a:lnTo>
                  <a:pt x="494369" y="186166"/>
                </a:lnTo>
                <a:lnTo>
                  <a:pt x="502920" y="251282"/>
                </a:lnTo>
                <a:lnTo>
                  <a:pt x="500771" y="284224"/>
                </a:lnTo>
                <a:lnTo>
                  <a:pt x="494369" y="316393"/>
                </a:lnTo>
                <a:lnTo>
                  <a:pt x="469074" y="376923"/>
                </a:lnTo>
                <a:lnTo>
                  <a:pt x="429253" y="429071"/>
                </a:lnTo>
                <a:lnTo>
                  <a:pt x="377278" y="469074"/>
                </a:lnTo>
                <a:lnTo>
                  <a:pt x="316615" y="494236"/>
                </a:lnTo>
                <a:lnTo>
                  <a:pt x="251637" y="502919"/>
                </a:lnTo>
                <a:lnTo>
                  <a:pt x="186348" y="494236"/>
                </a:lnTo>
                <a:lnTo>
                  <a:pt x="125641" y="469074"/>
                </a:lnTo>
                <a:lnTo>
                  <a:pt x="73666" y="429071"/>
                </a:lnTo>
                <a:lnTo>
                  <a:pt x="33845" y="376923"/>
                </a:lnTo>
                <a:lnTo>
                  <a:pt x="8550" y="316393"/>
                </a:lnTo>
                <a:lnTo>
                  <a:pt x="2148" y="284224"/>
                </a:lnTo>
                <a:lnTo>
                  <a:pt x="0" y="251282"/>
                </a:lnTo>
                <a:close/>
              </a:path>
            </a:pathLst>
          </a:custGeom>
          <a:ln w="12599">
            <a:solidFill>
              <a:srgbClr val="2E7C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05438" y="3222360"/>
            <a:ext cx="275590" cy="275590"/>
          </a:xfrm>
          <a:custGeom>
            <a:avLst/>
            <a:gdLst/>
            <a:ahLst/>
            <a:cxnLst/>
            <a:rect l="l" t="t" r="r" b="b"/>
            <a:pathLst>
              <a:path w="275589" h="275589">
                <a:moveTo>
                  <a:pt x="146164" y="223558"/>
                </a:moveTo>
                <a:lnTo>
                  <a:pt x="129247" y="223558"/>
                </a:lnTo>
                <a:lnTo>
                  <a:pt x="119122" y="225582"/>
                </a:lnTo>
                <a:lnTo>
                  <a:pt x="110886" y="231117"/>
                </a:lnTo>
                <a:lnTo>
                  <a:pt x="105352" y="239352"/>
                </a:lnTo>
                <a:lnTo>
                  <a:pt x="103327" y="249478"/>
                </a:lnTo>
                <a:lnTo>
                  <a:pt x="105352" y="259454"/>
                </a:lnTo>
                <a:lnTo>
                  <a:pt x="110886" y="267706"/>
                </a:lnTo>
                <a:lnTo>
                  <a:pt x="119122" y="273324"/>
                </a:lnTo>
                <a:lnTo>
                  <a:pt x="129247" y="275399"/>
                </a:lnTo>
                <a:lnTo>
                  <a:pt x="226796" y="275399"/>
                </a:lnTo>
                <a:lnTo>
                  <a:pt x="245631" y="271552"/>
                </a:lnTo>
                <a:lnTo>
                  <a:pt x="261089" y="261089"/>
                </a:lnTo>
                <a:lnTo>
                  <a:pt x="268948" y="249478"/>
                </a:lnTo>
                <a:lnTo>
                  <a:pt x="172084" y="249478"/>
                </a:lnTo>
                <a:lnTo>
                  <a:pt x="170060" y="239352"/>
                </a:lnTo>
                <a:lnTo>
                  <a:pt x="164525" y="231117"/>
                </a:lnTo>
                <a:lnTo>
                  <a:pt x="156290" y="225582"/>
                </a:lnTo>
                <a:lnTo>
                  <a:pt x="146164" y="223558"/>
                </a:lnTo>
                <a:close/>
              </a:path>
              <a:path w="275589" h="275589">
                <a:moveTo>
                  <a:pt x="216158" y="25920"/>
                </a:moveTo>
                <a:lnTo>
                  <a:pt x="137883" y="25920"/>
                </a:lnTo>
                <a:lnTo>
                  <a:pt x="181289" y="34706"/>
                </a:lnTo>
                <a:lnTo>
                  <a:pt x="216765" y="58680"/>
                </a:lnTo>
                <a:lnTo>
                  <a:pt x="240698" y="94264"/>
                </a:lnTo>
                <a:lnTo>
                  <a:pt x="249478" y="137883"/>
                </a:lnTo>
                <a:lnTo>
                  <a:pt x="249478" y="226796"/>
                </a:lnTo>
                <a:lnTo>
                  <a:pt x="247708" y="235661"/>
                </a:lnTo>
                <a:lnTo>
                  <a:pt x="242866" y="242866"/>
                </a:lnTo>
                <a:lnTo>
                  <a:pt x="235661" y="247708"/>
                </a:lnTo>
                <a:lnTo>
                  <a:pt x="226796" y="249478"/>
                </a:lnTo>
                <a:lnTo>
                  <a:pt x="268948" y="249478"/>
                </a:lnTo>
                <a:lnTo>
                  <a:pt x="271552" y="245631"/>
                </a:lnTo>
                <a:lnTo>
                  <a:pt x="275399" y="226796"/>
                </a:lnTo>
                <a:lnTo>
                  <a:pt x="275399" y="137883"/>
                </a:lnTo>
                <a:lnTo>
                  <a:pt x="267493" y="95204"/>
                </a:lnTo>
                <a:lnTo>
                  <a:pt x="247992" y="57467"/>
                </a:lnTo>
                <a:lnTo>
                  <a:pt x="218692" y="27280"/>
                </a:lnTo>
                <a:lnTo>
                  <a:pt x="216158" y="25920"/>
                </a:lnTo>
                <a:close/>
              </a:path>
              <a:path w="275589" h="275589">
                <a:moveTo>
                  <a:pt x="95757" y="94678"/>
                </a:moveTo>
                <a:lnTo>
                  <a:pt x="77406" y="94678"/>
                </a:lnTo>
                <a:lnTo>
                  <a:pt x="64165" y="97395"/>
                </a:lnTo>
                <a:lnTo>
                  <a:pt x="53286" y="104805"/>
                </a:lnTo>
                <a:lnTo>
                  <a:pt x="45916" y="115793"/>
                </a:lnTo>
                <a:lnTo>
                  <a:pt x="43205" y="129247"/>
                </a:lnTo>
                <a:lnTo>
                  <a:pt x="43205" y="154800"/>
                </a:lnTo>
                <a:lnTo>
                  <a:pt x="45916" y="168247"/>
                </a:lnTo>
                <a:lnTo>
                  <a:pt x="53286" y="179231"/>
                </a:lnTo>
                <a:lnTo>
                  <a:pt x="64165" y="186639"/>
                </a:lnTo>
                <a:lnTo>
                  <a:pt x="77406" y="189356"/>
                </a:lnTo>
                <a:lnTo>
                  <a:pt x="95757" y="189356"/>
                </a:lnTo>
                <a:lnTo>
                  <a:pt x="103327" y="181444"/>
                </a:lnTo>
                <a:lnTo>
                  <a:pt x="103327" y="102603"/>
                </a:lnTo>
                <a:lnTo>
                  <a:pt x="95757" y="94678"/>
                </a:lnTo>
                <a:close/>
              </a:path>
              <a:path w="275589" h="275589">
                <a:moveTo>
                  <a:pt x="198005" y="94678"/>
                </a:moveTo>
                <a:lnTo>
                  <a:pt x="179641" y="94678"/>
                </a:lnTo>
                <a:lnTo>
                  <a:pt x="172084" y="102603"/>
                </a:lnTo>
                <a:lnTo>
                  <a:pt x="172084" y="181444"/>
                </a:lnTo>
                <a:lnTo>
                  <a:pt x="179641" y="189356"/>
                </a:lnTo>
                <a:lnTo>
                  <a:pt x="198005" y="189356"/>
                </a:lnTo>
                <a:lnTo>
                  <a:pt x="211247" y="186639"/>
                </a:lnTo>
                <a:lnTo>
                  <a:pt x="222126" y="179231"/>
                </a:lnTo>
                <a:lnTo>
                  <a:pt x="229495" y="168247"/>
                </a:lnTo>
                <a:lnTo>
                  <a:pt x="232206" y="154800"/>
                </a:lnTo>
                <a:lnTo>
                  <a:pt x="232206" y="129247"/>
                </a:lnTo>
                <a:lnTo>
                  <a:pt x="229495" y="115793"/>
                </a:lnTo>
                <a:lnTo>
                  <a:pt x="222126" y="104805"/>
                </a:lnTo>
                <a:lnTo>
                  <a:pt x="211247" y="97395"/>
                </a:lnTo>
                <a:lnTo>
                  <a:pt x="198005" y="94678"/>
                </a:lnTo>
                <a:close/>
              </a:path>
              <a:path w="275589" h="275589">
                <a:moveTo>
                  <a:pt x="137883" y="0"/>
                </a:moveTo>
                <a:lnTo>
                  <a:pt x="94203" y="7255"/>
                </a:lnTo>
                <a:lnTo>
                  <a:pt x="56796" y="27280"/>
                </a:lnTo>
                <a:lnTo>
                  <a:pt x="27439" y="57467"/>
                </a:lnTo>
                <a:lnTo>
                  <a:pt x="7914" y="95204"/>
                </a:lnTo>
                <a:lnTo>
                  <a:pt x="0" y="137883"/>
                </a:lnTo>
                <a:lnTo>
                  <a:pt x="0" y="151206"/>
                </a:lnTo>
                <a:lnTo>
                  <a:pt x="3962" y="154800"/>
                </a:lnTo>
                <a:lnTo>
                  <a:pt x="21958" y="154800"/>
                </a:lnTo>
                <a:lnTo>
                  <a:pt x="25920" y="151206"/>
                </a:lnTo>
                <a:lnTo>
                  <a:pt x="25920" y="137883"/>
                </a:lnTo>
                <a:lnTo>
                  <a:pt x="34706" y="94264"/>
                </a:lnTo>
                <a:lnTo>
                  <a:pt x="58680" y="58680"/>
                </a:lnTo>
                <a:lnTo>
                  <a:pt x="94264" y="34706"/>
                </a:lnTo>
                <a:lnTo>
                  <a:pt x="137883" y="25920"/>
                </a:lnTo>
                <a:lnTo>
                  <a:pt x="216158" y="25920"/>
                </a:lnTo>
                <a:lnTo>
                  <a:pt x="181390" y="7255"/>
                </a:lnTo>
                <a:lnTo>
                  <a:pt x="1378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564784" y="3002078"/>
            <a:ext cx="2789555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Mesa </a:t>
            </a:r>
            <a:r>
              <a:rPr sz="1400" b="1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400" b="1" spc="-8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191919"/>
                </a:solidFill>
                <a:latin typeface="Calibri"/>
                <a:cs typeface="Calibri"/>
              </a:rPr>
              <a:t>ayuda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Dudas técnicas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o de </a:t>
            </a:r>
            <a:r>
              <a:rPr sz="1050" spc="-10" dirty="0">
                <a:solidFill>
                  <a:srgbClr val="5B6573"/>
                </a:solidFill>
                <a:latin typeface="Calibri"/>
                <a:cs typeface="Calibri"/>
              </a:rPr>
              <a:t>prompts: contactá </a:t>
            </a:r>
            <a:r>
              <a:rPr sz="1050" spc="-5" dirty="0">
                <a:solidFill>
                  <a:srgbClr val="5B6573"/>
                </a:solidFill>
                <a:latin typeface="Calibri"/>
                <a:cs typeface="Calibri"/>
              </a:rPr>
              <a:t>al </a:t>
            </a:r>
            <a:r>
              <a:rPr sz="1050" spc="-15" dirty="0">
                <a:solidFill>
                  <a:srgbClr val="5B6573"/>
                </a:solidFill>
                <a:latin typeface="Calibri"/>
                <a:cs typeface="Calibri"/>
              </a:rPr>
              <a:t>referente.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6844" y="4160522"/>
            <a:ext cx="8229600" cy="502920"/>
          </a:xfrm>
          <a:custGeom>
            <a:avLst/>
            <a:gdLst/>
            <a:ahLst/>
            <a:cxnLst/>
            <a:rect l="l" t="t" r="r" b="b"/>
            <a:pathLst>
              <a:path w="8229600" h="502920">
                <a:moveTo>
                  <a:pt x="813779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411479"/>
                </a:lnTo>
                <a:lnTo>
                  <a:pt x="12230" y="457199"/>
                </a:lnTo>
                <a:lnTo>
                  <a:pt x="45720" y="490677"/>
                </a:lnTo>
                <a:lnTo>
                  <a:pt x="91439" y="502919"/>
                </a:lnTo>
                <a:lnTo>
                  <a:pt x="8138160" y="502564"/>
                </a:lnTo>
                <a:lnTo>
                  <a:pt x="8183880" y="490321"/>
                </a:lnTo>
                <a:lnTo>
                  <a:pt x="8217357" y="456844"/>
                </a:lnTo>
                <a:lnTo>
                  <a:pt x="8229600" y="411124"/>
                </a:lnTo>
                <a:lnTo>
                  <a:pt x="8229231" y="91439"/>
                </a:lnTo>
                <a:lnTo>
                  <a:pt x="8217001" y="45719"/>
                </a:lnTo>
                <a:lnTo>
                  <a:pt x="8183511" y="12242"/>
                </a:lnTo>
                <a:lnTo>
                  <a:pt x="8137791" y="0"/>
                </a:lnTo>
                <a:close/>
              </a:path>
            </a:pathLst>
          </a:custGeom>
          <a:solidFill>
            <a:srgbClr val="F4E5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6844" y="4160522"/>
            <a:ext cx="8229600" cy="502920"/>
          </a:xfrm>
          <a:custGeom>
            <a:avLst/>
            <a:gdLst/>
            <a:ahLst/>
            <a:cxnLst/>
            <a:rect l="l" t="t" r="r" b="b"/>
            <a:pathLst>
              <a:path w="8229600" h="502920">
                <a:moveTo>
                  <a:pt x="0" y="91439"/>
                </a:moveTo>
                <a:lnTo>
                  <a:pt x="798" y="79434"/>
                </a:lnTo>
                <a:lnTo>
                  <a:pt x="3148" y="67770"/>
                </a:lnTo>
                <a:lnTo>
                  <a:pt x="26679" y="26681"/>
                </a:lnTo>
                <a:lnTo>
                  <a:pt x="67765" y="3149"/>
                </a:lnTo>
                <a:lnTo>
                  <a:pt x="91439" y="0"/>
                </a:lnTo>
                <a:lnTo>
                  <a:pt x="8137791" y="0"/>
                </a:lnTo>
                <a:lnTo>
                  <a:pt x="8183511" y="12242"/>
                </a:lnTo>
                <a:lnTo>
                  <a:pt x="8217001" y="45719"/>
                </a:lnTo>
                <a:lnTo>
                  <a:pt x="8229231" y="91439"/>
                </a:lnTo>
                <a:lnTo>
                  <a:pt x="8229600" y="411124"/>
                </a:lnTo>
                <a:lnTo>
                  <a:pt x="8228799" y="423124"/>
                </a:lnTo>
                <a:lnTo>
                  <a:pt x="8226445" y="434789"/>
                </a:lnTo>
                <a:lnTo>
                  <a:pt x="8202909" y="475873"/>
                </a:lnTo>
                <a:lnTo>
                  <a:pt x="8161824" y="499410"/>
                </a:lnTo>
                <a:lnTo>
                  <a:pt x="91439" y="502919"/>
                </a:lnTo>
                <a:lnTo>
                  <a:pt x="45720" y="490677"/>
                </a:lnTo>
                <a:lnTo>
                  <a:pt x="12230" y="457199"/>
                </a:lnTo>
                <a:lnTo>
                  <a:pt x="0" y="411479"/>
                </a:lnTo>
                <a:lnTo>
                  <a:pt x="0" y="91439"/>
                </a:lnTo>
                <a:close/>
              </a:path>
            </a:pathLst>
          </a:custGeom>
          <a:ln w="1511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7024" y="4312947"/>
            <a:ext cx="494982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D97757"/>
                </a:solidFill>
                <a:latin typeface="Calibri"/>
                <a:cs typeface="Calibri"/>
              </a:rPr>
              <a:t>→  </a:t>
            </a:r>
            <a:r>
              <a:rPr sz="1300" b="1" spc="-10" dirty="0">
                <a:solidFill>
                  <a:srgbClr val="D97757"/>
                </a:solidFill>
                <a:latin typeface="Calibri"/>
                <a:cs typeface="Calibri"/>
              </a:rPr>
              <a:t>Empezá </a:t>
            </a:r>
            <a:r>
              <a:rPr sz="1300" b="1" spc="-25" dirty="0">
                <a:solidFill>
                  <a:srgbClr val="D97757"/>
                </a:solidFill>
                <a:latin typeface="Calibri"/>
                <a:cs typeface="Calibri"/>
              </a:rPr>
              <a:t>hoy. </a:t>
            </a:r>
            <a:r>
              <a:rPr sz="1300" b="1" spc="-5" dirty="0">
                <a:solidFill>
                  <a:srgbClr val="D97757"/>
                </a:solidFill>
                <a:latin typeface="Calibri"/>
                <a:cs typeface="Calibri"/>
              </a:rPr>
              <a:t>La curva de </a:t>
            </a:r>
            <a:r>
              <a:rPr sz="1300" b="1" spc="-10" dirty="0">
                <a:solidFill>
                  <a:srgbClr val="D97757"/>
                </a:solidFill>
                <a:latin typeface="Calibri"/>
                <a:cs typeface="Calibri"/>
              </a:rPr>
              <a:t>aprendizaje </a:t>
            </a:r>
            <a:r>
              <a:rPr sz="1300" b="1" spc="-5" dirty="0">
                <a:solidFill>
                  <a:srgbClr val="D97757"/>
                </a:solidFill>
                <a:latin typeface="Calibri"/>
                <a:cs typeface="Calibri"/>
              </a:rPr>
              <a:t>se </a:t>
            </a:r>
            <a:r>
              <a:rPr sz="1300" b="1" spc="-10" dirty="0">
                <a:solidFill>
                  <a:srgbClr val="D97757"/>
                </a:solidFill>
                <a:latin typeface="Calibri"/>
                <a:cs typeface="Calibri"/>
              </a:rPr>
              <a:t>acelera </a:t>
            </a:r>
            <a:r>
              <a:rPr sz="1300" b="1" spc="-5" dirty="0">
                <a:solidFill>
                  <a:srgbClr val="D97757"/>
                </a:solidFill>
                <a:latin typeface="Calibri"/>
                <a:cs typeface="Calibri"/>
              </a:rPr>
              <a:t>con la </a:t>
            </a:r>
            <a:r>
              <a:rPr sz="1300" b="1" spc="-10" dirty="0">
                <a:solidFill>
                  <a:srgbClr val="D97757"/>
                </a:solidFill>
                <a:latin typeface="Calibri"/>
                <a:cs typeface="Calibri"/>
              </a:rPr>
              <a:t>práctica</a:t>
            </a:r>
            <a:r>
              <a:rPr sz="1300" b="1" spc="25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D97757"/>
                </a:solidFill>
                <a:latin typeface="Calibri"/>
                <a:cs typeface="Calibri"/>
              </a:rPr>
              <a:t>diaria.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2704" y="4907961"/>
            <a:ext cx="18268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REMAX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Claude </a:t>
            </a:r>
            <a:r>
              <a:rPr sz="900" dirty="0">
                <a:solidFill>
                  <a:srgbClr val="5B6573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Capacitación</a:t>
            </a:r>
            <a:r>
              <a:rPr sz="900" spc="-40" dirty="0">
                <a:solidFill>
                  <a:srgbClr val="5B6573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B6573"/>
                </a:solidFill>
                <a:latin typeface="Calibri"/>
                <a:cs typeface="Calibri"/>
              </a:rPr>
              <a:t>interna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51495" y="4907961"/>
            <a:ext cx="29908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Ci</a:t>
            </a:r>
            <a:r>
              <a:rPr sz="900" i="1" dirty="0">
                <a:solidFill>
                  <a:srgbClr val="5B6573"/>
                </a:solidFill>
                <a:latin typeface="Calibri"/>
                <a:cs typeface="Calibri"/>
              </a:rPr>
              <a:t>e</a:t>
            </a:r>
            <a:r>
              <a:rPr sz="900" i="1" spc="-5" dirty="0">
                <a:solidFill>
                  <a:srgbClr val="5B6573"/>
                </a:solidFill>
                <a:latin typeface="Calibri"/>
                <a:cs typeface="Calibri"/>
              </a:rPr>
              <a:t>rre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0" y="0"/>
                </a:moveTo>
                <a:lnTo>
                  <a:pt x="9144000" y="0"/>
                </a:lnTo>
                <a:lnTo>
                  <a:pt x="9144000" y="5143677"/>
                </a:lnTo>
                <a:lnTo>
                  <a:pt x="0" y="5143677"/>
                </a:lnTo>
                <a:lnTo>
                  <a:pt x="0" y="0"/>
                </a:lnTo>
                <a:close/>
              </a:path>
            </a:pathLst>
          </a:custGeom>
          <a:solidFill>
            <a:srgbClr val="002B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742846"/>
            <a:ext cx="2743200" cy="2400935"/>
          </a:xfrm>
          <a:custGeom>
            <a:avLst/>
            <a:gdLst/>
            <a:ahLst/>
            <a:cxnLst/>
            <a:rect l="l" t="t" r="r" b="b"/>
            <a:pathLst>
              <a:path w="2743200" h="2400935">
                <a:moveTo>
                  <a:pt x="456844" y="0"/>
                </a:moveTo>
                <a:lnTo>
                  <a:pt x="406708" y="548"/>
                </a:lnTo>
                <a:lnTo>
                  <a:pt x="356665" y="2191"/>
                </a:lnTo>
                <a:lnTo>
                  <a:pt x="306731" y="4924"/>
                </a:lnTo>
                <a:lnTo>
                  <a:pt x="256924" y="8742"/>
                </a:lnTo>
                <a:lnTo>
                  <a:pt x="207261" y="13642"/>
                </a:lnTo>
                <a:lnTo>
                  <a:pt x="157758" y="19618"/>
                </a:lnTo>
                <a:lnTo>
                  <a:pt x="108434" y="26667"/>
                </a:lnTo>
                <a:lnTo>
                  <a:pt x="59306" y="34784"/>
                </a:lnTo>
                <a:lnTo>
                  <a:pt x="10390" y="43965"/>
                </a:lnTo>
                <a:lnTo>
                  <a:pt x="0" y="46150"/>
                </a:lnTo>
                <a:lnTo>
                  <a:pt x="0" y="2400477"/>
                </a:lnTo>
                <a:lnTo>
                  <a:pt x="2739869" y="2400477"/>
                </a:lnTo>
                <a:lnTo>
                  <a:pt x="2740652" y="2386176"/>
                </a:lnTo>
                <a:lnTo>
                  <a:pt x="2742295" y="2336134"/>
                </a:lnTo>
                <a:lnTo>
                  <a:pt x="2742844" y="2286000"/>
                </a:lnTo>
                <a:lnTo>
                  <a:pt x="2742295" y="2235864"/>
                </a:lnTo>
                <a:lnTo>
                  <a:pt x="2740652" y="2185820"/>
                </a:lnTo>
                <a:lnTo>
                  <a:pt x="2737919" y="2135887"/>
                </a:lnTo>
                <a:lnTo>
                  <a:pt x="2734100" y="2086079"/>
                </a:lnTo>
                <a:lnTo>
                  <a:pt x="2729200" y="2036416"/>
                </a:lnTo>
                <a:lnTo>
                  <a:pt x="2723223" y="1986914"/>
                </a:lnTo>
                <a:lnTo>
                  <a:pt x="2716173" y="1937590"/>
                </a:lnTo>
                <a:lnTo>
                  <a:pt x="2708056" y="1888461"/>
                </a:lnTo>
                <a:lnTo>
                  <a:pt x="2698874" y="1839545"/>
                </a:lnTo>
                <a:lnTo>
                  <a:pt x="2688634" y="1790859"/>
                </a:lnTo>
                <a:lnTo>
                  <a:pt x="2677338" y="1742420"/>
                </a:lnTo>
                <a:lnTo>
                  <a:pt x="2664991" y="1694245"/>
                </a:lnTo>
                <a:lnTo>
                  <a:pt x="2651599" y="1646351"/>
                </a:lnTo>
                <a:lnTo>
                  <a:pt x="2637164" y="1598755"/>
                </a:lnTo>
                <a:lnTo>
                  <a:pt x="2621692" y="1551476"/>
                </a:lnTo>
                <a:lnTo>
                  <a:pt x="2605187" y="1504529"/>
                </a:lnTo>
                <a:lnTo>
                  <a:pt x="2587653" y="1457932"/>
                </a:lnTo>
                <a:lnTo>
                  <a:pt x="2569095" y="1411703"/>
                </a:lnTo>
                <a:lnTo>
                  <a:pt x="2549517" y="1365858"/>
                </a:lnTo>
                <a:lnTo>
                  <a:pt x="2528924" y="1320414"/>
                </a:lnTo>
                <a:lnTo>
                  <a:pt x="2507319" y="1275389"/>
                </a:lnTo>
                <a:lnTo>
                  <a:pt x="2484708" y="1230801"/>
                </a:lnTo>
                <a:lnTo>
                  <a:pt x="2461094" y="1186665"/>
                </a:lnTo>
                <a:lnTo>
                  <a:pt x="2436482" y="1143000"/>
                </a:lnTo>
                <a:lnTo>
                  <a:pt x="2410960" y="1099881"/>
                </a:lnTo>
                <a:lnTo>
                  <a:pt x="2384531" y="1057387"/>
                </a:lnTo>
                <a:lnTo>
                  <a:pt x="2357210" y="1015530"/>
                </a:lnTo>
                <a:lnTo>
                  <a:pt x="2329008" y="974322"/>
                </a:lnTo>
                <a:lnTo>
                  <a:pt x="2299939" y="933778"/>
                </a:lnTo>
                <a:lnTo>
                  <a:pt x="2270015" y="893908"/>
                </a:lnTo>
                <a:lnTo>
                  <a:pt x="2239249" y="854727"/>
                </a:lnTo>
                <a:lnTo>
                  <a:pt x="2207655" y="816246"/>
                </a:lnTo>
                <a:lnTo>
                  <a:pt x="2175244" y="778480"/>
                </a:lnTo>
                <a:lnTo>
                  <a:pt x="2142029" y="741440"/>
                </a:lnTo>
                <a:lnTo>
                  <a:pt x="2108024" y="705139"/>
                </a:lnTo>
                <a:lnTo>
                  <a:pt x="2073241" y="669591"/>
                </a:lnTo>
                <a:lnTo>
                  <a:pt x="2037693" y="634808"/>
                </a:lnTo>
                <a:lnTo>
                  <a:pt x="2001393" y="600803"/>
                </a:lnTo>
                <a:lnTo>
                  <a:pt x="1964354" y="567588"/>
                </a:lnTo>
                <a:lnTo>
                  <a:pt x="1926588" y="535177"/>
                </a:lnTo>
                <a:lnTo>
                  <a:pt x="1888108" y="503582"/>
                </a:lnTo>
                <a:lnTo>
                  <a:pt x="1848928" y="472816"/>
                </a:lnTo>
                <a:lnTo>
                  <a:pt x="1809059" y="442892"/>
                </a:lnTo>
                <a:lnTo>
                  <a:pt x="1768516" y="413823"/>
                </a:lnTo>
                <a:lnTo>
                  <a:pt x="1727309" y="385621"/>
                </a:lnTo>
                <a:lnTo>
                  <a:pt x="1685453" y="358299"/>
                </a:lnTo>
                <a:lnTo>
                  <a:pt x="1642961" y="331871"/>
                </a:lnTo>
                <a:lnTo>
                  <a:pt x="1599844" y="306349"/>
                </a:lnTo>
                <a:lnTo>
                  <a:pt x="1556177" y="281737"/>
                </a:lnTo>
                <a:lnTo>
                  <a:pt x="1512040" y="258123"/>
                </a:lnTo>
                <a:lnTo>
                  <a:pt x="1467450" y="235512"/>
                </a:lnTo>
                <a:lnTo>
                  <a:pt x="1422424" y="213908"/>
                </a:lnTo>
                <a:lnTo>
                  <a:pt x="1376980" y="193315"/>
                </a:lnTo>
                <a:lnTo>
                  <a:pt x="1331134" y="173737"/>
                </a:lnTo>
                <a:lnTo>
                  <a:pt x="1284903" y="155180"/>
                </a:lnTo>
                <a:lnTo>
                  <a:pt x="1238306" y="137647"/>
                </a:lnTo>
                <a:lnTo>
                  <a:pt x="1191359" y="121142"/>
                </a:lnTo>
                <a:lnTo>
                  <a:pt x="1144079" y="105671"/>
                </a:lnTo>
                <a:lnTo>
                  <a:pt x="1096483" y="91238"/>
                </a:lnTo>
                <a:lnTo>
                  <a:pt x="1048589" y="77846"/>
                </a:lnTo>
                <a:lnTo>
                  <a:pt x="1000414" y="65500"/>
                </a:lnTo>
                <a:lnTo>
                  <a:pt x="951975" y="54205"/>
                </a:lnTo>
                <a:lnTo>
                  <a:pt x="903289" y="43965"/>
                </a:lnTo>
                <a:lnTo>
                  <a:pt x="854374" y="34784"/>
                </a:lnTo>
                <a:lnTo>
                  <a:pt x="805246" y="26667"/>
                </a:lnTo>
                <a:lnTo>
                  <a:pt x="755922" y="19618"/>
                </a:lnTo>
                <a:lnTo>
                  <a:pt x="706421" y="13642"/>
                </a:lnTo>
                <a:lnTo>
                  <a:pt x="656759" y="8742"/>
                </a:lnTo>
                <a:lnTo>
                  <a:pt x="606953" y="4924"/>
                </a:lnTo>
                <a:lnTo>
                  <a:pt x="557020" y="2191"/>
                </a:lnTo>
                <a:lnTo>
                  <a:pt x="506978" y="548"/>
                </a:lnTo>
                <a:lnTo>
                  <a:pt x="456844" y="0"/>
                </a:lnTo>
                <a:close/>
              </a:path>
            </a:pathLst>
          </a:custGeom>
          <a:solidFill>
            <a:srgbClr val="DB1C2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42846"/>
            <a:ext cx="2743200" cy="2400935"/>
          </a:xfrm>
          <a:custGeom>
            <a:avLst/>
            <a:gdLst/>
            <a:ahLst/>
            <a:cxnLst/>
            <a:rect l="l" t="t" r="r" b="b"/>
            <a:pathLst>
              <a:path w="2743200" h="2400935">
                <a:moveTo>
                  <a:pt x="0" y="46150"/>
                </a:moveTo>
                <a:lnTo>
                  <a:pt x="59306" y="34784"/>
                </a:lnTo>
                <a:lnTo>
                  <a:pt x="108434" y="26667"/>
                </a:lnTo>
                <a:lnTo>
                  <a:pt x="157758" y="19618"/>
                </a:lnTo>
                <a:lnTo>
                  <a:pt x="207261" y="13642"/>
                </a:lnTo>
                <a:lnTo>
                  <a:pt x="256924" y="8742"/>
                </a:lnTo>
                <a:lnTo>
                  <a:pt x="306731" y="4924"/>
                </a:lnTo>
                <a:lnTo>
                  <a:pt x="356665" y="2191"/>
                </a:lnTo>
                <a:lnTo>
                  <a:pt x="406708" y="548"/>
                </a:lnTo>
                <a:lnTo>
                  <a:pt x="456844" y="0"/>
                </a:lnTo>
                <a:lnTo>
                  <a:pt x="506978" y="548"/>
                </a:lnTo>
                <a:lnTo>
                  <a:pt x="557020" y="2191"/>
                </a:lnTo>
                <a:lnTo>
                  <a:pt x="606953" y="4924"/>
                </a:lnTo>
                <a:lnTo>
                  <a:pt x="656759" y="8742"/>
                </a:lnTo>
                <a:lnTo>
                  <a:pt x="706421" y="13642"/>
                </a:lnTo>
                <a:lnTo>
                  <a:pt x="755922" y="19618"/>
                </a:lnTo>
                <a:lnTo>
                  <a:pt x="805246" y="26667"/>
                </a:lnTo>
                <a:lnTo>
                  <a:pt x="854374" y="34784"/>
                </a:lnTo>
                <a:lnTo>
                  <a:pt x="903289" y="43965"/>
                </a:lnTo>
                <a:lnTo>
                  <a:pt x="951975" y="54205"/>
                </a:lnTo>
                <a:lnTo>
                  <a:pt x="1000414" y="65500"/>
                </a:lnTo>
                <a:lnTo>
                  <a:pt x="1048589" y="77846"/>
                </a:lnTo>
                <a:lnTo>
                  <a:pt x="1096483" y="91238"/>
                </a:lnTo>
                <a:lnTo>
                  <a:pt x="1144079" y="105671"/>
                </a:lnTo>
                <a:lnTo>
                  <a:pt x="1191359" y="121142"/>
                </a:lnTo>
                <a:lnTo>
                  <a:pt x="1238306" y="137647"/>
                </a:lnTo>
                <a:lnTo>
                  <a:pt x="1284903" y="155180"/>
                </a:lnTo>
                <a:lnTo>
                  <a:pt x="1331134" y="173737"/>
                </a:lnTo>
                <a:lnTo>
                  <a:pt x="1376980" y="193315"/>
                </a:lnTo>
                <a:lnTo>
                  <a:pt x="1422424" y="213908"/>
                </a:lnTo>
                <a:lnTo>
                  <a:pt x="1467450" y="235512"/>
                </a:lnTo>
                <a:lnTo>
                  <a:pt x="1512040" y="258123"/>
                </a:lnTo>
                <a:lnTo>
                  <a:pt x="1556177" y="281737"/>
                </a:lnTo>
                <a:lnTo>
                  <a:pt x="1599844" y="306349"/>
                </a:lnTo>
                <a:lnTo>
                  <a:pt x="1642961" y="331871"/>
                </a:lnTo>
                <a:lnTo>
                  <a:pt x="1685453" y="358299"/>
                </a:lnTo>
                <a:lnTo>
                  <a:pt x="1727309" y="385621"/>
                </a:lnTo>
                <a:lnTo>
                  <a:pt x="1768516" y="413823"/>
                </a:lnTo>
                <a:lnTo>
                  <a:pt x="1809059" y="442892"/>
                </a:lnTo>
                <a:lnTo>
                  <a:pt x="1848928" y="472816"/>
                </a:lnTo>
                <a:lnTo>
                  <a:pt x="1888108" y="503582"/>
                </a:lnTo>
                <a:lnTo>
                  <a:pt x="1926588" y="535177"/>
                </a:lnTo>
                <a:lnTo>
                  <a:pt x="1964354" y="567588"/>
                </a:lnTo>
                <a:lnTo>
                  <a:pt x="2001393" y="600803"/>
                </a:lnTo>
                <a:lnTo>
                  <a:pt x="2037693" y="634808"/>
                </a:lnTo>
                <a:lnTo>
                  <a:pt x="2073241" y="669591"/>
                </a:lnTo>
                <a:lnTo>
                  <a:pt x="2108024" y="705139"/>
                </a:lnTo>
                <a:lnTo>
                  <a:pt x="2142029" y="741440"/>
                </a:lnTo>
                <a:lnTo>
                  <a:pt x="2175244" y="778480"/>
                </a:lnTo>
                <a:lnTo>
                  <a:pt x="2207655" y="816246"/>
                </a:lnTo>
                <a:lnTo>
                  <a:pt x="2239249" y="854727"/>
                </a:lnTo>
                <a:lnTo>
                  <a:pt x="2270015" y="893908"/>
                </a:lnTo>
                <a:lnTo>
                  <a:pt x="2299939" y="933778"/>
                </a:lnTo>
                <a:lnTo>
                  <a:pt x="2329008" y="974322"/>
                </a:lnTo>
                <a:lnTo>
                  <a:pt x="2357210" y="1015530"/>
                </a:lnTo>
                <a:lnTo>
                  <a:pt x="2384531" y="1057387"/>
                </a:lnTo>
                <a:lnTo>
                  <a:pt x="2410960" y="1099881"/>
                </a:lnTo>
                <a:lnTo>
                  <a:pt x="2436482" y="1143000"/>
                </a:lnTo>
                <a:lnTo>
                  <a:pt x="2461094" y="1186665"/>
                </a:lnTo>
                <a:lnTo>
                  <a:pt x="2484708" y="1230801"/>
                </a:lnTo>
                <a:lnTo>
                  <a:pt x="2507319" y="1275389"/>
                </a:lnTo>
                <a:lnTo>
                  <a:pt x="2528924" y="1320414"/>
                </a:lnTo>
                <a:lnTo>
                  <a:pt x="2549517" y="1365858"/>
                </a:lnTo>
                <a:lnTo>
                  <a:pt x="2569095" y="1411703"/>
                </a:lnTo>
                <a:lnTo>
                  <a:pt x="2587653" y="1457932"/>
                </a:lnTo>
                <a:lnTo>
                  <a:pt x="2605187" y="1504529"/>
                </a:lnTo>
                <a:lnTo>
                  <a:pt x="2621692" y="1551476"/>
                </a:lnTo>
                <a:lnTo>
                  <a:pt x="2637164" y="1598755"/>
                </a:lnTo>
                <a:lnTo>
                  <a:pt x="2651599" y="1646351"/>
                </a:lnTo>
                <a:lnTo>
                  <a:pt x="2664991" y="1694245"/>
                </a:lnTo>
                <a:lnTo>
                  <a:pt x="2677338" y="1742420"/>
                </a:lnTo>
                <a:lnTo>
                  <a:pt x="2688634" y="1790859"/>
                </a:lnTo>
                <a:lnTo>
                  <a:pt x="2698874" y="1839545"/>
                </a:lnTo>
                <a:lnTo>
                  <a:pt x="2708056" y="1888461"/>
                </a:lnTo>
                <a:lnTo>
                  <a:pt x="2716173" y="1937590"/>
                </a:lnTo>
                <a:lnTo>
                  <a:pt x="2723223" y="1986914"/>
                </a:lnTo>
                <a:lnTo>
                  <a:pt x="2729200" y="2036416"/>
                </a:lnTo>
                <a:lnTo>
                  <a:pt x="2734100" y="2086079"/>
                </a:lnTo>
                <a:lnTo>
                  <a:pt x="2737919" y="2135887"/>
                </a:lnTo>
                <a:lnTo>
                  <a:pt x="2740652" y="2185820"/>
                </a:lnTo>
                <a:lnTo>
                  <a:pt x="2742295" y="2235864"/>
                </a:lnTo>
                <a:lnTo>
                  <a:pt x="2742844" y="2286000"/>
                </a:lnTo>
                <a:lnTo>
                  <a:pt x="2742295" y="2336134"/>
                </a:lnTo>
                <a:lnTo>
                  <a:pt x="2740652" y="2386176"/>
                </a:lnTo>
                <a:lnTo>
                  <a:pt x="2739869" y="2400477"/>
                </a:lnTo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444" y="2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117720" y="0"/>
                </a:moveTo>
                <a:lnTo>
                  <a:pt x="91350" y="79227"/>
                </a:lnTo>
                <a:lnTo>
                  <a:pt x="76881" y="128294"/>
                </a:lnTo>
                <a:lnTo>
                  <a:pt x="63639" y="177702"/>
                </a:lnTo>
                <a:lnTo>
                  <a:pt x="51629" y="227430"/>
                </a:lnTo>
                <a:lnTo>
                  <a:pt x="40858" y="277453"/>
                </a:lnTo>
                <a:lnTo>
                  <a:pt x="31331" y="327748"/>
                </a:lnTo>
                <a:lnTo>
                  <a:pt x="23055" y="378291"/>
                </a:lnTo>
                <a:lnTo>
                  <a:pt x="16036" y="429059"/>
                </a:lnTo>
                <a:lnTo>
                  <a:pt x="10279" y="480028"/>
                </a:lnTo>
                <a:lnTo>
                  <a:pt x="5791" y="531174"/>
                </a:lnTo>
                <a:lnTo>
                  <a:pt x="2577" y="582475"/>
                </a:lnTo>
                <a:lnTo>
                  <a:pt x="645" y="633906"/>
                </a:lnTo>
                <a:lnTo>
                  <a:pt x="0" y="685444"/>
                </a:lnTo>
                <a:lnTo>
                  <a:pt x="645" y="736980"/>
                </a:lnTo>
                <a:lnTo>
                  <a:pt x="2577" y="788410"/>
                </a:lnTo>
                <a:lnTo>
                  <a:pt x="5791" y="839711"/>
                </a:lnTo>
                <a:lnTo>
                  <a:pt x="10279" y="890858"/>
                </a:lnTo>
                <a:lnTo>
                  <a:pt x="16036" y="941829"/>
                </a:lnTo>
                <a:lnTo>
                  <a:pt x="23055" y="992600"/>
                </a:lnTo>
                <a:lnTo>
                  <a:pt x="31331" y="1043147"/>
                </a:lnTo>
                <a:lnTo>
                  <a:pt x="40858" y="1093449"/>
                </a:lnTo>
                <a:lnTo>
                  <a:pt x="51629" y="1143480"/>
                </a:lnTo>
                <a:lnTo>
                  <a:pt x="63639" y="1193219"/>
                </a:lnTo>
                <a:lnTo>
                  <a:pt x="76881" y="1242641"/>
                </a:lnTo>
                <a:lnTo>
                  <a:pt x="91350" y="1291723"/>
                </a:lnTo>
                <a:lnTo>
                  <a:pt x="107039" y="1340442"/>
                </a:lnTo>
                <a:lnTo>
                  <a:pt x="123942" y="1388775"/>
                </a:lnTo>
                <a:lnTo>
                  <a:pt x="142053" y="1436697"/>
                </a:lnTo>
                <a:lnTo>
                  <a:pt x="161367" y="1484187"/>
                </a:lnTo>
                <a:lnTo>
                  <a:pt x="181877" y="1531220"/>
                </a:lnTo>
                <a:lnTo>
                  <a:pt x="203576" y="1577774"/>
                </a:lnTo>
                <a:lnTo>
                  <a:pt x="226460" y="1623824"/>
                </a:lnTo>
                <a:lnTo>
                  <a:pt x="250521" y="1669348"/>
                </a:lnTo>
                <a:lnTo>
                  <a:pt x="275755" y="1714322"/>
                </a:lnTo>
                <a:lnTo>
                  <a:pt x="302059" y="1758602"/>
                </a:lnTo>
                <a:lnTo>
                  <a:pt x="329429" y="1802149"/>
                </a:lnTo>
                <a:lnTo>
                  <a:pt x="357847" y="1844946"/>
                </a:lnTo>
                <a:lnTo>
                  <a:pt x="387295" y="1886976"/>
                </a:lnTo>
                <a:lnTo>
                  <a:pt x="417757" y="1928220"/>
                </a:lnTo>
                <a:lnTo>
                  <a:pt x="449215" y="1968662"/>
                </a:lnTo>
                <a:lnTo>
                  <a:pt x="481651" y="2008283"/>
                </a:lnTo>
                <a:lnTo>
                  <a:pt x="515049" y="2047067"/>
                </a:lnTo>
                <a:lnTo>
                  <a:pt x="549392" y="2084996"/>
                </a:lnTo>
                <a:lnTo>
                  <a:pt x="584661" y="2122053"/>
                </a:lnTo>
                <a:lnTo>
                  <a:pt x="620841" y="2158219"/>
                </a:lnTo>
                <a:lnTo>
                  <a:pt x="657912" y="2193477"/>
                </a:lnTo>
                <a:lnTo>
                  <a:pt x="695860" y="2227811"/>
                </a:lnTo>
                <a:lnTo>
                  <a:pt x="734665" y="2261202"/>
                </a:lnTo>
                <a:lnTo>
                  <a:pt x="774311" y="2293632"/>
                </a:lnTo>
                <a:lnTo>
                  <a:pt x="814780" y="2325086"/>
                </a:lnTo>
                <a:lnTo>
                  <a:pt x="856056" y="2355544"/>
                </a:lnTo>
                <a:lnTo>
                  <a:pt x="898121" y="2384989"/>
                </a:lnTo>
                <a:lnTo>
                  <a:pt x="940958" y="2413405"/>
                </a:lnTo>
                <a:lnTo>
                  <a:pt x="984549" y="2440773"/>
                </a:lnTo>
                <a:lnTo>
                  <a:pt x="1028877" y="2467076"/>
                </a:lnTo>
                <a:lnTo>
                  <a:pt x="1073803" y="2492310"/>
                </a:lnTo>
                <a:lnTo>
                  <a:pt x="1119283" y="2516371"/>
                </a:lnTo>
                <a:lnTo>
                  <a:pt x="1165293" y="2539255"/>
                </a:lnTo>
                <a:lnTo>
                  <a:pt x="1211811" y="2560955"/>
                </a:lnTo>
                <a:lnTo>
                  <a:pt x="1258812" y="2581466"/>
                </a:lnTo>
                <a:lnTo>
                  <a:pt x="1306273" y="2600780"/>
                </a:lnTo>
                <a:lnTo>
                  <a:pt x="1354171" y="2618892"/>
                </a:lnTo>
                <a:lnTo>
                  <a:pt x="1402482" y="2635796"/>
                </a:lnTo>
                <a:lnTo>
                  <a:pt x="1451183" y="2651486"/>
                </a:lnTo>
                <a:lnTo>
                  <a:pt x="1500249" y="2665955"/>
                </a:lnTo>
                <a:lnTo>
                  <a:pt x="1549658" y="2679198"/>
                </a:lnTo>
                <a:lnTo>
                  <a:pt x="1599386" y="2691209"/>
                </a:lnTo>
                <a:lnTo>
                  <a:pt x="1649409" y="2701981"/>
                </a:lnTo>
                <a:lnTo>
                  <a:pt x="1699704" y="2711509"/>
                </a:lnTo>
                <a:lnTo>
                  <a:pt x="1750247" y="2719786"/>
                </a:lnTo>
                <a:lnTo>
                  <a:pt x="1801014" y="2726806"/>
                </a:lnTo>
                <a:lnTo>
                  <a:pt x="1851983" y="2732563"/>
                </a:lnTo>
                <a:lnTo>
                  <a:pt x="1903130" y="2737052"/>
                </a:lnTo>
                <a:lnTo>
                  <a:pt x="1954430" y="2740266"/>
                </a:lnTo>
                <a:lnTo>
                  <a:pt x="2005861" y="2742198"/>
                </a:lnTo>
                <a:lnTo>
                  <a:pt x="2057400" y="2742844"/>
                </a:lnTo>
                <a:lnTo>
                  <a:pt x="2108936" y="2742198"/>
                </a:lnTo>
                <a:lnTo>
                  <a:pt x="2160366" y="2740266"/>
                </a:lnTo>
                <a:lnTo>
                  <a:pt x="2211666" y="2737052"/>
                </a:lnTo>
                <a:lnTo>
                  <a:pt x="2262814" y="2732563"/>
                </a:lnTo>
                <a:lnTo>
                  <a:pt x="2313784" y="2726806"/>
                </a:lnTo>
                <a:lnTo>
                  <a:pt x="2364555" y="2719786"/>
                </a:lnTo>
                <a:lnTo>
                  <a:pt x="2415103" y="2711509"/>
                </a:lnTo>
                <a:lnTo>
                  <a:pt x="2465404" y="2701981"/>
                </a:lnTo>
                <a:lnTo>
                  <a:pt x="2515436" y="2691209"/>
                </a:lnTo>
                <a:lnTo>
                  <a:pt x="2565174" y="2679198"/>
                </a:lnTo>
                <a:lnTo>
                  <a:pt x="2614596" y="2665955"/>
                </a:lnTo>
                <a:lnTo>
                  <a:pt x="2663679" y="2651486"/>
                </a:lnTo>
                <a:lnTo>
                  <a:pt x="2712398" y="2635796"/>
                </a:lnTo>
                <a:lnTo>
                  <a:pt x="2743200" y="2625023"/>
                </a:lnTo>
                <a:lnTo>
                  <a:pt x="117720" y="0"/>
                </a:lnTo>
                <a:close/>
              </a:path>
            </a:pathLst>
          </a:custGeom>
          <a:solidFill>
            <a:srgbClr val="D97757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444" y="2"/>
            <a:ext cx="118110" cy="685800"/>
          </a:xfrm>
          <a:custGeom>
            <a:avLst/>
            <a:gdLst/>
            <a:ahLst/>
            <a:cxnLst/>
            <a:rect l="l" t="t" r="r" b="b"/>
            <a:pathLst>
              <a:path w="118109" h="685800">
                <a:moveTo>
                  <a:pt x="0" y="685444"/>
                </a:moveTo>
                <a:lnTo>
                  <a:pt x="645" y="633906"/>
                </a:lnTo>
                <a:lnTo>
                  <a:pt x="2577" y="582475"/>
                </a:lnTo>
                <a:lnTo>
                  <a:pt x="5791" y="531174"/>
                </a:lnTo>
                <a:lnTo>
                  <a:pt x="10279" y="480028"/>
                </a:lnTo>
                <a:lnTo>
                  <a:pt x="16036" y="429059"/>
                </a:lnTo>
                <a:lnTo>
                  <a:pt x="23055" y="378291"/>
                </a:lnTo>
                <a:lnTo>
                  <a:pt x="31331" y="327748"/>
                </a:lnTo>
                <a:lnTo>
                  <a:pt x="40858" y="277453"/>
                </a:lnTo>
                <a:lnTo>
                  <a:pt x="51629" y="227430"/>
                </a:lnTo>
                <a:lnTo>
                  <a:pt x="63639" y="177702"/>
                </a:lnTo>
                <a:lnTo>
                  <a:pt x="76881" y="128294"/>
                </a:lnTo>
                <a:lnTo>
                  <a:pt x="91350" y="79227"/>
                </a:lnTo>
                <a:lnTo>
                  <a:pt x="107039" y="30527"/>
                </a:lnTo>
                <a:lnTo>
                  <a:pt x="11772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0444" y="685446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2743200" h="2057400">
                <a:moveTo>
                  <a:pt x="2743200" y="1939579"/>
                </a:moveTo>
                <a:lnTo>
                  <a:pt x="2663679" y="1966041"/>
                </a:lnTo>
                <a:lnTo>
                  <a:pt x="2614596" y="1980511"/>
                </a:lnTo>
                <a:lnTo>
                  <a:pt x="2565174" y="1993754"/>
                </a:lnTo>
                <a:lnTo>
                  <a:pt x="2515436" y="2005765"/>
                </a:lnTo>
                <a:lnTo>
                  <a:pt x="2465404" y="2016537"/>
                </a:lnTo>
                <a:lnTo>
                  <a:pt x="2415103" y="2026064"/>
                </a:lnTo>
                <a:lnTo>
                  <a:pt x="2364555" y="2034341"/>
                </a:lnTo>
                <a:lnTo>
                  <a:pt x="2313784" y="2041362"/>
                </a:lnTo>
                <a:lnTo>
                  <a:pt x="2262814" y="2047119"/>
                </a:lnTo>
                <a:lnTo>
                  <a:pt x="2211666" y="2051608"/>
                </a:lnTo>
                <a:lnTo>
                  <a:pt x="2160366" y="2054821"/>
                </a:lnTo>
                <a:lnTo>
                  <a:pt x="2108936" y="2056754"/>
                </a:lnTo>
                <a:lnTo>
                  <a:pt x="2057400" y="2057399"/>
                </a:lnTo>
                <a:lnTo>
                  <a:pt x="2005861" y="2056754"/>
                </a:lnTo>
                <a:lnTo>
                  <a:pt x="1954430" y="2054821"/>
                </a:lnTo>
                <a:lnTo>
                  <a:pt x="1903130" y="2051608"/>
                </a:lnTo>
                <a:lnTo>
                  <a:pt x="1851983" y="2047119"/>
                </a:lnTo>
                <a:lnTo>
                  <a:pt x="1801014" y="2041362"/>
                </a:lnTo>
                <a:lnTo>
                  <a:pt x="1750247" y="2034341"/>
                </a:lnTo>
                <a:lnTo>
                  <a:pt x="1699704" y="2026064"/>
                </a:lnTo>
                <a:lnTo>
                  <a:pt x="1649409" y="2016537"/>
                </a:lnTo>
                <a:lnTo>
                  <a:pt x="1599386" y="2005765"/>
                </a:lnTo>
                <a:lnTo>
                  <a:pt x="1549658" y="1993754"/>
                </a:lnTo>
                <a:lnTo>
                  <a:pt x="1500249" y="1980511"/>
                </a:lnTo>
                <a:lnTo>
                  <a:pt x="1451183" y="1966041"/>
                </a:lnTo>
                <a:lnTo>
                  <a:pt x="1402482" y="1950351"/>
                </a:lnTo>
                <a:lnTo>
                  <a:pt x="1354171" y="1933447"/>
                </a:lnTo>
                <a:lnTo>
                  <a:pt x="1306273" y="1915335"/>
                </a:lnTo>
                <a:lnTo>
                  <a:pt x="1258812" y="1896021"/>
                </a:lnTo>
                <a:lnTo>
                  <a:pt x="1211811" y="1875511"/>
                </a:lnTo>
                <a:lnTo>
                  <a:pt x="1165293" y="1853811"/>
                </a:lnTo>
                <a:lnTo>
                  <a:pt x="1119283" y="1830927"/>
                </a:lnTo>
                <a:lnTo>
                  <a:pt x="1073803" y="1806865"/>
                </a:lnTo>
                <a:lnTo>
                  <a:pt x="1028877" y="1781632"/>
                </a:lnTo>
                <a:lnTo>
                  <a:pt x="984549" y="1755329"/>
                </a:lnTo>
                <a:lnTo>
                  <a:pt x="940958" y="1727961"/>
                </a:lnTo>
                <a:lnTo>
                  <a:pt x="898121" y="1699545"/>
                </a:lnTo>
                <a:lnTo>
                  <a:pt x="856056" y="1670099"/>
                </a:lnTo>
                <a:lnTo>
                  <a:pt x="814780" y="1639641"/>
                </a:lnTo>
                <a:lnTo>
                  <a:pt x="774311" y="1608188"/>
                </a:lnTo>
                <a:lnTo>
                  <a:pt x="734665" y="1575757"/>
                </a:lnTo>
                <a:lnTo>
                  <a:pt x="695860" y="1542366"/>
                </a:lnTo>
                <a:lnTo>
                  <a:pt x="657912" y="1508033"/>
                </a:lnTo>
                <a:lnTo>
                  <a:pt x="620841" y="1472774"/>
                </a:lnTo>
                <a:lnTo>
                  <a:pt x="584661" y="1436608"/>
                </a:lnTo>
                <a:lnTo>
                  <a:pt x="549392" y="1399552"/>
                </a:lnTo>
                <a:lnTo>
                  <a:pt x="515049" y="1361623"/>
                </a:lnTo>
                <a:lnTo>
                  <a:pt x="481651" y="1322839"/>
                </a:lnTo>
                <a:lnTo>
                  <a:pt x="449215" y="1283217"/>
                </a:lnTo>
                <a:lnTo>
                  <a:pt x="417757" y="1242776"/>
                </a:lnTo>
                <a:lnTo>
                  <a:pt x="387295" y="1201531"/>
                </a:lnTo>
                <a:lnTo>
                  <a:pt x="357847" y="1159502"/>
                </a:lnTo>
                <a:lnTo>
                  <a:pt x="329429" y="1116705"/>
                </a:lnTo>
                <a:lnTo>
                  <a:pt x="302059" y="1073157"/>
                </a:lnTo>
                <a:lnTo>
                  <a:pt x="275755" y="1028877"/>
                </a:lnTo>
                <a:lnTo>
                  <a:pt x="250521" y="983903"/>
                </a:lnTo>
                <a:lnTo>
                  <a:pt x="226460" y="938380"/>
                </a:lnTo>
                <a:lnTo>
                  <a:pt x="203576" y="892329"/>
                </a:lnTo>
                <a:lnTo>
                  <a:pt x="181877" y="845776"/>
                </a:lnTo>
                <a:lnTo>
                  <a:pt x="161367" y="798743"/>
                </a:lnTo>
                <a:lnTo>
                  <a:pt x="142053" y="751253"/>
                </a:lnTo>
                <a:lnTo>
                  <a:pt x="123942" y="703330"/>
                </a:lnTo>
                <a:lnTo>
                  <a:pt x="107039" y="654998"/>
                </a:lnTo>
                <a:lnTo>
                  <a:pt x="91350" y="606279"/>
                </a:lnTo>
                <a:lnTo>
                  <a:pt x="76881" y="557196"/>
                </a:lnTo>
                <a:lnTo>
                  <a:pt x="63639" y="507774"/>
                </a:lnTo>
                <a:lnTo>
                  <a:pt x="51629" y="458036"/>
                </a:lnTo>
                <a:lnTo>
                  <a:pt x="40858" y="408004"/>
                </a:lnTo>
                <a:lnTo>
                  <a:pt x="31331" y="357703"/>
                </a:lnTo>
                <a:lnTo>
                  <a:pt x="23055" y="307155"/>
                </a:lnTo>
                <a:lnTo>
                  <a:pt x="16036" y="256384"/>
                </a:lnTo>
                <a:lnTo>
                  <a:pt x="10279" y="205414"/>
                </a:lnTo>
                <a:lnTo>
                  <a:pt x="5791" y="154266"/>
                </a:lnTo>
                <a:lnTo>
                  <a:pt x="2577" y="102966"/>
                </a:lnTo>
                <a:lnTo>
                  <a:pt x="645" y="51536"/>
                </a:lnTo>
                <a:lnTo>
                  <a:pt x="0" y="0"/>
                </a:lnTo>
              </a:path>
            </a:pathLst>
          </a:custGeom>
          <a:ln w="12599">
            <a:solidFill>
              <a:srgbClr val="D97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144" y="1325640"/>
            <a:ext cx="4029075" cy="146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G</a:t>
            </a:r>
            <a:r>
              <a:rPr spc="-215" dirty="0"/>
              <a:t>r</a:t>
            </a:r>
            <a:r>
              <a:rPr spc="-10" dirty="0"/>
              <a:t>acias.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4144" y="2819325"/>
            <a:ext cx="451421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50" dirty="0">
                <a:solidFill>
                  <a:srgbClr val="FFFFFF"/>
                </a:solidFill>
                <a:latin typeface="Calibri"/>
                <a:cs typeface="Calibri"/>
              </a:rPr>
              <a:t>Tu </a:t>
            </a:r>
            <a:r>
              <a:rPr sz="2000" i="1" spc="-5" dirty="0">
                <a:solidFill>
                  <a:srgbClr val="FFFFFF"/>
                </a:solidFill>
                <a:latin typeface="Calibri"/>
                <a:cs typeface="Calibri"/>
              </a:rPr>
              <a:t>trabajo no cambia. </a:t>
            </a:r>
            <a:r>
              <a:rPr sz="2000" b="1" i="1" spc="-25" dirty="0">
                <a:solidFill>
                  <a:srgbClr val="D97757"/>
                </a:solidFill>
                <a:latin typeface="Calibri"/>
                <a:cs typeface="Calibri"/>
              </a:rPr>
              <a:t>Tus </a:t>
            </a:r>
            <a:r>
              <a:rPr sz="2000" b="1" i="1" spc="-5" dirty="0">
                <a:solidFill>
                  <a:srgbClr val="D97757"/>
                </a:solidFill>
                <a:latin typeface="Calibri"/>
                <a:cs typeface="Calibri"/>
              </a:rPr>
              <a:t>herramientas,</a:t>
            </a:r>
            <a:r>
              <a:rPr sz="2000" b="1" i="1" spc="50" dirty="0">
                <a:solidFill>
                  <a:srgbClr val="D97757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D97757"/>
                </a:solidFill>
                <a:latin typeface="Calibri"/>
                <a:cs typeface="Calibri"/>
              </a:rPr>
              <a:t>sí.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144" y="3367838"/>
            <a:ext cx="332041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Ahora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andá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vendé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más,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mejor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 más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rápido.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844" y="4046044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>
                <a:moveTo>
                  <a:pt x="0" y="0"/>
                </a:moveTo>
                <a:lnTo>
                  <a:pt x="548271" y="0"/>
                </a:lnTo>
              </a:path>
            </a:pathLst>
          </a:custGeom>
          <a:ln w="45364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844" y="4023362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40" h="45720">
                <a:moveTo>
                  <a:pt x="274320" y="45364"/>
                </a:moveTo>
                <a:lnTo>
                  <a:pt x="0" y="45364"/>
                </a:lnTo>
                <a:lnTo>
                  <a:pt x="0" y="0"/>
                </a:lnTo>
                <a:lnTo>
                  <a:pt x="548271" y="0"/>
                </a:lnTo>
                <a:lnTo>
                  <a:pt x="548271" y="45364"/>
                </a:lnTo>
                <a:lnTo>
                  <a:pt x="274320" y="45364"/>
                </a:lnTo>
                <a:close/>
              </a:path>
            </a:pathLst>
          </a:custGeom>
          <a:ln w="12599">
            <a:solidFill>
              <a:srgbClr val="DB1C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4144" y="4213417"/>
            <a:ext cx="134874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REMAX ×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Claude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2111</TotalTime>
  <Words>3429</Words>
  <Application>Microsoft Office PowerPoint</Application>
  <PresentationFormat>Personalizado</PresentationFormat>
  <Paragraphs>535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MS UI Gothic</vt:lpstr>
      <vt:lpstr>Yu Gothic</vt:lpstr>
      <vt:lpstr>Calibri</vt:lpstr>
      <vt:lpstr>Lucida Console</vt:lpstr>
      <vt:lpstr>Lucida Sans Typewriter</vt:lpstr>
      <vt:lpstr>Segoe UI Emoji</vt:lpstr>
      <vt:lpstr>Times New Roman</vt:lpstr>
      <vt:lpstr>Office Theme</vt:lpstr>
      <vt:lpstr>Presentación de PowerPoint</vt:lpstr>
      <vt:lpstr>Qué vamos a ver hoy Una hoja de ruta clara antes de arrancar</vt:lpstr>
      <vt:lpstr>Claude vs otras IAs Por qué elegimos Claude para REMAX</vt:lpstr>
      <vt:lpstr>Qué es Claude Un asistente de IA conversacional construido por Anthropic</vt:lpstr>
      <vt:lpstr>Por qué Claude en REMAX Tres horas semanales recuperadas por agente</vt:lpstr>
      <vt:lpstr>Anatomía de un buen prompt La fórmula simple que vas a usar siempre: R · C · T · F</vt:lpstr>
      <vt:lpstr>Lectura de escrituras  y documentos legales</vt:lpstr>
      <vt:lpstr>Caso 1.1 · Analizar una escritura Empezamos con un prompt simple, después lo mejoramos</vt:lpstr>
      <vt:lpstr>Así se ve en Claude Captura simulada del análisis de una escritura</vt:lpstr>
      <vt:lpstr>Otros documentos que Claude puede leer No es solo escrituras — todo lo que tengas en PDF o foto</vt:lpstr>
      <vt:lpstr>Investigación de mercado  y comparables</vt:lpstr>
      <vt:lpstr>Caso 2.1 · Análisis de comparables Tasación fundamentada en minutos</vt:lpstr>
      <vt:lpstr>Caso 2.2 · Tendencias y radar de oportunidades Investigá cómo se mueve el mercado en tu zona</vt:lpstr>
      <vt:lpstr>Análisis de zonas e  investigación urbana</vt:lpstr>
      <vt:lpstr>Caso 3.1 · Investigar un barrio en profundidad Información concreta para asesorar mejor al cliente</vt:lpstr>
      <vt:lpstr>Presentación de PowerPoint</vt:lpstr>
      <vt:lpstr>Caso 4.1 · Simulaciones y análisis financiero Hipoteca, ROI de inversión y gastos de escrituración</vt:lpstr>
      <vt:lpstr>Atención al cliente  y negociación</vt:lpstr>
      <vt:lpstr>Caso 5.1 · Respuestas a consultas y manejo de Doebprejgeunctaidoifícnil aeresspuesta lista en segundos</vt:lpstr>
      <vt:lpstr>Caso 5.2 · Confidencialidad del cliente Reglas claras para usar IA sin comprometer datos</vt:lpstr>
      <vt:lpstr>Presentación de PowerPoint</vt:lpstr>
      <vt:lpstr>Caso 6.1 · Tu copiloto del día a día Tres prompts que vas a usar todos los días</vt:lpstr>
      <vt:lpstr>Las 5 reglas de oro Para que Claude sea tu mejor herramienta, no tu peor enemigo</vt:lpstr>
      <vt:lpstr>Lo que Claude NO hace por vos Para que no te sorprendas (ni le pidas peras al olmo)</vt:lpstr>
      <vt:lpstr>Tu primer caso real con Claude</vt:lpstr>
      <vt:lpstr>Recursos para seguir aprendiendo Llevátelo y aplicalo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Claude para Agentes REMAX</dc:title>
  <dc:subject>PptxGenJS Presentation</dc:subject>
  <dc:creator>REMAX × Claude</dc:creator>
  <cp:lastModifiedBy>Juan</cp:lastModifiedBy>
  <cp:revision>18</cp:revision>
  <dcterms:created xsi:type="dcterms:W3CDTF">2026-05-20T16:55:52Z</dcterms:created>
  <dcterms:modified xsi:type="dcterms:W3CDTF">2026-06-03T14:59:10Z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2026-05-20T00:00:00Z</vt:filetime>
  </property>
  <property fmtid="{D5CDD505-2E9C-101B-9397-08002B2CF9AE}" pid="3" name="Creator">
    <vt:lpwstr>Impress</vt:lpwstr>
  </property>
  <property fmtid="{D5CDD505-2E9C-101B-9397-08002B2CF9AE}" pid="4" name="LastSaved">
    <vt:filetime>2026-05-20T00:00:00Z</vt:filetime>
  </property>
</Properties>
</file>